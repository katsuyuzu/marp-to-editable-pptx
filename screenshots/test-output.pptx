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notesMasterIdLst>
    <p:notesMasterId r:id="rId9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notesMaster" Target="notesMasters/notesMaster1.xml"/><Relationship Id="rId98" Type="http://schemas.openxmlformats.org/officeDocument/2006/relationships/presProps" Target="presProps.xml"/><Relationship Id="rId99" Type="http://schemas.openxmlformats.org/officeDocument/2006/relationships/viewProps" Target="viewProps.xml"/><Relationship Id="rId100" Type="http://schemas.openxmlformats.org/officeDocument/2006/relationships/theme" Target="theme/theme1.xml"/><Relationship Id="rId10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sub/sup text should be vertically shifted, not just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ADR-30 regression: a flex-row child containing only emoji (min-width: 18px,
     text-align: center) had emojiWidthOverride extend its text box to the
     parent's right edge.  The centred emoji then overlapped the adjacent text
     div.  Fix: skip emojiWidthOverride when a visible sibling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math formulas render as readable text without duplicationKaTeX uses .katex-mathml (hidden MathML) + .katex-html (visual); only visual part should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block equations render as centred rasterized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slide has no page number; background image renderedTests ADR-33 SVG grouping for paginate:false + ![bg]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fitExpected: heading auto-scales to fill width; PPTX uses theme font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on left 40%, content on right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two backgrounds layered (or split)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image is contained (fit) rather than 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checkbox items render with visible check/uncheck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h5/h6 render at smaller sizes; &lt;hr&gt; renders as horizontal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images respect height constraints; emoji shortcodes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yellow marker highlight appears on bold runs inside list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colspan merges cells horizontally; rowspan merges cells vertically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first list starts at 5, second list starts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top-level items numbered, nested items get circle bullets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top-level items get disc bullets, nested items numbered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list item renders its &lt;pre&gt; as a separate code block shape
     with a visible background fill — NOT as inline character-level highlights.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bullet list items inside blockquote render with bullet markers
     and correct indentation hierarchy — NOT as flat plain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leading whitespace in code lines must be preserved in PPTX output.
     Each indented line must retain its spaces/tabs as visible horizontal offset.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text must not overflow the shape boundary.
     When code lines are longer than the shape width, text must be
     contained within the shape (shrink-to-fit or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level-2 circle markers (list-style-type:circle) must render
     at a visually proportionate size relative to the text — NOT oversized.
     The ◦ character should appear smaller than the text font.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blocks between bullet items must render as independent
     shapes with preserved indentation. The code block must NOT be
     flattened into the list text nor lose its leading whitespace.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font-size in PPTX must match the HTML computed size.
     Marp default theme uses ~18px for code blocks on a 1280x720 canvas.
     The PPTX code run fontSize (in points) must be ≈ htmlFontSize * 0.75.
     A large discrepancy (e.g. PPTX shows 16pt when HTML is 18px → expect 13.5pt)
     indicates the code block is ignoring its computed CSS font-size.
     Indentation (leading spaces) must also be preserved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fontSize must reflect the &lt;pre&gt;/&lt;code&gt; computed style,
     NOT the surrounding paragraph font size. The code block shape should use
     the smaller monospace font size even when normal text on the slide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code block inside a list item must be extracted as a
     separate 'code' element with its own shape + background fill.
     The code text must NOT be inlined into the bullet list text.
     Each code shape must have style.backgroundColor set (not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level-2 circle bullet markers must NOT appear oversized.
     The marker glyph visual width should be notably smaller than the text
     line-height. PptxGenJS hardcodes buSzPct=100000 so the marker renders
     at full text size — this test detects that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long text inside grid/flex containers must wrap properly.
     Text must NOT be cut off or disappear. All visible text in the HTML
     must appear in the PPTX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6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04000"/>
              </a:lnSpc>
              <a:buNone/>
            </a:pPr>
            <a:endParaRPr lang="en-US" sz="3480" dirty="0"/>
          </a:p>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3878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6500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188875"/>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2980849"/>
            <a:ext cx="112918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590985"/>
            <a:ext cx="11291888" cy="362545"/>
          </a:xfrm>
          <a:prstGeom prst="rect">
            <a:avLst/>
          </a:prstGeom>
          <a:noFill/>
          <a:ln/>
        </p:spPr>
        <p:txBody>
          <a:bodyPr wrap="square" lIns="0" tIns="0" rIns="0" bIns="0" rtlCol="0" anchor="t"/>
          <a:lstStyle/>
          <a:p>
            <a:pPr algn="l" indent="0" marL="0">
              <a:lnSpc>
                <a:spcPct val="109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073128"/>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05420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Yu Gothic UI" pitchFamily="34" charset="0"/>
                <a:ea typeface="Yu Gothic UI" pitchFamily="34" charset="-122"/>
                <a:cs typeface="Yu Gothic UI"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8368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07184"/>
            <a:ext cx="10696575" cy="2142827"/>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test.</a:t>
            </a:r>
            <a:pPr algn="l" indent="0" marL="0">
              <a:lnSpc>
                <a:spcPct val="130000"/>
              </a:lnSpc>
              <a:buNone/>
            </a:pPr>
            <a:endParaRPr lang="en-US" sz="2175" dirty="0"/>
          </a:p>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3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is also tested.</a:t>
            </a:r>
            <a:pPr algn="l" indent="0" marL="0">
              <a:lnSpc>
                <a:spcPct val="130000"/>
              </a:lnSpc>
              <a:buNone/>
            </a:pPr>
            <a:endParaRPr lang="en-US" sz="2175" dirty="0"/>
          </a:p>
          <a:p>
            <a:pPr algn="l" indent="0" marL="0">
              <a:lnSpc>
                <a:spcPct val="13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1596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08270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47811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044851"/>
            <a:ext cx="10696575" cy="1657350"/>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854601"/>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21338"/>
            <a:ext cx="10696575" cy="36760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7273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1996232"/>
            <a:ext cx="10696575" cy="1547813"/>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endParaRPr lang="en-US" sz="2175" dirty="0"/>
          </a:p>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 iota kappa.</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4" name="Text 2"/>
          <p:cNvSpPr/>
          <p:nvPr/>
        </p:nvSpPr>
        <p:spPr>
          <a:xfrm>
            <a:off x="747713" y="3696444"/>
            <a:ext cx="10696575" cy="1933575"/>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30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Text 1"/>
          <p:cNvSpPr/>
          <p:nvPr/>
        </p:nvSpPr>
        <p:spPr>
          <a:xfrm>
            <a:off x="747713" y="2785616"/>
            <a:ext cx="10696575" cy="1143000"/>
          </a:xfrm>
          <a:prstGeom prst="rect">
            <a:avLst/>
          </a:prstGeom>
          <a:solidFill>
            <a:srgbClr val="F6F8FA"/>
          </a:solidFill>
          <a:ln/>
        </p:spPr>
        <p:txBody>
          <a:bodyPr wrap="none" lIns="0" tIns="0" rIns="0" bIns="0" rtlCol="0" anchor="t"/>
          <a:lstStyle/>
          <a:p>
            <a:pPr indent="0" marL="0">
              <a:buNone/>
            </a:pPr>
            <a:r>
              <a:rPr lang="en-US" sz="1435" dirty="0">
                <a:solidFill>
                  <a:srgbClr val="CF222E"/>
                </a:solidFill>
                <a:latin typeface="Consolas" pitchFamily="34" charset="0"/>
                <a:ea typeface="Consolas" pitchFamily="34" charset="-122"/>
                <a:cs typeface="Consolas" pitchFamily="34" charset="-120"/>
              </a:rPr>
              <a:t>function</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6639BA"/>
                </a:solidFill>
                <a:latin typeface="Consolas" pitchFamily="34" charset="0"/>
                <a:ea typeface="Consolas" pitchFamily="34" charset="-122"/>
                <a:cs typeface="Consolas" pitchFamily="34" charset="-120"/>
              </a:rPr>
              <a:t>greet</a:t>
            </a:r>
            <a:pPr indent="0" marL="0">
              <a:buNone/>
            </a:pPr>
            <a:r>
              <a:rPr lang="en-US" sz="1435" dirty="0">
                <a:solidFill>
                  <a:srgbClr val="1F2328"/>
                </a:solidFill>
                <a:latin typeface="Consolas" pitchFamily="34" charset="0"/>
                <a:ea typeface="Consolas" pitchFamily="34" charset="-122"/>
                <a:cs typeface="Consolas" pitchFamily="34" charset="-120"/>
              </a:rPr>
              <a:t>(</a:t>
            </a:r>
            <a:pPr indent="0" marL="0">
              <a:buNone/>
            </a:pPr>
            <a:r>
              <a:rPr lang="en-US" sz="1435" dirty="0">
                <a:solidFill>
                  <a:srgbClr val="0550AE"/>
                </a:solidFill>
                <a:latin typeface="Consolas" pitchFamily="34" charset="0"/>
                <a:ea typeface="Consolas" pitchFamily="34" charset="-122"/>
                <a:cs typeface="Consolas" pitchFamily="34" charset="-120"/>
              </a:rPr>
              <a:t>name</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953800"/>
                </a:solidFill>
                <a:latin typeface="Consolas" pitchFamily="34" charset="0"/>
                <a:ea typeface="Consolas" pitchFamily="34" charset="-122"/>
                <a:cs typeface="Consolas" pitchFamily="34" charset="-120"/>
              </a:rPr>
              <a:t>string</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953800"/>
                </a:solidFill>
                <a:latin typeface="Consolas" pitchFamily="34" charset="0"/>
                <a:ea typeface="Consolas" pitchFamily="34" charset="-122"/>
                <a:cs typeface="Consolas" pitchFamily="34" charset="-120"/>
              </a:rPr>
              <a:t>string</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CF222E"/>
                </a:solidFill>
                <a:latin typeface="Consolas" pitchFamily="34" charset="0"/>
                <a:ea typeface="Consolas" pitchFamily="34" charset="-122"/>
                <a:cs typeface="Consolas" pitchFamily="34" charset="-120"/>
              </a:rPr>
              <a:t>return</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A3069"/>
                </a:solidFill>
                <a:latin typeface="Consolas" pitchFamily="34" charset="0"/>
                <a:ea typeface="Consolas" pitchFamily="34" charset="-122"/>
                <a:cs typeface="Consolas" pitchFamily="34" charset="-120"/>
              </a:rPr>
              <a:t>`Hello, </a:t>
            </a:r>
            <a:pPr indent="0" marL="0">
              <a:buNone/>
            </a:pPr>
            <a:r>
              <a:rPr lang="en-US" sz="1435" dirty="0">
                <a:solidFill>
                  <a:srgbClr val="1F2328"/>
                </a:solidFill>
                <a:latin typeface="Consolas" pitchFamily="34" charset="0"/>
                <a:ea typeface="Consolas" pitchFamily="34" charset="-122"/>
                <a:cs typeface="Consolas" pitchFamily="34" charset="-120"/>
              </a:rPr>
              <a:t>${name}</a:t>
            </a:r>
            <a:pPr indent="0" marL="0">
              <a:buNone/>
            </a:pPr>
            <a:r>
              <a:rPr lang="en-US" sz="1435" dirty="0">
                <a:solidFill>
                  <a:srgbClr val="0A3069"/>
                </a:solidFill>
                <a:latin typeface="Consolas" pitchFamily="34" charset="0"/>
                <a:ea typeface="Consolas" pitchFamily="34" charset="-122"/>
                <a:cs typeface="Consolas" pitchFamily="34" charset="-120"/>
              </a:rPr>
              <a:t>!`</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a:t>
            </a:r>
            <a:pPr indent="0" marL="0">
              <a:buNone/>
            </a:pPr>
            <a:endParaRPr lang="en-US" sz="1435" dirty="0"/>
          </a:p>
        </p:txBody>
      </p:sp>
      <p:sp>
        <p:nvSpPr>
          <p:cNvPr id="4" name="Shape 2"/>
          <p:cNvSpPr/>
          <p:nvPr/>
        </p:nvSpPr>
        <p:spPr>
          <a:xfrm>
            <a:off x="747713" y="4081016"/>
            <a:ext cx="66675" cy="828675"/>
          </a:xfrm>
          <a:prstGeom prst="rect">
            <a:avLst/>
          </a:prstGeom>
          <a:solidFill>
            <a:srgbClr val="D1D9E0"/>
          </a:solidFill>
          <a:ln/>
        </p:spPr>
      </p:sp>
      <p:sp>
        <p:nvSpPr>
          <p:cNvPr id="5" name="Text 3"/>
          <p:cNvSpPr/>
          <p:nvPr/>
        </p:nvSpPr>
        <p:spPr>
          <a:xfrm>
            <a:off x="814388" y="4081016"/>
            <a:ext cx="10629900" cy="828675"/>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834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15963"/>
            <a:ext cx="10696575" cy="372903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28345"/>
            <a:ext cx="10696575" cy="1529655"/>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25000"/>
              </a:lnSpc>
              <a:buSzPct val="100000"/>
              <a:buFont typeface="+mj-lt"/>
              <a:buAutoNum type="arabicPeriod" startAt="3"/>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Text 1"/>
          <p:cNvSpPr/>
          <p:nvPr/>
        </p:nvSpPr>
        <p:spPr>
          <a:xfrm>
            <a:off x="747713" y="1585020"/>
            <a:ext cx="10696575" cy="2486025"/>
          </a:xfrm>
          <a:prstGeom prst="rect">
            <a:avLst/>
          </a:prstGeom>
          <a:solidFill>
            <a:srgbClr val="F6F8FA"/>
          </a:solidFill>
          <a:ln/>
        </p:spPr>
        <p:txBody>
          <a:bodyPr wrap="none" lIns="0" tIns="0" rIns="0" bIns="0" rtlCol="0" anchor="t"/>
          <a:lstStyle/>
          <a:p>
            <a:pPr indent="0" marL="0">
              <a:buNone/>
            </a:pPr>
            <a:r>
              <a:rPr lang="en-US" sz="1659" dirty="0">
                <a:solidFill>
                  <a:srgbClr val="59636E"/>
                </a:solidFill>
                <a:latin typeface="Consolas" pitchFamily="34" charset="0"/>
                <a:ea typeface="Consolas" pitchFamily="34" charset="-122"/>
                <a:cs typeface="Consolas" pitchFamily="34" charset="-120"/>
              </a:rPr>
              <a:t># Python sample</a:t>
            </a:r>
            <a:pPr indent="0" marL="0">
              <a:buNone/>
            </a:pPr>
            <a:endParaRPr lang="en-US" sz="1659" dirty="0"/>
          </a:p>
          <a:p>
            <a:pPr indent="0" marL="0">
              <a:buNone/>
            </a:pPr>
            <a:r>
              <a:rPr lang="en-US" sz="1659" dirty="0">
                <a:solidFill>
                  <a:srgbClr val="CF222E"/>
                </a:solidFill>
                <a:latin typeface="Consolas" pitchFamily="34" charset="0"/>
                <a:ea typeface="Consolas" pitchFamily="34" charset="-122"/>
                <a:cs typeface="Consolas" pitchFamily="34" charset="-120"/>
              </a:rPr>
              <a:t>import</a:t>
            </a:r>
            <a:pPr indent="0" marL="0">
              <a:buNone/>
            </a:pPr>
            <a:r>
              <a:rPr lang="en-US" sz="1659" dirty="0">
                <a:solidFill>
                  <a:srgbClr val="1F2328"/>
                </a:solidFill>
                <a:latin typeface="Consolas" pitchFamily="34" charset="0"/>
                <a:ea typeface="Consolas" pitchFamily="34" charset="-122"/>
                <a:cs typeface="Consolas" pitchFamily="34" charset="-120"/>
              </a:rPr>
              <a:t> asyncio</a:t>
            </a:r>
            <a:pPr indent="0" marL="0">
              <a:buNone/>
            </a:pPr>
            <a:endParaRPr lang="en-US" sz="1659" dirty="0"/>
          </a:p>
          <a:p>
            <a:pPr indent="0" marL="0">
              <a:buNone/>
            </a:pPr>
            <a:endParaRPr lang="en-US" sz="1659" dirty="0"/>
          </a:p>
          <a:p>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def</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6639BA"/>
                </a:solidFill>
                <a:latin typeface="Consolas" pitchFamily="34" charset="0"/>
                <a:ea typeface="Consolas" pitchFamily="34" charset="-122"/>
                <a:cs typeface="Consolas" pitchFamily="34" charset="-120"/>
              </a:rPr>
              <a:t>fetch_data</a:t>
            </a:r>
            <a:pPr indent="0" marL="0">
              <a:buNone/>
            </a:pPr>
            <a:r>
              <a:rPr lang="en-US" sz="1659" dirty="0">
                <a:solidFill>
                  <a:srgbClr val="1F2328"/>
                </a:solidFill>
                <a:latin typeface="Consolas" pitchFamily="34" charset="0"/>
                <a:ea typeface="Consolas" pitchFamily="34" charset="-122"/>
                <a:cs typeface="Consolas" pitchFamily="34" charset="-120"/>
              </a:rPr>
              <a:t>(</a:t>
            </a:r>
            <a:pPr indent="0" marL="0">
              <a:buNone/>
            </a:pPr>
            <a:r>
              <a:rPr lang="en-US" sz="1659" dirty="0">
                <a:solidFill>
                  <a:srgbClr val="1F2328"/>
                </a:solidFill>
                <a:latin typeface="Consolas" pitchFamily="34" charset="0"/>
                <a:ea typeface="Consolas" pitchFamily="34" charset="-122"/>
                <a:cs typeface="Consolas" pitchFamily="34" charset="-120"/>
              </a:rPr>
              <a:t>url: </a:t>
            </a:r>
            <a:pPr indent="0" marL="0">
              <a:buNone/>
            </a:pPr>
            <a:r>
              <a:rPr lang="en-US" sz="1659" dirty="0">
                <a:solidFill>
                  <a:srgbClr val="953800"/>
                </a:solidFill>
                <a:latin typeface="Consolas" pitchFamily="34" charset="0"/>
                <a:ea typeface="Consolas" pitchFamily="34" charset="-122"/>
                <a:cs typeface="Consolas" pitchFamily="34" charset="-120"/>
              </a:rPr>
              <a:t>str</a:t>
            </a:r>
            <a:pPr indent="0" marL="0">
              <a:buNone/>
            </a:pPr>
            <a:r>
              <a:rPr lang="en-US" sz="1659" dirty="0">
                <a:solidFill>
                  <a:srgbClr val="1F2328"/>
                </a:solidFill>
                <a:latin typeface="Consolas" pitchFamily="34" charset="0"/>
                <a:ea typeface="Consolas" pitchFamily="34" charset="-122"/>
                <a:cs typeface="Consolas" pitchFamily="34" charset="-120"/>
              </a:rPr>
              <a:t>) -&gt; </a:t>
            </a:r>
            <a:pPr indent="0" marL="0">
              <a:buNone/>
            </a:pPr>
            <a:r>
              <a:rPr lang="en-US" sz="1659" dirty="0">
                <a:solidFill>
                  <a:srgbClr val="953800"/>
                </a:solidFill>
                <a:latin typeface="Consolas" pitchFamily="34" charset="0"/>
                <a:ea typeface="Consolas" pitchFamily="34" charset="-122"/>
                <a:cs typeface="Consolas" pitchFamily="34" charset="-120"/>
              </a:rPr>
              <a:t>dict</a:t>
            </a:r>
            <a:pPr indent="0" marL="0">
              <a:buNone/>
            </a:pPr>
            <a:r>
              <a:rPr lang="en-US" sz="1659" dirty="0">
                <a:solidFill>
                  <a:srgbClr val="1F2328"/>
                </a:solidFill>
                <a:latin typeface="Consolas" pitchFamily="34" charset="0"/>
                <a:ea typeface="Consolas" pitchFamily="34" charset="-122"/>
                <a:cs typeface="Consolas" pitchFamily="34" charset="-120"/>
              </a:rPr>
              <a:t>:</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0A3069"/>
                </a:solidFill>
                <a:latin typeface="Consolas" pitchFamily="34" charset="0"/>
                <a:ea typeface="Consolas" pitchFamily="34" charset="-122"/>
                <a:cs typeface="Consolas" pitchFamily="34" charset="-120"/>
              </a:rPr>
              <a:t>"""Fetch data asynchronously"""</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with</a:t>
            </a:r>
            <a:pPr indent="0" marL="0">
              <a:buNone/>
            </a:pPr>
            <a:r>
              <a:rPr lang="en-US" sz="1659" dirty="0">
                <a:solidFill>
                  <a:srgbClr val="1F2328"/>
                </a:solidFill>
                <a:latin typeface="Consolas" pitchFamily="34" charset="0"/>
                <a:ea typeface="Consolas" pitchFamily="34" charset="-122"/>
                <a:cs typeface="Consolas" pitchFamily="34" charset="-120"/>
              </a:rPr>
              <a:t> aiohttp.ClientSession() </a:t>
            </a:r>
            <a:pPr indent="0" marL="0">
              <a:buNone/>
            </a:pPr>
            <a:r>
              <a:rPr lang="en-US" sz="1659" dirty="0">
                <a:solidFill>
                  <a:srgbClr val="CF222E"/>
                </a:solidFill>
                <a:latin typeface="Consolas" pitchFamily="34" charset="0"/>
                <a:ea typeface="Consolas" pitchFamily="34" charset="-122"/>
                <a:cs typeface="Consolas" pitchFamily="34" charset="-120"/>
              </a:rPr>
              <a:t>as</a:t>
            </a:r>
            <a:pPr indent="0" marL="0">
              <a:buNone/>
            </a:pPr>
            <a:r>
              <a:rPr lang="en-US" sz="1659" dirty="0">
                <a:solidFill>
                  <a:srgbClr val="1F2328"/>
                </a:solidFill>
                <a:latin typeface="Consolas" pitchFamily="34" charset="0"/>
                <a:ea typeface="Consolas" pitchFamily="34" charset="-122"/>
                <a:cs typeface="Consolas" pitchFamily="34" charset="-120"/>
              </a:rPr>
              <a:t> session:</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with</a:t>
            </a:r>
            <a:pPr indent="0" marL="0">
              <a:buNone/>
            </a:pPr>
            <a:r>
              <a:rPr lang="en-US" sz="1659" dirty="0">
                <a:solidFill>
                  <a:srgbClr val="1F2328"/>
                </a:solidFill>
                <a:latin typeface="Consolas" pitchFamily="34" charset="0"/>
                <a:ea typeface="Consolas" pitchFamily="34" charset="-122"/>
                <a:cs typeface="Consolas" pitchFamily="34" charset="-120"/>
              </a:rPr>
              <a:t> session.get(url) </a:t>
            </a:r>
            <a:pPr indent="0" marL="0">
              <a:buNone/>
            </a:pPr>
            <a:r>
              <a:rPr lang="en-US" sz="1659" dirty="0">
                <a:solidFill>
                  <a:srgbClr val="CF222E"/>
                </a:solidFill>
                <a:latin typeface="Consolas" pitchFamily="34" charset="0"/>
                <a:ea typeface="Consolas" pitchFamily="34" charset="-122"/>
                <a:cs typeface="Consolas" pitchFamily="34" charset="-120"/>
              </a:rPr>
              <a:t>as</a:t>
            </a:r>
            <a:pPr indent="0" marL="0">
              <a:buNone/>
            </a:pPr>
            <a:r>
              <a:rPr lang="en-US" sz="1659" dirty="0">
                <a:solidFill>
                  <a:srgbClr val="1F2328"/>
                </a:solidFill>
                <a:latin typeface="Consolas" pitchFamily="34" charset="0"/>
                <a:ea typeface="Consolas" pitchFamily="34" charset="-122"/>
                <a:cs typeface="Consolas" pitchFamily="34" charset="-120"/>
              </a:rPr>
              <a:t> response:</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return</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await</a:t>
            </a:r>
            <a:pPr indent="0" marL="0">
              <a:buNone/>
            </a:pPr>
            <a:r>
              <a:rPr lang="en-US" sz="1659" dirty="0">
                <a:solidFill>
                  <a:srgbClr val="1F2328"/>
                </a:solidFill>
                <a:latin typeface="Consolas" pitchFamily="34" charset="0"/>
                <a:ea typeface="Consolas" pitchFamily="34" charset="-122"/>
                <a:cs typeface="Consolas" pitchFamily="34" charset="-120"/>
              </a:rPr>
              <a:t> response.json()</a:t>
            </a:r>
            <a:pPr indent="0" marL="0">
              <a:buNone/>
            </a:pPr>
            <a:endParaRPr lang="en-US" sz="1659" dirty="0"/>
          </a:p>
        </p:txBody>
      </p:sp>
      <p:sp>
        <p:nvSpPr>
          <p:cNvPr id="4" name="Text 2"/>
          <p:cNvSpPr/>
          <p:nvPr/>
        </p:nvSpPr>
        <p:spPr>
          <a:xfrm>
            <a:off x="747713" y="4223445"/>
            <a:ext cx="10696575" cy="1952625"/>
          </a:xfrm>
          <a:prstGeom prst="rect">
            <a:avLst/>
          </a:prstGeom>
          <a:solidFill>
            <a:srgbClr val="F6F8FA"/>
          </a:solidFill>
          <a:ln/>
        </p:spPr>
        <p:txBody>
          <a:bodyPr wrap="none" lIns="0" tIns="0" rIns="0" bIns="0" rtlCol="0" anchor="t"/>
          <a:lstStyle/>
          <a:p>
            <a:pPr indent="0" marL="0">
              <a:buNone/>
            </a:pPr>
            <a:r>
              <a:rPr lang="en-US" sz="1612" dirty="0">
                <a:solidFill>
                  <a:srgbClr val="CF222E"/>
                </a:solidFill>
                <a:latin typeface="Consolas" pitchFamily="34" charset="0"/>
                <a:ea typeface="Consolas" pitchFamily="34" charset="-122"/>
                <a:cs typeface="Consolas" pitchFamily="34" charset="-120"/>
              </a:rPr>
              <a:t>SELECT</a:t>
            </a:r>
            <a:pPr indent="0" marL="0">
              <a:buNone/>
            </a:pPr>
            <a:r>
              <a:rPr lang="en-US" sz="1612" dirty="0">
                <a:solidFill>
                  <a:srgbClr val="1F2328"/>
                </a:solidFill>
                <a:latin typeface="Consolas" pitchFamily="34" charset="0"/>
                <a:ea typeface="Consolas" pitchFamily="34" charset="-122"/>
                <a:cs typeface="Consolas" pitchFamily="34" charset="-120"/>
              </a:rPr>
              <a:t> u.name, </a:t>
            </a:r>
            <a:pPr indent="0" marL="0">
              <a:buNone/>
            </a:pPr>
            <a:r>
              <a:rPr lang="en-US" sz="1612" dirty="0">
                <a:solidFill>
                  <a:srgbClr val="953800"/>
                </a:solidFill>
                <a:latin typeface="Consolas" pitchFamily="34" charset="0"/>
                <a:ea typeface="Consolas" pitchFamily="34" charset="-122"/>
                <a:cs typeface="Consolas" pitchFamily="34" charset="-120"/>
              </a:rPr>
              <a:t>COUNT</a:t>
            </a:r>
            <a:pPr indent="0" marL="0">
              <a:buNone/>
            </a:pPr>
            <a:r>
              <a:rPr lang="en-US" sz="1612" dirty="0">
                <a:solidFill>
                  <a:srgbClr val="1F2328"/>
                </a:solidFill>
                <a:latin typeface="Consolas" pitchFamily="34" charset="0"/>
                <a:ea typeface="Consolas" pitchFamily="34" charset="-122"/>
                <a:cs typeface="Consolas" pitchFamily="34" charset="-120"/>
              </a:rPr>
              <a:t>(o.id) </a:t>
            </a:r>
            <a:pPr indent="0" marL="0">
              <a:buNone/>
            </a:pPr>
            <a:r>
              <a:rPr lang="en-US" sz="1612" dirty="0">
                <a:solidFill>
                  <a:srgbClr val="CF222E"/>
                </a:solidFill>
                <a:latin typeface="Consolas" pitchFamily="34" charset="0"/>
                <a:ea typeface="Consolas" pitchFamily="34" charset="-122"/>
                <a:cs typeface="Consolas" pitchFamily="34" charset="-120"/>
              </a:rPr>
              <a:t>AS</a:t>
            </a:r>
            <a:pPr indent="0" marL="0">
              <a:buNone/>
            </a:pPr>
            <a:r>
              <a:rPr lang="en-US" sz="1612" dirty="0">
                <a:solidFill>
                  <a:srgbClr val="1F2328"/>
                </a:solidFill>
                <a:latin typeface="Consolas" pitchFamily="34" charset="0"/>
                <a:ea typeface="Consolas" pitchFamily="34" charset="-122"/>
                <a:cs typeface="Consolas" pitchFamily="34" charset="-120"/>
              </a:rPr>
              <a:t> order_count</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FROM</a:t>
            </a:r>
            <a:pPr indent="0" marL="0">
              <a:buNone/>
            </a:pPr>
            <a:r>
              <a:rPr lang="en-US" sz="1612" dirty="0">
                <a:solidFill>
                  <a:srgbClr val="1F2328"/>
                </a:solidFill>
                <a:latin typeface="Consolas" pitchFamily="34" charset="0"/>
                <a:ea typeface="Consolas" pitchFamily="34" charset="-122"/>
                <a:cs typeface="Consolas" pitchFamily="34" charset="-120"/>
              </a:rPr>
              <a:t> users u</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LEFT</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JOIN</a:t>
            </a:r>
            <a:pPr indent="0" marL="0">
              <a:buNone/>
            </a:pPr>
            <a:r>
              <a:rPr lang="en-US" sz="1612" dirty="0">
                <a:solidFill>
                  <a:srgbClr val="1F2328"/>
                </a:solidFill>
                <a:latin typeface="Consolas" pitchFamily="34" charset="0"/>
                <a:ea typeface="Consolas" pitchFamily="34" charset="-122"/>
                <a:cs typeface="Consolas" pitchFamily="34" charset="-120"/>
              </a:rPr>
              <a:t> orders o </a:t>
            </a:r>
            <a:pPr indent="0" marL="0">
              <a:buNone/>
            </a:pPr>
            <a:r>
              <a:rPr lang="en-US" sz="1612" dirty="0">
                <a:solidFill>
                  <a:srgbClr val="CF222E"/>
                </a:solidFill>
                <a:latin typeface="Consolas" pitchFamily="34" charset="0"/>
                <a:ea typeface="Consolas" pitchFamily="34" charset="-122"/>
                <a:cs typeface="Consolas" pitchFamily="34" charset="-120"/>
              </a:rPr>
              <a:t>ON</a:t>
            </a:r>
            <a:pPr indent="0" marL="0">
              <a:buNone/>
            </a:pPr>
            <a:r>
              <a:rPr lang="en-US" sz="1612" dirty="0">
                <a:solidFill>
                  <a:srgbClr val="1F2328"/>
                </a:solidFill>
                <a:latin typeface="Consolas" pitchFamily="34" charset="0"/>
                <a:ea typeface="Consolas" pitchFamily="34" charset="-122"/>
                <a:cs typeface="Consolas" pitchFamily="34" charset="-120"/>
              </a:rPr>
              <a:t> u.id </a:t>
            </a:r>
            <a:pPr indent="0" marL="0">
              <a:buNone/>
            </a:pPr>
            <a:r>
              <a:rPr lang="en-US" sz="1612" dirty="0">
                <a:solidFill>
                  <a:srgbClr val="0550AE"/>
                </a:solidFill>
                <a:latin typeface="Consolas" pitchFamily="34" charset="0"/>
                <a:ea typeface="Consolas" pitchFamily="34" charset="-122"/>
                <a:cs typeface="Consolas" pitchFamily="34" charset="-120"/>
              </a:rPr>
              <a:t>=</a:t>
            </a:r>
            <a:pPr indent="0" marL="0">
              <a:buNone/>
            </a:pPr>
            <a:r>
              <a:rPr lang="en-US" sz="1612" dirty="0">
                <a:solidFill>
                  <a:srgbClr val="1F2328"/>
                </a:solidFill>
                <a:latin typeface="Consolas" pitchFamily="34" charset="0"/>
                <a:ea typeface="Consolas" pitchFamily="34" charset="-122"/>
                <a:cs typeface="Consolas" pitchFamily="34" charset="-120"/>
              </a:rPr>
              <a:t> o.user_id</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WHERE</a:t>
            </a:r>
            <a:pPr indent="0" marL="0">
              <a:buNone/>
            </a:pPr>
            <a:r>
              <a:rPr lang="en-US" sz="1612" dirty="0">
                <a:solidFill>
                  <a:srgbClr val="1F2328"/>
                </a:solidFill>
                <a:latin typeface="Consolas" pitchFamily="34" charset="0"/>
                <a:ea typeface="Consolas" pitchFamily="34" charset="-122"/>
                <a:cs typeface="Consolas" pitchFamily="34" charset="-120"/>
              </a:rPr>
              <a:t> u.created_at </a:t>
            </a:r>
            <a:pPr indent="0" marL="0">
              <a:buNone/>
            </a:pPr>
            <a:r>
              <a:rPr lang="en-US" sz="1612" dirty="0">
                <a:solidFill>
                  <a:srgbClr val="0550AE"/>
                </a:solidFill>
                <a:latin typeface="Consolas" pitchFamily="34" charset="0"/>
                <a:ea typeface="Consolas" pitchFamily="34" charset="-122"/>
                <a:cs typeface="Consolas" pitchFamily="34" charset="-120"/>
              </a:rPr>
              <a:t>&gt;=</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0A3069"/>
                </a:solidFill>
                <a:latin typeface="Consolas" pitchFamily="34" charset="0"/>
                <a:ea typeface="Consolas" pitchFamily="34" charset="-122"/>
                <a:cs typeface="Consolas" pitchFamily="34" charset="-120"/>
              </a:rPr>
              <a:t>'2024-01-01'</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GROUP</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BY</a:t>
            </a:r>
            <a:pPr indent="0" marL="0">
              <a:buNone/>
            </a:pPr>
            <a:r>
              <a:rPr lang="en-US" sz="1612" dirty="0">
                <a:solidFill>
                  <a:srgbClr val="1F2328"/>
                </a:solidFill>
                <a:latin typeface="Consolas" pitchFamily="34" charset="0"/>
                <a:ea typeface="Consolas" pitchFamily="34" charset="-122"/>
                <a:cs typeface="Consolas" pitchFamily="34" charset="-120"/>
              </a:rPr>
              <a:t> u.id</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ORDER</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BY</a:t>
            </a:r>
            <a:pPr indent="0" marL="0">
              <a:buNone/>
            </a:pPr>
            <a:r>
              <a:rPr lang="en-US" sz="1612" dirty="0">
                <a:solidFill>
                  <a:srgbClr val="1F2328"/>
                </a:solidFill>
                <a:latin typeface="Consolas" pitchFamily="34" charset="0"/>
                <a:ea typeface="Consolas" pitchFamily="34" charset="-122"/>
                <a:cs typeface="Consolas" pitchFamily="34" charset="-120"/>
              </a:rPr>
              <a:t> order_count </a:t>
            </a:r>
            <a:pPr indent="0" marL="0">
              <a:buNone/>
            </a:pPr>
            <a:r>
              <a:rPr lang="en-US" sz="1612" dirty="0">
                <a:solidFill>
                  <a:srgbClr val="CF222E"/>
                </a:solidFill>
                <a:latin typeface="Consolas" pitchFamily="34" charset="0"/>
                <a:ea typeface="Consolas" pitchFamily="34" charset="-122"/>
                <a:cs typeface="Consolas" pitchFamily="34" charset="-120"/>
              </a:rPr>
              <a:t>DESC</a:t>
            </a:r>
            <a:pPr indent="0" marL="0">
              <a:buNone/>
            </a:pPr>
            <a:r>
              <a:rPr lang="en-US" sz="1612" dirty="0">
                <a:solidFill>
                  <a:srgbClr val="1F2328"/>
                </a:solidFill>
                <a:latin typeface="Consolas" pitchFamily="34" charset="0"/>
                <a:ea typeface="Consolas" pitchFamily="34" charset="-122"/>
                <a:cs typeface="Consolas" pitchFamily="34" charset="-120"/>
              </a:rPr>
              <a:t>;</a:t>
            </a:r>
            <a:pPr indent="0" marL="0">
              <a:buNone/>
            </a:pPr>
            <a:endParaRPr lang="en-US" sz="161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3959126"/>
            <a:ext cx="8231029" cy="51435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2587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1596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4940201"/>
            <a:ext cx="11231404" cy="51435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pic>
        <p:nvPicPr>
          <p:cNvPr id="6"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4645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288060"/>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3359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15709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25000"/>
              </a:lnSpc>
              <a:buNone/>
            </a:pPr>
            <a:endParaRPr lang="en-US" sz="2175" dirty="0"/>
          </a:p>
          <a:p>
            <a:pPr algn="l" indent="0" marL="0">
              <a:lnSpc>
                <a:spcPct val="125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25000"/>
              </a:lnSpc>
              <a:buNone/>
            </a:pPr>
            <a:endParaRPr lang="en-US" sz="2175" dirty="0"/>
          </a:p>
          <a:p>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497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Text 1"/>
          <p:cNvSpPr/>
          <p:nvPr/>
        </p:nvSpPr>
        <p:spPr>
          <a:xfrm>
            <a:off x="747713" y="2847529"/>
            <a:ext cx="10696575" cy="1171575"/>
          </a:xfrm>
          <a:prstGeom prst="roundRect">
            <a:avLst>
              <a:gd name="adj" fmla="val 10153"/>
            </a:avLst>
          </a:prstGeom>
          <a:solidFill>
            <a:srgbClr val="F0F4FF"/>
          </a:solidFill>
          <a:ln w="19050">
            <a:solidFill>
              <a:srgbClr val="333366"/>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4" name="Text 2"/>
          <p:cNvSpPr/>
          <p:nvPr/>
        </p:nvSpPr>
        <p:spPr>
          <a:xfrm>
            <a:off x="747713" y="3950047"/>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8770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Text 1"/>
          <p:cNvSpPr/>
          <p:nvPr/>
        </p:nvSpPr>
        <p:spPr>
          <a:xfrm>
            <a:off x="747713" y="2780258"/>
            <a:ext cx="5272088" cy="2134791"/>
          </a:xfrm>
          <a:prstGeom prst="roundRect">
            <a:avLst>
              <a:gd name="adj" fmla="val 4587"/>
            </a:avLst>
          </a:prstGeom>
          <a:solidFill>
            <a:srgbClr val="F8F9FF"/>
          </a:solidFill>
          <a:ln w="9525">
            <a:solidFill>
              <a:srgbClr val="CCCCCC"/>
            </a:solidFill>
          </a:ln>
        </p:spPr>
        <p:txBody>
          <a:bodyPr wrap="square" lIns="161925" tIns="390525" rIns="161925" bIns="369243"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Card A</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09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392" dirty="0"/>
          </a:p>
        </p:txBody>
      </p:sp>
      <p:sp>
        <p:nvSpPr>
          <p:cNvPr id="4" name="Text 2"/>
          <p:cNvSpPr/>
          <p:nvPr/>
        </p:nvSpPr>
        <p:spPr>
          <a:xfrm>
            <a:off x="6172200" y="2780258"/>
            <a:ext cx="5272088" cy="2134791"/>
          </a:xfrm>
          <a:prstGeom prst="roundRect">
            <a:avLst>
              <a:gd name="adj" fmla="val 4587"/>
            </a:avLst>
          </a:prstGeom>
          <a:solidFill>
            <a:srgbClr val="FFF8F0"/>
          </a:solidFill>
          <a:ln w="9525">
            <a:solidFill>
              <a:srgbClr val="CCCCCC"/>
            </a:solidFill>
          </a:ln>
        </p:spPr>
        <p:txBody>
          <a:bodyPr wrap="square" lIns="161925" tIns="390525" rIns="161925" bIns="314325"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Card B</a:t>
            </a:r>
            <a:pPr algn="l" indent="0" marL="0">
              <a:lnSpc>
                <a:spcPct val="109000"/>
              </a:lnSpc>
              <a:buNone/>
            </a:pP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5498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Text 1"/>
          <p:cNvSpPr/>
          <p:nvPr/>
        </p:nvSpPr>
        <p:spPr>
          <a:xfrm>
            <a:off x="747713" y="3499991"/>
            <a:ext cx="3489275" cy="1247775"/>
          </a:xfrm>
          <a:prstGeom prst="roundRect">
            <a:avLst>
              <a:gd name="adj" fmla="val 8951"/>
            </a:avLst>
          </a:prstGeom>
          <a:ln w="19050">
            <a:solidFill>
              <a:srgbClr val="0066CC"/>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4" name="Text 2"/>
          <p:cNvSpPr/>
          <p:nvPr/>
        </p:nvSpPr>
        <p:spPr>
          <a:xfrm>
            <a:off x="4351288" y="3499991"/>
            <a:ext cx="3489275" cy="1247775"/>
          </a:xfrm>
          <a:prstGeom prst="roundRect">
            <a:avLst>
              <a:gd name="adj" fmla="val 8951"/>
            </a:avLst>
          </a:prstGeom>
          <a:ln w="19050">
            <a:solidFill>
              <a:srgbClr val="CC6600"/>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Text 3"/>
          <p:cNvSpPr/>
          <p:nvPr/>
        </p:nvSpPr>
        <p:spPr>
          <a:xfrm>
            <a:off x="7954863" y="3499991"/>
            <a:ext cx="3489424" cy="1247775"/>
          </a:xfrm>
          <a:prstGeom prst="roundRect">
            <a:avLst>
              <a:gd name="adj" fmla="val 8951"/>
            </a:avLst>
          </a:prstGeom>
          <a:ln w="19050">
            <a:solidFill>
              <a:srgbClr val="006600"/>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972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04666"/>
            <a:ext cx="10871359"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495229"/>
            <a:ext cx="10611326"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Text 5"/>
          <p:cNvSpPr/>
          <p:nvPr/>
        </p:nvSpPr>
        <p:spPr>
          <a:xfrm>
            <a:off x="1042988" y="4131022"/>
            <a:ext cx="10106025" cy="566738"/>
          </a:xfrm>
          <a:prstGeom prst="roundRect">
            <a:avLst>
              <a:gd name="adj" fmla="val 21693"/>
            </a:avLst>
          </a:prstGeom>
          <a:solidFill>
            <a:srgbClr val="FFF3CD"/>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121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Text 1"/>
          <p:cNvSpPr/>
          <p:nvPr/>
        </p:nvSpPr>
        <p:spPr>
          <a:xfrm>
            <a:off x="747713" y="3159472"/>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4" name="Text 2"/>
          <p:cNvSpPr/>
          <p:nvPr/>
        </p:nvSpPr>
        <p:spPr>
          <a:xfrm>
            <a:off x="1147763" y="3035647"/>
            <a:ext cx="389079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5" name="Text 3"/>
          <p:cNvSpPr/>
          <p:nvPr/>
        </p:nvSpPr>
        <p:spPr>
          <a:xfrm>
            <a:off x="747713" y="3695105"/>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6" name="Text 4"/>
          <p:cNvSpPr/>
          <p:nvPr/>
        </p:nvSpPr>
        <p:spPr>
          <a:xfrm>
            <a:off x="1147763" y="3564285"/>
            <a:ext cx="6183273"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7" name="Text 5"/>
          <p:cNvSpPr/>
          <p:nvPr/>
        </p:nvSpPr>
        <p:spPr>
          <a:xfrm>
            <a:off x="747713" y="4230886"/>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8" name="Text 6"/>
          <p:cNvSpPr/>
          <p:nvPr/>
        </p:nvSpPr>
        <p:spPr>
          <a:xfrm>
            <a:off x="1147763" y="4107061"/>
            <a:ext cx="10811351"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622"/>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676793"/>
            <a:ext cx="5515689"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177927"/>
            <a:ext cx="5253038" cy="1243013"/>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25000"/>
              </a:lnSpc>
              <a:buNone/>
            </a:pPr>
            <a:endParaRPr lang="en-US" sz="2175" dirty="0"/>
          </a:p>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25000"/>
              </a:lnSpc>
              <a:buNone/>
            </a:pPr>
            <a:endParaRPr lang="en-US" sz="2175" dirty="0"/>
          </a:p>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573339"/>
            <a:ext cx="551568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3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4645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288060"/>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5" name="Text 3"/>
          <p:cNvSpPr/>
          <p:nvPr/>
        </p:nvSpPr>
        <p:spPr>
          <a:xfrm>
            <a:off x="285750" y="6400800"/>
            <a:ext cx="11906250" cy="257175"/>
          </a:xfrm>
          <a:prstGeom prst="rect">
            <a:avLst/>
          </a:prstGeom>
          <a:noFill/>
          <a:ln/>
        </p:spPr>
        <p:txBody>
          <a:bodyPr wrap="square" lIns="0" tIns="0" rIns="0" bIns="0" rtlCol="0" anchor="t"/>
          <a:lstStyle/>
          <a:p>
            <a:pPr algn="l" indent="0" marL="0">
              <a:lnSpc>
                <a:spcPct val="13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1767"/>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86526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432000"/>
            <a:ext cx="10696575" cy="3328839"/>
          </a:xfrm>
          <a:prstGeom prst="rect">
            <a:avLst/>
          </a:prstGeom>
          <a:noFill/>
          <a:ln/>
        </p:spPr>
        <p:txBody>
          <a:bodyPr wrap="square" lIns="0" tIns="0" rIns="0" bIns="0" rtlCol="0" anchor="t"/>
          <a:lstStyle/>
          <a:p>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Fullwidth symbols: 「括弧」『二重括弧』【太括弧】〔亀甲括弧〕</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Math-like: x² + y² = z², α・β・γ</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Long vowel mark: ー (katakana) included in words</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Repetition mark: 〜がテ゛スト〜</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53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1968847"/>
            <a:ext cx="10696575" cy="248602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Yu Gothic UI" pitchFamily="34" charset="0"/>
                <a:ea typeface="Yu Gothic UI" pitchFamily="34" charset="-122"/>
                <a:cs typeface="Yu Gothic UI"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07272"/>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4098"/>
            <a:ext cx="11291888" cy="472380"/>
          </a:xfrm>
          <a:prstGeom prst="rect">
            <a:avLst/>
          </a:prstGeom>
          <a:noFill/>
          <a:ln/>
        </p:spPr>
        <p:txBody>
          <a:bodyPr wrap="square" lIns="0" tIns="0" rIns="0" bIns="91440" rtlCol="0" anchor="t"/>
          <a:lstStyle/>
          <a:p>
            <a:pPr algn="l" indent="0" marL="0">
              <a:lnSpc>
                <a:spcPct val="109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02222"/>
            <a:ext cx="11291888" cy="383828"/>
          </a:xfrm>
          <a:prstGeom prst="rect">
            <a:avLst/>
          </a:prstGeom>
          <a:noFill/>
          <a:ln/>
        </p:spPr>
        <p:txBody>
          <a:bodyPr wrap="square" lIns="0" tIns="0" rIns="0" bIns="74295" rtlCol="0" anchor="t"/>
          <a:lstStyle/>
          <a:p>
            <a:pPr algn="l" indent="0" marL="0">
              <a:lnSpc>
                <a:spcPct val="109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21781"/>
            <a:ext cx="11231404" cy="285750"/>
          </a:xfrm>
          <a:prstGeom prst="rect">
            <a:avLst/>
          </a:prstGeom>
          <a:noFill/>
          <a:ln/>
        </p:spPr>
        <p:txBody>
          <a:bodyPr wrap="square" lIns="0" tIns="0" rIns="0" bIns="0" rtlCol="0" anchor="t"/>
          <a:lstStyle/>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Text 3"/>
          <p:cNvSpPr/>
          <p:nvPr/>
        </p:nvSpPr>
        <p:spPr>
          <a:xfrm>
            <a:off x="747713" y="3307556"/>
            <a:ext cx="5291138" cy="1390650"/>
          </a:xfrm>
          <a:prstGeom prst="roundRect">
            <a:avLst>
              <a:gd name="adj" fmla="val 7206"/>
            </a:avLst>
          </a:prstGeom>
          <a:solidFill>
            <a:srgbClr val="F0F8FF"/>
          </a:solidFill>
          <a:ln w="9525">
            <a:solidFill>
              <a:srgbClr val="CCCCCC"/>
            </a:solid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6" name="Text 4"/>
          <p:cNvSpPr/>
          <p:nvPr/>
        </p:nvSpPr>
        <p:spPr>
          <a:xfrm>
            <a:off x="6153150" y="3307556"/>
            <a:ext cx="5291138" cy="1390650"/>
          </a:xfrm>
          <a:prstGeom prst="roundRect">
            <a:avLst>
              <a:gd name="adj" fmla="val 7206"/>
            </a:avLst>
          </a:prstGeom>
          <a:solidFill>
            <a:srgbClr val="FFF0F0"/>
          </a:solidFill>
          <a:ln w="9525">
            <a:solidFill>
              <a:srgbClr val="CCCCCC"/>
            </a:solid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Text 5"/>
          <p:cNvSpPr/>
          <p:nvPr/>
        </p:nvSpPr>
        <p:spPr>
          <a:xfrm>
            <a:off x="747713" y="4774406"/>
            <a:ext cx="10696575" cy="451396"/>
          </a:xfrm>
          <a:prstGeom prst="roundRect">
            <a:avLst>
              <a:gd name="adj" fmla="val 51294"/>
            </a:avLst>
          </a:prstGeom>
          <a:solidFill>
            <a:srgbClr val="FFFDE7"/>
          </a:solidFill>
          <a:ln w="9525">
            <a:solidFill>
              <a:srgbClr val="F0C040"/>
            </a:solid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3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971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3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3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3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87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Text 1"/>
          <p:cNvSpPr/>
          <p:nvPr/>
        </p:nvSpPr>
        <p:spPr>
          <a:xfrm>
            <a:off x="747713" y="2137470"/>
            <a:ext cx="10696575" cy="4105275"/>
          </a:xfrm>
          <a:prstGeom prst="rect">
            <a:avLst/>
          </a:prstGeom>
          <a:solidFill>
            <a:srgbClr val="F6F8FA"/>
          </a:solidFill>
          <a:ln/>
        </p:spPr>
        <p:txBody>
          <a:bodyPr wrap="none" lIns="0" tIns="0" rIns="0" bIns="0" rtlCol="0" anchor="t"/>
          <a:lstStyle/>
          <a:p>
            <a:pPr indent="0" marL="0">
              <a:buNone/>
            </a:pPr>
            <a:r>
              <a:rPr lang="en-US" sz="1735" dirty="0">
                <a:solidFill>
                  <a:srgbClr val="59636E"/>
                </a:solidFill>
                <a:latin typeface="Consolas" pitchFamily="34" charset="0"/>
                <a:ea typeface="Consolas" pitchFamily="34" charset="-122"/>
                <a:cs typeface="Consolas" pitchFamily="34" charset="-120"/>
              </a:rPr>
              <a:t>// Very long single line of code — wrapping/clipping test</a:t>
            </a:r>
            <a:pPr indent="0" marL="0">
              <a:buNone/>
            </a:pPr>
            <a:endParaRPr lang="en-US" sz="1735" dirty="0"/>
          </a:p>
          <a:p>
            <a:pPr indent="0" marL="0">
              <a:buNone/>
            </a:pPr>
            <a:r>
              <a:rPr lang="en-US" sz="1735" dirty="0">
                <a:solidFill>
                  <a:srgbClr val="CF222E"/>
                </a:solidFill>
                <a:latin typeface="Consolas" pitchFamily="34" charset="0"/>
                <a:ea typeface="Consolas" pitchFamily="34" charset="-122"/>
                <a:cs typeface="Consolas" pitchFamily="34" charset="-120"/>
              </a:rPr>
              <a:t>const</a:t>
            </a:r>
            <a:pPr indent="0" marL="0">
              <a:buNone/>
            </a:pPr>
            <a:r>
              <a:rPr lang="en-US" sz="1735" dirty="0">
                <a:solidFill>
                  <a:srgbClr val="1F2328"/>
                </a:solidFill>
                <a:latin typeface="Consolas" pitchFamily="34" charset="0"/>
                <a:ea typeface="Consolas" pitchFamily="34" charset="-122"/>
                <a:cs typeface="Consolas" pitchFamily="34" charset="-120"/>
              </a:rPr>
              <a:t> veryLongVariableName = </a:t>
            </a:r>
            <a:pPr indent="0" marL="0">
              <a:buNone/>
            </a:pPr>
            <a:r>
              <a:rPr lang="en-US" sz="1735" dirty="0">
                <a:solidFill>
                  <a:srgbClr val="6639BA"/>
                </a:solidFill>
                <a:latin typeface="Consolas" pitchFamily="34" charset="0"/>
                <a:ea typeface="Consolas" pitchFamily="34" charset="-122"/>
                <a:cs typeface="Consolas" pitchFamily="34" charset="-120"/>
              </a:rPr>
              <a:t>someFunction</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key1</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'value1'</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key2</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'value2'</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key3</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'value3'</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key4</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'value4'</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endParaRPr lang="en-US" sz="1735" dirty="0"/>
          </a:p>
          <a:p>
            <a:pPr indent="0" marL="0">
              <a:buNone/>
            </a:pPr>
            <a:r>
              <a:rPr lang="en-US" sz="1735" dirty="0">
                <a:solidFill>
                  <a:srgbClr val="59636E"/>
                </a:solidFill>
                <a:latin typeface="Consolas" pitchFamily="34" charset="0"/>
                <a:ea typeface="Consolas" pitchFamily="34" charset="-122"/>
                <a:cs typeface="Consolas" pitchFamily="34" charset="-120"/>
              </a:rPr>
              <a:t>// Code with comments</a:t>
            </a:r>
            <a:pPr indent="0" marL="0">
              <a:buNone/>
            </a:pPr>
            <a:endParaRPr lang="en-US" sz="1735" dirty="0"/>
          </a:p>
          <a:p>
            <a:pPr indent="0" marL="0">
              <a:buNone/>
            </a:pPr>
            <a:r>
              <a:rPr lang="en-US" sz="1735" dirty="0">
                <a:solidFill>
                  <a:srgbClr val="CF222E"/>
                </a:solidFill>
                <a:latin typeface="Consolas" pitchFamily="34" charset="0"/>
                <a:ea typeface="Consolas" pitchFamily="34" charset="-122"/>
                <a:cs typeface="Consolas" pitchFamily="34" charset="-120"/>
              </a:rPr>
              <a:t>const</a:t>
            </a:r>
            <a:pPr indent="0" marL="0">
              <a:buNone/>
            </a:pPr>
            <a:r>
              <a:rPr lang="en-US" sz="1735" dirty="0">
                <a:solidFill>
                  <a:srgbClr val="1F2328"/>
                </a:solidFill>
                <a:latin typeface="Consolas" pitchFamily="34" charset="0"/>
                <a:ea typeface="Consolas" pitchFamily="34" charset="-122"/>
                <a:cs typeface="Consolas" pitchFamily="34" charset="-120"/>
              </a:rPr>
              <a:t> config = {</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apiKey</a:t>
            </a:r>
            <a:pPr indent="0" marL="0">
              <a:buNone/>
            </a:pPr>
            <a:r>
              <a:rPr lang="en-US" sz="1735" dirty="0">
                <a:solidFill>
                  <a:srgbClr val="1F2328"/>
                </a:solidFill>
                <a:latin typeface="Consolas" pitchFamily="34" charset="0"/>
                <a:ea typeface="Consolas" pitchFamily="34" charset="-122"/>
                <a:cs typeface="Consolas" pitchFamily="34" charset="-120"/>
              </a:rPr>
              <a:t>: process.</a:t>
            </a:r>
            <a:pPr indent="0" marL="0">
              <a:buNone/>
            </a:pPr>
            <a:r>
              <a:rPr lang="en-US" sz="1735" dirty="0">
                <a:solidFill>
                  <a:srgbClr val="1F2328"/>
                </a:solidFill>
                <a:latin typeface="Consolas" pitchFamily="34" charset="0"/>
                <a:ea typeface="Consolas" pitchFamily="34" charset="-122"/>
                <a:cs typeface="Consolas" pitchFamily="34" charset="-120"/>
              </a:rPr>
              <a:t>env</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r>
              <a:rPr lang="en-US" sz="1735" dirty="0">
                <a:solidFill>
                  <a:srgbClr val="1F2328"/>
                </a:solidFill>
                <a:latin typeface="Consolas" pitchFamily="34" charset="0"/>
                <a:ea typeface="Consolas" pitchFamily="34" charset="-122"/>
                <a:cs typeface="Consolas" pitchFamily="34" charset="-120"/>
              </a:rPr>
              <a:t>API_KEY</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Loaded from environment variable</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timeout</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30000</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Timeout: 30 seconds</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retries</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3</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Retry count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9950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35121"/>
            <a:ext cx="6642705"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136255"/>
            <a:ext cx="6326386" cy="1947714"/>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167313"/>
            <a:ext cx="6642705"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25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57606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75240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Text 4"/>
          <p:cNvSpPr/>
          <p:nvPr/>
        </p:nvSpPr>
        <p:spPr>
          <a:xfrm>
            <a:off x="747713" y="4388197"/>
            <a:ext cx="10696575" cy="661988"/>
          </a:xfrm>
          <a:prstGeom prst="roundRect">
            <a:avLst>
              <a:gd name="adj" fmla="val 23850"/>
            </a:avLst>
          </a:prstGeom>
          <a:solidFill>
            <a:srgbClr val="E8F4FF"/>
          </a:solidFill>
          <a:ln w="9525">
            <a:solidFill>
              <a:srgbClr val="336699"/>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90733"/>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16610"/>
            <a:ext cx="10696575" cy="1328738"/>
          </a:xfrm>
          <a:prstGeom prst="rect">
            <a:avLst/>
          </a:prstGeom>
          <a:noFill/>
          <a:ln/>
        </p:spPr>
        <p:txBody>
          <a:bodyPr wrap="square" lIns="0" tIns="0" rIns="0" bIns="0" rtlCol="0" anchor="t"/>
          <a:lstStyle/>
          <a:p>
            <a:pPr algn="l" indent="0" marL="0">
              <a:lnSpc>
                <a:spcPct val="130000"/>
              </a:lnSpc>
              <a:buNone/>
            </a:pPr>
            <a:r>
              <a:rPr lang="en-US" sz="2100" dirty="0">
                <a:solidFill>
                  <a:srgbClr val="1F2328"/>
                </a:solidFill>
                <a:latin typeface="Segoe UI" pitchFamily="34" charset="0"/>
                <a:ea typeface="Segoe UI" pitchFamily="34" charset="-122"/>
                <a:cs typeface="Segoe UI" pitchFamily="34" charset="-120"/>
              </a:rPr>
              <a:t>Large text (28px)</a:t>
            </a:r>
            <a:pPr algn="l" indent="0" marL="0">
              <a:lnSpc>
                <a:spcPct val="130000"/>
              </a:lnSpc>
              <a:buNone/>
            </a:pPr>
            <a:endParaRPr lang="en-US" sz="2100" dirty="0"/>
          </a:p>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Normal text (22px)</a:t>
            </a:r>
            <a:pPr algn="l" indent="0" marL="0">
              <a:lnSpc>
                <a:spcPct val="130000"/>
              </a:lnSpc>
              <a:buNone/>
            </a:pPr>
            <a:endParaRPr lang="en-US" sz="2100" dirty="0"/>
          </a:p>
          <a:p>
            <a:pPr algn="l" indent="0" marL="0">
              <a:lnSpc>
                <a:spcPct val="130000"/>
              </a:lnSpc>
              <a:buNone/>
            </a:pPr>
            <a:r>
              <a:rPr lang="en-US" sz="1350" dirty="0">
                <a:solidFill>
                  <a:srgbClr val="1F2328"/>
                </a:solidFill>
                <a:latin typeface="Segoe UI" pitchFamily="34" charset="0"/>
                <a:ea typeface="Segoe UI" pitchFamily="34" charset="-122"/>
                <a:cs typeface="Segoe UI" pitchFamily="34" charset="-120"/>
              </a:rPr>
              <a:t>Slightly smaller text (18px)</a:t>
            </a:r>
            <a:pPr algn="l" indent="0" marL="0">
              <a:lnSpc>
                <a:spcPct val="130000"/>
              </a:lnSpc>
              <a:buNone/>
            </a:pPr>
            <a:endParaRPr lang="en-US" sz="2100" dirty="0"/>
          </a:p>
          <a:p>
            <a:pPr algn="l" indent="0" marL="0">
              <a:lnSpc>
                <a:spcPct val="130000"/>
              </a:lnSpc>
              <a:buNone/>
            </a:pPr>
            <a:r>
              <a:rPr lang="en-US" sz="1050" dirty="0">
                <a:solidFill>
                  <a:srgbClr val="1F2328"/>
                </a:solidFill>
                <a:latin typeface="Segoe UI" pitchFamily="34" charset="0"/>
                <a:ea typeface="Segoe UI" pitchFamily="34" charset="-122"/>
                <a:cs typeface="Segoe UI" pitchFamily="34" charset="-120"/>
              </a:rPr>
              <a:t>Small text (14px)</a:t>
            </a:r>
            <a:pPr algn="l" indent="0" marL="0">
              <a:lnSpc>
                <a:spcPct val="130000"/>
              </a:lnSpc>
              <a:buNone/>
            </a:pPr>
            <a:endParaRPr lang="en-US" sz="2100" dirty="0"/>
          </a:p>
          <a:p>
            <a:pPr algn="l" indent="0" marL="0">
              <a:lnSpc>
                <a:spcPct val="13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21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5972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Text 1"/>
          <p:cNvSpPr/>
          <p:nvPr/>
        </p:nvSpPr>
        <p:spPr>
          <a:xfrm>
            <a:off x="747713" y="2752279"/>
            <a:ext cx="3514725" cy="1057275"/>
          </a:xfrm>
          <a:prstGeom prst="roundRect">
            <a:avLst>
              <a:gd name="adj" fmla="val 9350"/>
            </a:avLst>
          </a:prstGeom>
          <a:solidFill>
            <a:srgbClr val="1A73E8"/>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4" name="Text 2"/>
          <p:cNvSpPr/>
          <p:nvPr/>
        </p:nvSpPr>
        <p:spPr>
          <a:xfrm>
            <a:off x="4338638" y="2752279"/>
            <a:ext cx="3514725" cy="1057275"/>
          </a:xfrm>
          <a:prstGeom prst="roundRect">
            <a:avLst>
              <a:gd name="adj" fmla="val 9350"/>
            </a:avLst>
          </a:prstGeom>
          <a:solidFill>
            <a:srgbClr val="34A853"/>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Text 3"/>
          <p:cNvSpPr/>
          <p:nvPr/>
        </p:nvSpPr>
        <p:spPr>
          <a:xfrm>
            <a:off x="7929563" y="2752279"/>
            <a:ext cx="3514725" cy="1057275"/>
          </a:xfrm>
          <a:prstGeom prst="roundRect">
            <a:avLst>
              <a:gd name="adj" fmla="val 9350"/>
            </a:avLst>
          </a:prstGeom>
          <a:solidFill>
            <a:srgbClr val="EA4335"/>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6" name="Text 4"/>
          <p:cNvSpPr/>
          <p:nvPr/>
        </p:nvSpPr>
        <p:spPr>
          <a:xfrm>
            <a:off x="747713" y="3885754"/>
            <a:ext cx="3514725" cy="1057275"/>
          </a:xfrm>
          <a:prstGeom prst="roundRect">
            <a:avLst>
              <a:gd name="adj" fmla="val 9350"/>
            </a:avLst>
          </a:prstGeom>
          <a:solidFill>
            <a:srgbClr val="FBBC04"/>
          </a:solidFill>
          <a:ln/>
        </p:spPr>
        <p:txBody>
          <a:bodyPr wrap="square" lIns="0" tIns="0" rIns="0" bIns="0" rtlCol="0" anchor="t"/>
          <a:lstStyle/>
          <a:p>
            <a:pPr algn="l" indent="0" marL="0">
              <a:lnSpc>
                <a:spcPct val="13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30000"/>
              </a:lnSpc>
              <a:buNone/>
            </a:pPr>
            <a:endParaRPr lang="en-US" sz="2175" dirty="0"/>
          </a:p>
          <a:p>
            <a:pPr algn="l" indent="0" marL="0">
              <a:lnSpc>
                <a:spcPct val="13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7" name="Text 5"/>
          <p:cNvSpPr/>
          <p:nvPr/>
        </p:nvSpPr>
        <p:spPr>
          <a:xfrm>
            <a:off x="4338638" y="3885754"/>
            <a:ext cx="3514725" cy="1057275"/>
          </a:xfrm>
          <a:prstGeom prst="roundRect">
            <a:avLst>
              <a:gd name="adj" fmla="val 9350"/>
            </a:avLst>
          </a:prstGeom>
          <a:solidFill>
            <a:srgbClr val="9C27B0"/>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8" name="Text 6"/>
          <p:cNvSpPr/>
          <p:nvPr/>
        </p:nvSpPr>
        <p:spPr>
          <a:xfrm>
            <a:off x="7929563" y="3885754"/>
            <a:ext cx="3514725" cy="1057275"/>
          </a:xfrm>
          <a:prstGeom prst="roundRect">
            <a:avLst>
              <a:gd name="adj" fmla="val 9350"/>
            </a:avLst>
          </a:prstGeom>
          <a:solidFill>
            <a:srgbClr val="FF5722"/>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3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76180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38105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16878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853482"/>
            <a:ext cx="11231404" cy="428476"/>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17858"/>
            <a:ext cx="5295662"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18992"/>
            <a:ext cx="5043488"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Text 6"/>
          <p:cNvSpPr/>
          <p:nvPr/>
        </p:nvSpPr>
        <p:spPr>
          <a:xfrm>
            <a:off x="871538" y="5921573"/>
            <a:ext cx="5043488" cy="600075"/>
          </a:xfrm>
          <a:prstGeom prst="rect">
            <a:avLst/>
          </a:prstGeom>
          <a:solidFill>
            <a:srgbClr val="F6F8FA"/>
          </a:solidFill>
          <a:ln/>
        </p:spPr>
        <p:txBody>
          <a:bodyPr wrap="none" lIns="0" tIns="0" rIns="0" bIns="0" rtlCol="0" anchor="t"/>
          <a:lstStyle/>
          <a:p>
            <a:pPr indent="0" marL="0">
              <a:buNone/>
            </a:pPr>
            <a:r>
              <a:rPr lang="en-US" sz="1011" dirty="0">
                <a:solidFill>
                  <a:srgbClr val="CF222E"/>
                </a:solidFill>
                <a:latin typeface="Consolas" pitchFamily="34" charset="0"/>
                <a:ea typeface="Consolas" pitchFamily="34" charset="-122"/>
                <a:cs typeface="Consolas" pitchFamily="34" charset="-120"/>
              </a:rPr>
              <a:t>const</a:t>
            </a:r>
            <a:pPr indent="0" marL="0">
              <a:buNone/>
            </a:pPr>
            <a:r>
              <a:rPr lang="en-US" sz="1011" dirty="0">
                <a:solidFill>
                  <a:srgbClr val="1F2328"/>
                </a:solidFill>
                <a:latin typeface="Consolas" pitchFamily="34" charset="0"/>
                <a:ea typeface="Consolas" pitchFamily="34" charset="-122"/>
                <a:cs typeface="Consolas" pitchFamily="34" charset="-120"/>
              </a:rPr>
              <a:t> x = </a:t>
            </a:r>
            <a:pPr indent="0" marL="0">
              <a:buNone/>
            </a:pPr>
            <a:r>
              <a:rPr lang="en-US" sz="1011" dirty="0">
                <a:solidFill>
                  <a:srgbClr val="0550AE"/>
                </a:solidFill>
                <a:latin typeface="Consolas" pitchFamily="34" charset="0"/>
                <a:ea typeface="Consolas" pitchFamily="34" charset="-122"/>
                <a:cs typeface="Consolas" pitchFamily="34" charset="-120"/>
              </a:rPr>
              <a:t>1</a:t>
            </a:r>
            <a:pPr indent="0" marL="0">
              <a:buNone/>
            </a:pPr>
            <a:endParaRPr lang="en-US" sz="1011"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0" name="Shape 7"/>
          <p:cNvSpPr/>
          <p:nvPr/>
        </p:nvSpPr>
        <p:spPr>
          <a:xfrm>
            <a:off x="6153150" y="5279827"/>
            <a:ext cx="66675" cy="414338"/>
          </a:xfrm>
          <a:prstGeom prst="rect">
            <a:avLst/>
          </a:prstGeom>
          <a:solidFill>
            <a:srgbClr val="D1D9E0"/>
          </a:solidFill>
          <a:ln/>
        </p:spPr>
      </p:sp>
      <p:sp>
        <p:nvSpPr>
          <p:cNvPr id="11" name="Text 8"/>
          <p:cNvSpPr/>
          <p:nvPr/>
        </p:nvSpPr>
        <p:spPr>
          <a:xfrm>
            <a:off x="6219825" y="5279827"/>
            <a:ext cx="5224462" cy="414338"/>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06841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635151"/>
            <a:ext cx="10696575" cy="2347913"/>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066407"/>
            <a:ext cx="10696575" cy="1547813"/>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(no spaces before/after)</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06841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Text 2"/>
          <p:cNvSpPr/>
          <p:nvPr/>
        </p:nvSpPr>
        <p:spPr>
          <a:xfrm>
            <a:off x="2749302" y="2751832"/>
            <a:ext cx="1103561" cy="352425"/>
          </a:xfrm>
          <a:prstGeom prst="roundRect">
            <a:avLst>
              <a:gd name="adj" fmla="val 129730"/>
            </a:avLst>
          </a:prstGeom>
          <a:solidFill>
            <a:srgbClr val="E53E3E"/>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5" name="Text 3"/>
          <p:cNvSpPr/>
          <p:nvPr/>
        </p:nvSpPr>
        <p:spPr>
          <a:xfrm>
            <a:off x="2129135" y="3166170"/>
            <a:ext cx="1106091" cy="352425"/>
          </a:xfrm>
          <a:prstGeom prst="roundRect">
            <a:avLst>
              <a:gd name="adj" fmla="val 129730"/>
            </a:avLst>
          </a:prstGeom>
          <a:solidFill>
            <a:srgbClr val="3182CE"/>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6" name="Text 4"/>
          <p:cNvSpPr/>
          <p:nvPr/>
        </p:nvSpPr>
        <p:spPr>
          <a:xfrm>
            <a:off x="2146102" y="3580507"/>
            <a:ext cx="1432620" cy="352425"/>
          </a:xfrm>
          <a:prstGeom prst="roundRect">
            <a:avLst>
              <a:gd name="adj" fmla="val 129730"/>
            </a:avLst>
          </a:prstGeom>
          <a:solidFill>
            <a:srgbClr val="38A169"/>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7" name="Text 5"/>
          <p:cNvSpPr/>
          <p:nvPr/>
        </p:nvSpPr>
        <p:spPr>
          <a:xfrm>
            <a:off x="747713" y="263515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8" name="Text 6"/>
          <p:cNvSpPr/>
          <p:nvPr/>
        </p:nvSpPr>
        <p:spPr>
          <a:xfrm>
            <a:off x="747713" y="403056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9" name="Text 7"/>
          <p:cNvSpPr/>
          <p:nvPr/>
        </p:nvSpPr>
        <p:spPr>
          <a:xfrm>
            <a:off x="747713" y="4666357"/>
            <a:ext cx="1015157" cy="490538"/>
          </a:xfrm>
          <a:prstGeom prst="roundRect">
            <a:avLst>
              <a:gd name="adj" fmla="val 93204"/>
            </a:avLst>
          </a:prstGeom>
          <a:solidFill>
            <a:srgbClr val="C05621"/>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0" name="Text 8"/>
          <p:cNvSpPr/>
          <p:nvPr/>
        </p:nvSpPr>
        <p:spPr>
          <a:xfrm>
            <a:off x="1800969" y="4666357"/>
            <a:ext cx="1064270" cy="490538"/>
          </a:xfrm>
          <a:prstGeom prst="roundRect">
            <a:avLst>
              <a:gd name="adj" fmla="val 93204"/>
            </a:avLst>
          </a:prstGeom>
          <a:solidFill>
            <a:srgbClr val="DD6B20"/>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1" name="Text 9"/>
          <p:cNvSpPr/>
          <p:nvPr/>
        </p:nvSpPr>
        <p:spPr>
          <a:xfrm>
            <a:off x="2903339" y="4666357"/>
            <a:ext cx="959793" cy="490538"/>
          </a:xfrm>
          <a:prstGeom prst="roundRect">
            <a:avLst>
              <a:gd name="adj" fmla="val 93204"/>
            </a:avLst>
          </a:prstGeom>
          <a:solidFill>
            <a:srgbClr val="2F855A"/>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2" name="Text 10"/>
          <p:cNvSpPr/>
          <p:nvPr/>
        </p:nvSpPr>
        <p:spPr>
          <a:xfrm>
            <a:off x="747713" y="5240238"/>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3" name="Text 11"/>
          <p:cNvSpPr/>
          <p:nvPr/>
        </p:nvSpPr>
        <p:spPr>
          <a:xfrm>
            <a:off x="747713" y="5949851"/>
            <a:ext cx="266700" cy="266700"/>
          </a:xfrm>
          <a:prstGeom prst="roundRect">
            <a:avLst>
              <a:gd name="adj" fmla="val 171429"/>
            </a:avLst>
          </a:prstGeom>
          <a:solidFill>
            <a:srgbClr val="3182CE"/>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14" name="Shape 12"/>
          <p:cNvSpPr/>
          <p:nvPr/>
        </p:nvSpPr>
        <p:spPr>
          <a:xfrm>
            <a:off x="2039243" y="5949851"/>
            <a:ext cx="266700" cy="266700"/>
          </a:xfrm>
          <a:prstGeom prst="roundRect">
            <a:avLst>
              <a:gd name="adj" fmla="val 171429"/>
            </a:avLst>
          </a:prstGeom>
          <a:solidFill>
            <a:srgbClr val="3182CE"/>
          </a:solidFill>
          <a:ln/>
        </p:spPr>
      </p:sp>
      <p:sp>
        <p:nvSpPr>
          <p:cNvPr id="15" name="Shape 13"/>
          <p:cNvSpPr/>
          <p:nvPr/>
        </p:nvSpPr>
        <p:spPr>
          <a:xfrm>
            <a:off x="4511576" y="5918895"/>
            <a:ext cx="266700" cy="266700"/>
          </a:xfrm>
          <a:prstGeom prst="roundRect">
            <a:avLst>
              <a:gd name="adj" fmla="val 171429"/>
            </a:avLst>
          </a:prstGeom>
          <a:solidFill>
            <a:srgbClr val="38A169"/>
          </a:solidFill>
          <a:ln/>
        </p:spPr>
      </p:sp>
      <p:sp>
        <p:nvSpPr>
          <p:cNvPr id="16" name="Text 14"/>
          <p:cNvSpPr/>
          <p:nvPr/>
        </p:nvSpPr>
        <p:spPr>
          <a:xfrm>
            <a:off x="1014413" y="5806976"/>
            <a:ext cx="1095136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26453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640485"/>
            <a:ext cx="10696575" cy="828675"/>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5228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675781"/>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3519190"/>
            <a:ext cx="381000" cy="381000"/>
          </a:xfrm>
          <a:prstGeom prst="rect">
            <a:avLst/>
          </a:prstGeom>
          <a:solidFill>
            <a:srgbClr val="6B46C1"/>
          </a:solid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5" name="Text 3"/>
          <p:cNvSpPr/>
          <p:nvPr/>
        </p:nvSpPr>
        <p:spPr>
          <a:xfrm>
            <a:off x="1128713" y="3328243"/>
            <a:ext cx="381000" cy="381000"/>
          </a:xfrm>
          <a:prstGeom prst="roundRect">
            <a:avLst>
              <a:gd name="adj" fmla="val 120000"/>
            </a:avLst>
          </a:prstGeom>
          <a:solidFill>
            <a:srgbClr val="38A169"/>
          </a:solid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6" name="Text 4"/>
          <p:cNvSpPr/>
          <p:nvPr/>
        </p:nvSpPr>
        <p:spPr>
          <a:xfrm>
            <a:off x="2153245" y="4602659"/>
            <a:ext cx="999976" cy="323850"/>
          </a:xfrm>
          <a:prstGeom prst="roundRect">
            <a:avLst>
              <a:gd name="adj" fmla="val 132872"/>
            </a:avLst>
          </a:prstGeom>
          <a:solidFill>
            <a:srgbClr val="C05621"/>
          </a:solid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7" name="Text 5"/>
          <p:cNvSpPr/>
          <p:nvPr/>
        </p:nvSpPr>
        <p:spPr>
          <a:xfrm>
            <a:off x="747713" y="3983534"/>
            <a:ext cx="10696575" cy="966788"/>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764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25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2964"/>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68910"/>
            <a:ext cx="5535692"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468910"/>
            <a:ext cx="5535692"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83663"/>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059609"/>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26346"/>
            <a:ext cx="10696575" cy="842814"/>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21560"/>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09102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567345"/>
            <a:ext cx="11244263" cy="556468"/>
          </a:xfrm>
          <a:prstGeom prst="rect">
            <a:avLst/>
          </a:prstGeom>
          <a:noFill/>
          <a:ln/>
        </p:spPr>
        <p:txBody>
          <a:bodyPr wrap="square" lIns="11430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252043"/>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25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25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261396"/>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7057"/>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2990552"/>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25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3999905"/>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8351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Text 1"/>
          <p:cNvSpPr/>
          <p:nvPr/>
        </p:nvSpPr>
        <p:spPr>
          <a:xfrm>
            <a:off x="747713" y="26617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4" name="Text 2"/>
          <p:cNvSpPr/>
          <p:nvPr/>
        </p:nvSpPr>
        <p:spPr>
          <a:xfrm>
            <a:off x="1262063" y="25070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5" name="Text 3"/>
          <p:cNvSpPr/>
          <p:nvPr/>
        </p:nvSpPr>
        <p:spPr>
          <a:xfrm>
            <a:off x="747713" y="32332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6" name="Text 4"/>
          <p:cNvSpPr/>
          <p:nvPr/>
        </p:nvSpPr>
        <p:spPr>
          <a:xfrm>
            <a:off x="1262063" y="30785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7" name="Text 5"/>
          <p:cNvSpPr/>
          <p:nvPr/>
        </p:nvSpPr>
        <p:spPr>
          <a:xfrm>
            <a:off x="747713" y="38047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8" name="Text 6"/>
          <p:cNvSpPr/>
          <p:nvPr/>
        </p:nvSpPr>
        <p:spPr>
          <a:xfrm>
            <a:off x="1262063" y="36500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9" name="Text 7"/>
          <p:cNvSpPr/>
          <p:nvPr/>
        </p:nvSpPr>
        <p:spPr>
          <a:xfrm>
            <a:off x="747713" y="4221510"/>
            <a:ext cx="10696575" cy="828675"/>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30735"/>
            <a:ext cx="11291888" cy="472380"/>
          </a:xfrm>
          <a:prstGeom prst="rect">
            <a:avLst/>
          </a:prstGeom>
          <a:noFill/>
          <a:ln/>
        </p:spPr>
        <p:txBody>
          <a:bodyPr wrap="square" lIns="0" tIns="0" rIns="0" bIns="91440" rtlCol="0" anchor="t"/>
          <a:lstStyle/>
          <a:p>
            <a:pPr algn="l" indent="0" marL="0">
              <a:lnSpc>
                <a:spcPct val="109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655790"/>
            <a:ext cx="11231404" cy="285750"/>
          </a:xfrm>
          <a:prstGeom prst="rect">
            <a:avLst/>
          </a:prstGeom>
          <a:no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66262"/>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Text 1"/>
          <p:cNvSpPr/>
          <p:nvPr/>
        </p:nvSpPr>
        <p:spPr>
          <a:xfrm>
            <a:off x="8944570" y="2658814"/>
            <a:ext cx="2499717" cy="404813"/>
          </a:xfrm>
          <a:prstGeom prst="roundRect">
            <a:avLst>
              <a:gd name="adj" fmla="val 112941"/>
            </a:avLst>
          </a:prstGeom>
          <a:solidFill>
            <a:srgbClr val="DCF8C6"/>
          </a:solidFill>
          <a:ln w="6350">
            <a:solidFill>
              <a:srgbClr val="CCCCCC"/>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4" name="Text 2"/>
          <p:cNvSpPr/>
          <p:nvPr/>
        </p:nvSpPr>
        <p:spPr>
          <a:xfrm>
            <a:off x="747713" y="3158877"/>
            <a:ext cx="2298353" cy="852488"/>
          </a:xfrm>
          <a:prstGeom prst="roundRect">
            <a:avLst>
              <a:gd name="adj" fmla="val 38351"/>
            </a:avLst>
          </a:prstGeom>
          <a:solidFill>
            <a:srgbClr val="FFFFFF"/>
          </a:solidFill>
          <a:ln w="9525">
            <a:solidFill>
              <a:srgbClr val="E2E8F0"/>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30000"/>
              </a:lnSpc>
              <a:buNone/>
            </a:pPr>
            <a:endParaRPr lang="en-US" sz="1125" dirty="0"/>
          </a:p>
          <a:p>
            <a:pPr algn="l" indent="0" marL="0">
              <a:lnSpc>
                <a:spcPct val="13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30000"/>
              </a:lnSpc>
              <a:buNone/>
            </a:pPr>
            <a:endParaRPr lang="en-US" sz="1125" dirty="0"/>
          </a:p>
          <a:p>
            <a:pPr algn="l" indent="0" marL="0">
              <a:lnSpc>
                <a:spcPct val="13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5" name="Text 3"/>
          <p:cNvSpPr/>
          <p:nvPr/>
        </p:nvSpPr>
        <p:spPr>
          <a:xfrm>
            <a:off x="9267379" y="4106614"/>
            <a:ext cx="2176909" cy="404813"/>
          </a:xfrm>
          <a:prstGeom prst="roundRect">
            <a:avLst>
              <a:gd name="adj" fmla="val 112941"/>
            </a:avLst>
          </a:prstGeom>
          <a:solidFill>
            <a:srgbClr val="DCF8C6"/>
          </a:solidFill>
          <a:ln w="6350">
            <a:solidFill>
              <a:srgbClr val="CCCCCC"/>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6" name="Text 4"/>
          <p:cNvSpPr/>
          <p:nvPr/>
        </p:nvSpPr>
        <p:spPr>
          <a:xfrm>
            <a:off x="747713" y="4606677"/>
            <a:ext cx="5599509" cy="429816"/>
          </a:xfrm>
          <a:prstGeom prst="roundRect">
            <a:avLst>
              <a:gd name="adj" fmla="val 106371"/>
            </a:avLst>
          </a:prstGeom>
          <a:solidFill>
            <a:srgbClr val="FFFFFF"/>
          </a:solidFill>
          <a:ln w="9525">
            <a:solidFill>
              <a:srgbClr val="E2E8F0"/>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3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553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Text 1"/>
          <p:cNvSpPr/>
          <p:nvPr/>
        </p:nvSpPr>
        <p:spPr>
          <a:xfrm>
            <a:off x="747713" y="2548086"/>
            <a:ext cx="5253038" cy="2599134"/>
          </a:xfrm>
          <a:prstGeom prst="roundRect">
            <a:avLst>
              <a:gd name="adj" fmla="val 3094"/>
            </a:avLst>
          </a:prstGeom>
          <a:solidFill>
            <a:srgbClr val="FFFFFF"/>
          </a:solidFill>
          <a:ln w="6350">
            <a:solidFill>
              <a:srgbClr val="CCCCCC"/>
            </a:solidFill>
          </a:ln>
        </p:spPr>
        <p:txBody>
          <a:bodyPr wrap="square" lIns="152400" tIns="381000" rIns="152400" bIns="30480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Label-A</a:t>
            </a:r>
            <a:pPr algn="l" indent="0" marL="0">
              <a:lnSpc>
                <a:spcPct val="109000"/>
              </a:lnSpc>
              <a:buNone/>
            </a:pP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09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09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392" dirty="0"/>
          </a:p>
        </p:txBody>
      </p:sp>
      <p:sp>
        <p:nvSpPr>
          <p:cNvPr id="4" name="Text 2"/>
          <p:cNvSpPr/>
          <p:nvPr/>
        </p:nvSpPr>
        <p:spPr>
          <a:xfrm>
            <a:off x="6191250" y="2548086"/>
            <a:ext cx="5253038" cy="2599134"/>
          </a:xfrm>
          <a:prstGeom prst="roundRect">
            <a:avLst>
              <a:gd name="adj" fmla="val 3094"/>
            </a:avLst>
          </a:prstGeom>
          <a:solidFill>
            <a:srgbClr val="FFFFFF"/>
          </a:solidFill>
          <a:ln w="6350">
            <a:solidFill>
              <a:srgbClr val="CCCCCC"/>
            </a:solidFill>
          </a:ln>
        </p:spPr>
        <p:txBody>
          <a:bodyPr wrap="square" lIns="254000" tIns="381000" rIns="152400" bIns="442913"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Note</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392" dirty="0"/>
          </a:p>
        </p:txBody>
      </p:sp>
      <p:sp>
        <p:nvSpPr>
          <p:cNvPr id="5" name="Shape 3"/>
          <p:cNvSpPr/>
          <p:nvPr/>
        </p:nvSpPr>
        <p:spPr>
          <a:xfrm>
            <a:off x="6191250" y="2548086"/>
            <a:ext cx="38100" cy="2599134"/>
          </a:xfrm>
          <a:prstGeom prst="rect">
            <a:avLst/>
          </a:prstGeom>
          <a:solidFill>
            <a:srgbClr val="EA580C"/>
          </a:solidFill>
          <a:ln w="3175">
            <a:solidFill>
              <a:srgbClr val="EA580C"/>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8774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Text 1"/>
          <p:cNvSpPr/>
          <p:nvPr/>
        </p:nvSpPr>
        <p:spPr>
          <a:xfrm>
            <a:off x="747713" y="3080296"/>
            <a:ext cx="10696575" cy="410766"/>
          </a:xfrm>
          <a:prstGeom prst="rect">
            <a:avLst/>
          </a:prstGeom>
          <a:solidFill>
            <a:srgbClr val="FFF7ED"/>
          </a:solidFill>
          <a:ln/>
        </p:spPr>
        <p:txBody>
          <a:bodyPr wrap="square" lIns="82550" tIns="0" rIns="0" bIns="0" rtlCol="0" anchor="t"/>
          <a:lstStyle/>
          <a:p>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3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4" name="Shape 2"/>
          <p:cNvSpPr/>
          <p:nvPr/>
        </p:nvSpPr>
        <p:spPr>
          <a:xfrm>
            <a:off x="747713" y="3080296"/>
            <a:ext cx="57150" cy="410766"/>
          </a:xfrm>
          <a:prstGeom prst="rect">
            <a:avLst/>
          </a:prstGeom>
          <a:solidFill>
            <a:srgbClr val="EA580C"/>
          </a:solidFill>
          <a:ln w="3175">
            <a:solidFill>
              <a:srgbClr val="EA580C"/>
            </a:solidFill>
            <a:prstDash val="solid"/>
          </a:ln>
        </p:spPr>
      </p:sp>
      <p:sp>
        <p:nvSpPr>
          <p:cNvPr id="5" name="Text 3"/>
          <p:cNvSpPr/>
          <p:nvPr/>
        </p:nvSpPr>
        <p:spPr>
          <a:xfrm>
            <a:off x="747713" y="3574405"/>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6" name="Text 4"/>
          <p:cNvSpPr/>
          <p:nvPr/>
        </p:nvSpPr>
        <p:spPr>
          <a:xfrm>
            <a:off x="747713" y="4210199"/>
            <a:ext cx="10696575" cy="404813"/>
          </a:xfrm>
          <a:prstGeom prst="rect">
            <a:avLst/>
          </a:prstGeom>
          <a:solidFill>
            <a:srgbClr val="FEF2F2"/>
          </a:solidFill>
          <a:ln/>
        </p:spPr>
        <p:txBody>
          <a:bodyPr wrap="square" lIns="82550" tIns="0" rIns="0" bIns="0" rtlCol="0" anchor="t"/>
          <a:lstStyle/>
          <a:p>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7" name="Shape 5"/>
          <p:cNvSpPr/>
          <p:nvPr/>
        </p:nvSpPr>
        <p:spPr>
          <a:xfrm>
            <a:off x="747713" y="4210199"/>
            <a:ext cx="57150" cy="404813"/>
          </a:xfrm>
          <a:prstGeom prst="rect">
            <a:avLst/>
          </a:prstGeom>
          <a:solidFill>
            <a:srgbClr val="DC2626"/>
          </a:solidFill>
          <a:ln w="3175">
            <a:solidFill>
              <a:srgbClr val="DC2626"/>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8112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Text 1"/>
          <p:cNvSpPr/>
          <p:nvPr/>
        </p:nvSpPr>
        <p:spPr>
          <a:xfrm>
            <a:off x="5129510" y="3026122"/>
            <a:ext cx="1932831" cy="604838"/>
          </a:xfrm>
          <a:prstGeom prst="roundRect">
            <a:avLst>
              <a:gd name="adj" fmla="val 38093"/>
            </a:avLst>
          </a:prstGeom>
          <a:solidFill>
            <a:srgbClr val="2563EB"/>
          </a:solidFill>
          <a:ln/>
        </p:spPr>
        <p:txBody>
          <a:bodyPr wrap="square" lIns="0" tIns="0" rIns="0" bIns="0" rtlCol="0" anchor="t"/>
          <a:lstStyle/>
          <a:p>
            <a:pPr algn="ctr"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4" name="Text 2"/>
          <p:cNvSpPr/>
          <p:nvPr/>
        </p:nvSpPr>
        <p:spPr>
          <a:xfrm>
            <a:off x="747713" y="3688110"/>
            <a:ext cx="11231404" cy="342900"/>
          </a:xfrm>
          <a:prstGeom prst="rect">
            <a:avLst/>
          </a:prstGeom>
          <a:noFill/>
          <a:ln/>
        </p:spPr>
        <p:txBody>
          <a:bodyPr wrap="square" lIns="0" tIns="0" rIns="0" bIns="0" rtlCol="0" anchor="t"/>
          <a:lstStyle/>
          <a:p>
            <a:pPr algn="ctr" indent="0" marL="0">
              <a:lnSpc>
                <a:spcPct val="13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3"/>
          <p:cNvSpPr/>
          <p:nvPr/>
        </p:nvSpPr>
        <p:spPr>
          <a:xfrm>
            <a:off x="747713" y="4164360"/>
            <a:ext cx="3514725" cy="1057275"/>
          </a:xfrm>
          <a:prstGeom prst="roundRect">
            <a:avLst>
              <a:gd name="adj" fmla="val 12467"/>
            </a:avLst>
          </a:prstGeom>
          <a:solidFill>
            <a:srgbClr val="DBEAFE"/>
          </a:solidFill>
          <a:ln w="19050">
            <a:solidFill>
              <a:srgbClr val="2563EB"/>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6" name="Text 4"/>
          <p:cNvSpPr/>
          <p:nvPr/>
        </p:nvSpPr>
        <p:spPr>
          <a:xfrm>
            <a:off x="4338638" y="4164360"/>
            <a:ext cx="3514725" cy="1057275"/>
          </a:xfrm>
          <a:prstGeom prst="roundRect">
            <a:avLst>
              <a:gd name="adj" fmla="val 12467"/>
            </a:avLst>
          </a:prstGeom>
          <a:solidFill>
            <a:srgbClr val="FFF7ED"/>
          </a:solidFill>
          <a:ln w="19050">
            <a:solidFill>
              <a:srgbClr val="EA580C"/>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7" name="Text 5"/>
          <p:cNvSpPr/>
          <p:nvPr/>
        </p:nvSpPr>
        <p:spPr>
          <a:xfrm>
            <a:off x="7929563" y="4164360"/>
            <a:ext cx="3514725" cy="1057275"/>
          </a:xfrm>
          <a:prstGeom prst="roundRect">
            <a:avLst>
              <a:gd name="adj" fmla="val 12467"/>
            </a:avLst>
          </a:prstGeom>
          <a:solidFill>
            <a:srgbClr val="DCFCE7"/>
          </a:solidFill>
          <a:ln w="19050">
            <a:solidFill>
              <a:srgbClr val="16A34A"/>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908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1473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599432"/>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2502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073747"/>
            <a:ext cx="10696575" cy="842814"/>
          </a:xfrm>
          <a:prstGeom prst="rect">
            <a:avLst/>
          </a:prstGeom>
          <a:noFill/>
          <a:ln/>
        </p:spPr>
        <p:txBody>
          <a:bodyPr wrap="square" lIns="0" tIns="0" rIns="0" bIns="0" rtlCol="0" anchor="t"/>
          <a:lstStyle/>
          <a:p>
            <a:pPr algn="l" indent="0" marL="0">
              <a:lnSpc>
                <a:spcPct val="125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25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06896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766858"/>
            <a:ext cx="7390924"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590354"/>
            <a:ext cx="7038975" cy="842814"/>
          </a:xfrm>
          <a:prstGeom prst="rect">
            <a:avLst/>
          </a:prstGeom>
          <a:noFill/>
          <a:ln/>
        </p:spPr>
        <p:txBody>
          <a:bodyPr wrap="square" lIns="0" tIns="0" rIns="0" bIns="0" rtlCol="0" anchor="t"/>
          <a:lstStyle/>
          <a:p>
            <a:pPr algn="l" indent="0" marL="0">
              <a:lnSpc>
                <a:spcPct val="125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585567"/>
            <a:ext cx="70389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55909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42265"/>
            <a:ext cx="8051006"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143399"/>
            <a:ext cx="766762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24474"/>
            <a:ext cx="766762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362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480941"/>
            <a:ext cx="400050" cy="342900"/>
          </a:xfrm>
          <a:prstGeom prst="rect">
            <a:avLst/>
          </a:prstGeom>
          <a:noFill/>
          <a:ln/>
        </p:spPr>
        <p:txBody>
          <a:bodyPr wrap="square" lIns="0" tIns="0" rIns="0" bIns="0" rtlCol="0" anchor="t"/>
          <a:lstStyle/>
          <a:p>
            <a:pPr algn="l" indent="0" marL="0">
              <a:lnSpc>
                <a:spcPct val="13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35772"/>
            <a:ext cx="11231404" cy="200025"/>
          </a:xfrm>
          <a:prstGeom prst="rect">
            <a:avLst/>
          </a:prstGeom>
          <a:noFill/>
          <a:ln/>
        </p:spPr>
        <p:txBody>
          <a:bodyPr wrap="square" lIns="0" tIns="0" rIns="0" bIns="0" rtlCol="0" anchor="t"/>
          <a:lstStyle/>
          <a:p>
            <a:pPr algn="ctr" indent="0" marL="0">
              <a:lnSpc>
                <a:spcPct val="13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4246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Text 1"/>
          <p:cNvSpPr/>
          <p:nvPr/>
        </p:nvSpPr>
        <p:spPr>
          <a:xfrm>
            <a:off x="747713" y="3468439"/>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4" name="Text 2"/>
          <p:cNvSpPr/>
          <p:nvPr/>
        </p:nvSpPr>
        <p:spPr>
          <a:xfrm>
            <a:off x="1243013" y="3325684"/>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5" name="Text 3"/>
          <p:cNvSpPr/>
          <p:nvPr/>
        </p:nvSpPr>
        <p:spPr>
          <a:xfrm>
            <a:off x="747713" y="4076849"/>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6" name="Text 4"/>
          <p:cNvSpPr/>
          <p:nvPr/>
        </p:nvSpPr>
        <p:spPr>
          <a:xfrm>
            <a:off x="1243013" y="3934093"/>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7" name="Text 5"/>
          <p:cNvSpPr/>
          <p:nvPr/>
        </p:nvSpPr>
        <p:spPr>
          <a:xfrm>
            <a:off x="747713" y="4685258"/>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8" name="Text 6"/>
          <p:cNvSpPr/>
          <p:nvPr/>
        </p:nvSpPr>
        <p:spPr>
          <a:xfrm>
            <a:off x="1243013" y="4542502"/>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811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55: subscript and superscript</a:t>
            </a:r>
            <a:endParaRPr lang="en-US" sz="3480" dirty="0"/>
          </a:p>
        </p:txBody>
      </p:sp>
      <p:sp>
        <p:nvSpPr>
          <p:cNvPr id="3" name="Text 1"/>
          <p:cNvSpPr/>
          <p:nvPr/>
        </p:nvSpPr>
        <p:spPr>
          <a:xfrm>
            <a:off x="747713" y="2804666"/>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H</a:t>
            </a:r>
            <a:pPr algn="l" marL="342900" indent="-342900">
              <a:lnSpc>
                <a:spcPct val="125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2</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O</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E=mc</a:t>
            </a:r>
            <a:pPr algn="l" marL="342900" indent="-342900">
              <a:lnSpc>
                <a:spcPct val="125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2</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val-N</a:t>
            </a:r>
            <a:pPr algn="l" marL="342900" indent="-342900">
              <a:lnSpc>
                <a:spcPct val="125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item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val-N</a:t>
            </a:r>
            <a:pPr algn="l" marL="342900" indent="-342900">
              <a:lnSpc>
                <a:spcPct val="125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note</a:t>
            </a:r>
            <a:endParaRPr lang="en-US" sz="2175" dirty="0"/>
          </a:p>
        </p:txBody>
      </p:sp>
      <p:sp>
        <p:nvSpPr>
          <p:cNvPr id="4" name="Text 2"/>
          <p:cNvSpPr/>
          <p:nvPr/>
        </p:nvSpPr>
        <p:spPr>
          <a:xfrm>
            <a:off x="747713" y="433819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a:t>
            </a:r>
            <a:pPr algn="l" indent="0" marL="0">
              <a:lnSpc>
                <a:spcPct val="130000"/>
              </a:lnSpc>
              <a:buNone/>
            </a:pPr>
            <a:r>
              <a:rPr lang="en-US" sz="1631" baseline="-40000" dirty="0">
                <a:solidFill>
                  <a:srgbClr val="1F2328"/>
                </a:solidFill>
                <a:latin typeface="Segoe UI" pitchFamily="34" charset="0"/>
                <a:ea typeface="Segoe UI" pitchFamily="34" charset="-122"/>
                <a:cs typeface="Segoe UI" pitchFamily="34" charset="-120"/>
              </a:rPr>
              <a:t>gamma</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delta </a:t>
            </a:r>
            <a:pPr algn="l" indent="0" marL="0">
              <a:lnSpc>
                <a:spcPct val="130000"/>
              </a:lnSpc>
              <a:buNone/>
            </a:pPr>
            <a:r>
              <a:rPr lang="en-US" sz="1631" baseline="30000" dirty="0">
                <a:solidFill>
                  <a:srgbClr val="1F2328"/>
                </a:solidFill>
                <a:latin typeface="Segoe UI" pitchFamily="34" charset="0"/>
                <a:ea typeface="Segoe UI" pitchFamily="34" charset="-122"/>
                <a:cs typeface="Segoe UI" pitchFamily="34" charset="-120"/>
              </a:rPr>
              <a:t>epsilon</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zeta.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198117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56: section::before/after (banner suppression test)</a:t>
            </a:r>
            <a:endParaRPr lang="en-US" sz="3480" dirty="0"/>
          </a:p>
        </p:txBody>
      </p:sp>
      <p:sp>
        <p:nvSpPr>
          <p:cNvPr id="4" name="Text 2"/>
          <p:cNvSpPr/>
          <p:nvPr/>
        </p:nvSpPr>
        <p:spPr>
          <a:xfrm>
            <a:off x="747713" y="33571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238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3969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57: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16011"/>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00710"/>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696123"/>
            <a:ext cx="106965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1950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58: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2995821"/>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309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59: Solid background strong highlight</a:t>
            </a:r>
            <a:endParaRPr lang="en-US" sz="3480" dirty="0"/>
          </a:p>
        </p:txBody>
      </p:sp>
      <p:sp>
        <p:nvSpPr>
          <p:cNvPr id="3" name="Text 1"/>
          <p:cNvSpPr/>
          <p:nvPr/>
        </p:nvSpPr>
        <p:spPr>
          <a:xfrm>
            <a:off x="747713" y="2546955"/>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2316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12729"/>
            <a:ext cx="106965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66476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60: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41077"/>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25776"/>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78593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61: global section::before + user class (no banner test)</a:t>
            </a:r>
            <a:endParaRPr lang="en-US" sz="3480" dirty="0"/>
          </a:p>
        </p:txBody>
      </p:sp>
      <p:sp>
        <p:nvSpPr>
          <p:cNvPr id="5" name="Text 3"/>
          <p:cNvSpPr/>
          <p:nvPr/>
        </p:nvSpPr>
        <p:spPr>
          <a:xfrm>
            <a:off x="747713" y="2161877"/>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171230"/>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566642"/>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258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62: Grid + flex agenda (direct text node bug regression)</a:t>
            </a:r>
            <a:endParaRPr lang="en-US" sz="3480" dirty="0"/>
          </a:p>
        </p:txBody>
      </p:sp>
      <p:sp>
        <p:nvSpPr>
          <p:cNvPr id="3" name="Text 1"/>
          <p:cNvSpPr/>
          <p:nvPr/>
        </p:nvSpPr>
        <p:spPr>
          <a:xfrm>
            <a:off x="747713" y="342379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4" name="Text 2"/>
          <p:cNvSpPr/>
          <p:nvPr/>
        </p:nvSpPr>
        <p:spPr>
          <a:xfrm>
            <a:off x="1185863" y="337140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5" name="Text 3"/>
          <p:cNvSpPr/>
          <p:nvPr/>
        </p:nvSpPr>
        <p:spPr>
          <a:xfrm>
            <a:off x="6229350" y="342379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6" name="Text 4"/>
          <p:cNvSpPr/>
          <p:nvPr/>
        </p:nvSpPr>
        <p:spPr>
          <a:xfrm>
            <a:off x="6667500" y="337140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7" name="Text 5"/>
          <p:cNvSpPr/>
          <p:nvPr/>
        </p:nvSpPr>
        <p:spPr>
          <a:xfrm>
            <a:off x="747713" y="4004816"/>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8" name="Text 6"/>
          <p:cNvSpPr/>
          <p:nvPr/>
        </p:nvSpPr>
        <p:spPr>
          <a:xfrm>
            <a:off x="1185863" y="3952429"/>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9" name="Text 7"/>
          <p:cNvSpPr/>
          <p:nvPr/>
        </p:nvSpPr>
        <p:spPr>
          <a:xfrm>
            <a:off x="6229350" y="4004816"/>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0" name="Text 8"/>
          <p:cNvSpPr/>
          <p:nvPr/>
        </p:nvSpPr>
        <p:spPr>
          <a:xfrm>
            <a:off x="6667500" y="3952429"/>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1" name="Text 9"/>
          <p:cNvSpPr/>
          <p:nvPr/>
        </p:nvSpPr>
        <p:spPr>
          <a:xfrm>
            <a:off x="747713" y="458584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2" name="Text 10"/>
          <p:cNvSpPr/>
          <p:nvPr/>
        </p:nvSpPr>
        <p:spPr>
          <a:xfrm>
            <a:off x="1185863" y="453345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3" name="Text 11"/>
          <p:cNvSpPr/>
          <p:nvPr/>
        </p:nvSpPr>
        <p:spPr>
          <a:xfrm>
            <a:off x="6229350" y="458584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14" name="Text 12"/>
          <p:cNvSpPr/>
          <p:nvPr/>
        </p:nvSpPr>
        <p:spPr>
          <a:xfrm>
            <a:off x="6667500" y="453345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397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63: Trailing-space hard line break inside list item</a:t>
            </a:r>
            <a:endParaRPr lang="en-US" sz="3480" dirty="0"/>
          </a:p>
        </p:txBody>
      </p:sp>
      <p:sp>
        <p:nvSpPr>
          <p:cNvPr id="3" name="Text 1"/>
          <p:cNvSpPr/>
          <p:nvPr/>
        </p:nvSpPr>
        <p:spPr>
          <a:xfrm>
            <a:off x="747713" y="2949922"/>
            <a:ext cx="10696575" cy="2278856"/>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50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64: Image between list items (no blank lines)</a:t>
            </a:r>
            <a:endParaRPr lang="en-US" sz="3480" dirty="0"/>
          </a:p>
        </p:txBody>
      </p:sp>
      <p:sp>
        <p:nvSpPr>
          <p:cNvPr id="3" name="Text 1"/>
          <p:cNvSpPr/>
          <p:nvPr/>
        </p:nvSpPr>
        <p:spPr>
          <a:xfrm>
            <a:off x="747713" y="2603450"/>
            <a:ext cx="10696575" cy="2488406"/>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091857"/>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6447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65: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28529"/>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Text 3"/>
          <p:cNvSpPr/>
          <p:nvPr/>
        </p:nvSpPr>
        <p:spPr>
          <a:xfrm>
            <a:off x="4460081" y="3285679"/>
            <a:ext cx="454670" cy="204788"/>
          </a:xfrm>
          <a:prstGeom prst="roundRect">
            <a:avLst>
              <a:gd name="adj" fmla="val 124608"/>
            </a:avLst>
          </a:prstGeom>
          <a:solidFill>
            <a:srgbClr val="EEF5FC"/>
          </a:solidFill>
          <a:ln/>
        </p:spPr>
        <p:txBody>
          <a:bodyPr wrap="square" lIns="0" tIns="0" rIns="0" bIns="0"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6" name="Text 4"/>
          <p:cNvSpPr/>
          <p:nvPr/>
        </p:nvSpPr>
        <p:spPr>
          <a:xfrm>
            <a:off x="1338263" y="3219004"/>
            <a:ext cx="3755313" cy="233362"/>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7" name="Shape 5"/>
          <p:cNvSpPr/>
          <p:nvPr/>
        </p:nvSpPr>
        <p:spPr>
          <a:xfrm>
            <a:off x="747713" y="3885754"/>
            <a:ext cx="10696575" cy="9525"/>
          </a:xfrm>
          <a:prstGeom prst="rect">
            <a:avLst/>
          </a:prstGeom>
          <a:noFill/>
          <a:ln w="9525">
            <a:solidFill>
              <a:srgbClr val="CCCCCC"/>
            </a:solidFill>
            <a:prstDash val="sysDot"/>
          </a:ln>
        </p:spPr>
      </p:sp>
      <p:sp>
        <p:nvSpPr>
          <p:cNvPr id="8" name="Text 6"/>
          <p:cNvSpPr/>
          <p:nvPr/>
        </p:nvSpPr>
        <p:spPr>
          <a:xfrm>
            <a:off x="747713" y="3566666"/>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9" name="Text 7"/>
          <p:cNvSpPr/>
          <p:nvPr/>
        </p:nvSpPr>
        <p:spPr>
          <a:xfrm>
            <a:off x="3472309" y="3623816"/>
            <a:ext cx="452438" cy="204788"/>
          </a:xfrm>
          <a:prstGeom prst="roundRect">
            <a:avLst>
              <a:gd name="adj" fmla="val 124608"/>
            </a:avLst>
          </a:prstGeom>
          <a:solidFill>
            <a:srgbClr val="EDF8F1"/>
          </a:solidFill>
          <a:ln/>
        </p:spPr>
        <p:txBody>
          <a:bodyPr wrap="square" lIns="0" tIns="0" rIns="0" bIns="0" rtlCol="0" anchor="t"/>
          <a:lstStyle/>
          <a:p>
            <a:pPr algn="l" indent="0" marL="0">
              <a:lnSpc>
                <a:spcPct val="13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0" name="Text 8"/>
          <p:cNvSpPr/>
          <p:nvPr/>
        </p:nvSpPr>
        <p:spPr>
          <a:xfrm>
            <a:off x="1338263" y="3557141"/>
            <a:ext cx="2715808" cy="233362"/>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1" name="Text 9"/>
          <p:cNvSpPr/>
          <p:nvPr/>
        </p:nvSpPr>
        <p:spPr>
          <a:xfrm>
            <a:off x="747713" y="3904804"/>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2" name="Text 10"/>
          <p:cNvSpPr/>
          <p:nvPr/>
        </p:nvSpPr>
        <p:spPr>
          <a:xfrm>
            <a:off x="1338263" y="3895279"/>
            <a:ext cx="3080229" cy="228600"/>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3" name="Text 11"/>
          <p:cNvSpPr/>
          <p:nvPr/>
        </p:nvSpPr>
        <p:spPr>
          <a:xfrm>
            <a:off x="747713" y="4140547"/>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33332"/>
            <a:ext cx="11291888" cy="377726"/>
          </a:xfrm>
          <a:prstGeom prst="rect">
            <a:avLst/>
          </a:prstGeom>
          <a:noFill/>
          <a:ln/>
        </p:spPr>
        <p:txBody>
          <a:bodyPr wrap="square" lIns="0" tIns="0" rIns="0" bIns="73152" rtlCol="0" anchor="t"/>
          <a:lstStyle/>
          <a:p>
            <a:pPr algn="l" indent="0" marL="0">
              <a:lnSpc>
                <a:spcPct val="109000"/>
              </a:lnSpc>
              <a:buNone/>
            </a:pPr>
            <a:r>
              <a:rPr lang="en-US" sz="1920" b="1" dirty="0">
                <a:solidFill>
                  <a:srgbClr val="224466"/>
                </a:solidFill>
                <a:latin typeface="Segoe UI" pitchFamily="34" charset="0"/>
                <a:ea typeface="Segoe UI" pitchFamily="34" charset="-122"/>
                <a:cs typeface="Segoe UI" pitchFamily="34" charset="-120"/>
              </a:rPr>
              <a:t>Slide 66: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27488"/>
            <a:ext cx="11231404" cy="228600"/>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8299"/>
            <a:ext cx="11291888" cy="306884"/>
          </a:xfrm>
          <a:prstGeom prst="rect">
            <a:avLst/>
          </a:prstGeom>
          <a:noFill/>
          <a:ln/>
        </p:spPr>
        <p:txBody>
          <a:bodyPr wrap="square" lIns="0" tIns="0" rIns="0" bIns="59436" rtlCol="0" anchor="t"/>
          <a:lstStyle/>
          <a:p>
            <a:pPr algn="l" indent="0" marL="0">
              <a:lnSpc>
                <a:spcPct val="109000"/>
              </a:lnSpc>
              <a:buNone/>
            </a:pPr>
            <a:r>
              <a:rPr lang="en-US" sz="1560" b="1" dirty="0">
                <a:solidFill>
                  <a:srgbClr val="224466"/>
                </a:solidFill>
                <a:latin typeface="Segoe UI" pitchFamily="34" charset="0"/>
                <a:ea typeface="Segoe UI" pitchFamily="34" charset="-122"/>
                <a:cs typeface="Segoe UI" pitchFamily="34" charset="-120"/>
              </a:rPr>
              <a:t>Slide 67: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25217"/>
            <a:ext cx="5235654" cy="261937"/>
          </a:xfrm>
          <a:prstGeom prst="rect">
            <a:avLst/>
          </a:prstGeom>
          <a:noFill/>
          <a:ln/>
        </p:spPr>
        <p:txBody>
          <a:bodyPr wrap="square" lIns="0" tIns="0" rIns="0" bIns="47625"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Text 4"/>
          <p:cNvSpPr/>
          <p:nvPr/>
        </p:nvSpPr>
        <p:spPr>
          <a:xfrm>
            <a:off x="890588" y="32943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7" name="Text 5"/>
          <p:cNvSpPr/>
          <p:nvPr/>
        </p:nvSpPr>
        <p:spPr>
          <a:xfrm>
            <a:off x="2603450" y="3294311"/>
            <a:ext cx="435620"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8" name="Text 6"/>
          <p:cNvSpPr/>
          <p:nvPr/>
        </p:nvSpPr>
        <p:spPr>
          <a:xfrm>
            <a:off x="1157288" y="3266450"/>
            <a:ext cx="1975872"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9" name="Text 7"/>
          <p:cNvSpPr/>
          <p:nvPr/>
        </p:nvSpPr>
        <p:spPr>
          <a:xfrm>
            <a:off x="890588" y="354196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0" name="Text 8"/>
          <p:cNvSpPr/>
          <p:nvPr/>
        </p:nvSpPr>
        <p:spPr>
          <a:xfrm>
            <a:off x="2689622" y="3541961"/>
            <a:ext cx="433388"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1" name="Text 9"/>
          <p:cNvSpPr/>
          <p:nvPr/>
        </p:nvSpPr>
        <p:spPr>
          <a:xfrm>
            <a:off x="1157288" y="3514100"/>
            <a:ext cx="2064008"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2" name="Text 10"/>
          <p:cNvSpPr/>
          <p:nvPr/>
        </p:nvSpPr>
        <p:spPr>
          <a:xfrm>
            <a:off x="890588" y="37896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3" name="Text 11"/>
          <p:cNvSpPr/>
          <p:nvPr/>
        </p:nvSpPr>
        <p:spPr>
          <a:xfrm>
            <a:off x="2260253" y="3789611"/>
            <a:ext cx="429071" cy="179487"/>
          </a:xfrm>
          <a:prstGeom prst="roundRect">
            <a:avLst>
              <a:gd name="adj" fmla="val 162214"/>
            </a:avLst>
          </a:prstGeom>
          <a:solidFill>
            <a:srgbClr val="EEF5FC"/>
          </a:solidFill>
          <a:ln/>
        </p:spPr>
        <p:txBody>
          <a:bodyPr wrap="square" lIns="0" tIns="0" rIns="0" bIns="0" rtlCol="0" anchor="t"/>
          <a:lstStyle/>
          <a:p>
            <a:pPr algn="l" indent="0" marL="0">
              <a:lnSpc>
                <a:spcPct val="126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14" name="Text 12"/>
          <p:cNvSpPr/>
          <p:nvPr/>
        </p:nvSpPr>
        <p:spPr>
          <a:xfrm>
            <a:off x="1157288" y="3761750"/>
            <a:ext cx="1608639"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15" name="Shape 13"/>
          <p:cNvSpPr/>
          <p:nvPr/>
        </p:nvSpPr>
        <p:spPr>
          <a:xfrm>
            <a:off x="6172200" y="2832348"/>
            <a:ext cx="5272088" cy="1281113"/>
          </a:xfrm>
          <a:prstGeom prst="roundRect">
            <a:avLst>
              <a:gd name="adj" fmla="val 10613"/>
            </a:avLst>
          </a:prstGeom>
          <a:ln w="9525">
            <a:solidFill>
              <a:srgbClr val="CCCCCC"/>
            </a:solidFill>
            <a:prstDash val="solid"/>
          </a:ln>
        </p:spPr>
      </p:sp>
      <p:sp>
        <p:nvSpPr>
          <p:cNvPr id="16" name="Shape 14"/>
          <p:cNvSpPr/>
          <p:nvPr/>
        </p:nvSpPr>
        <p:spPr>
          <a:xfrm>
            <a:off x="6315075" y="3218111"/>
            <a:ext cx="4986338" cy="28575"/>
          </a:xfrm>
          <a:prstGeom prst="rect">
            <a:avLst/>
          </a:prstGeom>
          <a:solidFill>
            <a:srgbClr val="0F6CBD"/>
          </a:solidFill>
          <a:ln w="3175">
            <a:solidFill>
              <a:srgbClr val="0F6CBD"/>
            </a:solidFill>
            <a:prstDash val="solid"/>
          </a:ln>
        </p:spPr>
      </p:sp>
      <p:sp>
        <p:nvSpPr>
          <p:cNvPr id="17" name="Text 15"/>
          <p:cNvSpPr/>
          <p:nvPr/>
        </p:nvSpPr>
        <p:spPr>
          <a:xfrm>
            <a:off x="6315075" y="2925217"/>
            <a:ext cx="5235654" cy="261937"/>
          </a:xfrm>
          <a:prstGeom prst="rect">
            <a:avLst/>
          </a:prstGeom>
          <a:noFill/>
          <a:ln/>
        </p:spPr>
        <p:txBody>
          <a:bodyPr wrap="square" lIns="0" tIns="0" rIns="0" bIns="47625"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18" name="Text 16"/>
          <p:cNvSpPr/>
          <p:nvPr/>
        </p:nvSpPr>
        <p:spPr>
          <a:xfrm>
            <a:off x="6315075" y="32943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19" name="Text 17"/>
          <p:cNvSpPr/>
          <p:nvPr/>
        </p:nvSpPr>
        <p:spPr>
          <a:xfrm>
            <a:off x="6581775" y="3266450"/>
            <a:ext cx="1306413"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0" name="Text 18"/>
          <p:cNvSpPr/>
          <p:nvPr/>
        </p:nvSpPr>
        <p:spPr>
          <a:xfrm>
            <a:off x="6315075" y="354196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1" name="Text 19"/>
          <p:cNvSpPr/>
          <p:nvPr/>
        </p:nvSpPr>
        <p:spPr>
          <a:xfrm>
            <a:off x="7599908" y="3541961"/>
            <a:ext cx="441722" cy="179487"/>
          </a:xfrm>
          <a:prstGeom prst="roundRect">
            <a:avLst>
              <a:gd name="adj" fmla="val 162214"/>
            </a:avLst>
          </a:prstGeom>
          <a:solidFill>
            <a:srgbClr val="EEF5FC"/>
          </a:solidFill>
          <a:ln/>
        </p:spPr>
        <p:txBody>
          <a:bodyPr wrap="square" lIns="0" tIns="0" rIns="0" bIns="0" rtlCol="0" anchor="t"/>
          <a:lstStyle/>
          <a:p>
            <a:pPr algn="l" indent="0" marL="0">
              <a:lnSpc>
                <a:spcPct val="126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22" name="Text 20"/>
          <p:cNvSpPr/>
          <p:nvPr/>
        </p:nvSpPr>
        <p:spPr>
          <a:xfrm>
            <a:off x="6581775" y="3514100"/>
            <a:ext cx="1532848"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23" name="Text 21"/>
          <p:cNvSpPr/>
          <p:nvPr/>
        </p:nvSpPr>
        <p:spPr>
          <a:xfrm>
            <a:off x="6315075" y="37896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24" name="Text 22"/>
          <p:cNvSpPr/>
          <p:nvPr/>
        </p:nvSpPr>
        <p:spPr>
          <a:xfrm>
            <a:off x="7531150" y="3789611"/>
            <a:ext cx="419546"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25" name="Text 23"/>
          <p:cNvSpPr/>
          <p:nvPr/>
        </p:nvSpPr>
        <p:spPr>
          <a:xfrm>
            <a:off x="6581775" y="3761750"/>
            <a:ext cx="1437367"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26" name="Text 24"/>
          <p:cNvSpPr/>
          <p:nvPr/>
        </p:nvSpPr>
        <p:spPr>
          <a:xfrm>
            <a:off x="747713" y="4082504"/>
            <a:ext cx="10696575" cy="371475"/>
          </a:xfrm>
          <a:prstGeom prst="rect">
            <a:avLst/>
          </a:prstGeom>
          <a:noFill/>
          <a:ln/>
        </p:spPr>
        <p:txBody>
          <a:bodyPr wrap="square" lIns="0" tIns="0" rIns="0" bIns="0" rtlCol="0" anchor="t"/>
          <a:lstStyle/>
          <a:p>
            <a:pPr algn="l" indent="0" marL="0">
              <a:lnSpc>
                <a:spcPct val="125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25000"/>
              </a:lnSpc>
              <a:buNone/>
            </a:pPr>
            <a:endParaRPr lang="en-US" sz="975" dirty="0"/>
          </a:p>
          <a:p>
            <a:pPr algn="l" indent="0" marL="0">
              <a:lnSpc>
                <a:spcPct val="125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8112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68: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092797"/>
            <a:ext cx="9066758" cy="400050"/>
          </a:xfrm>
          <a:prstGeom prst="rect">
            <a:avLst/>
          </a:prstGeom>
          <a:noFill/>
          <a:ln/>
        </p:spPr>
        <p:txBody>
          <a:bodyPr wrap="square" lIns="0" tIns="0" rIns="0" bIns="0" rtlCol="0" anchor="t"/>
          <a:lstStyle/>
          <a:p>
            <a:pPr algn="l" indent="0" marL="0">
              <a:lnSpc>
                <a:spcPct val="117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17000"/>
              </a:lnSpc>
              <a:buNone/>
            </a:pPr>
            <a:endParaRPr lang="en-US" sz="1125" dirty="0"/>
          </a:p>
          <a:p>
            <a:pPr algn="l" indent="0" marL="0">
              <a:lnSpc>
                <a:spcPct val="117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11847"/>
            <a:ext cx="1525592"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633341"/>
            <a:ext cx="325978" cy="414338"/>
          </a:xfrm>
          <a:prstGeom prst="rect">
            <a:avLst/>
          </a:prstGeom>
          <a:noFill/>
          <a:ln/>
        </p:spPr>
        <p:txBody>
          <a:bodyPr wrap="square" lIns="0" tIns="0" rIns="0" bIns="0" rtlCol="0" anchor="t"/>
          <a:lstStyle/>
          <a:p>
            <a:pPr algn="ctr" indent="0" marL="0">
              <a:lnSpc>
                <a:spcPct val="13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780979"/>
            <a:ext cx="9025659" cy="200025"/>
          </a:xfrm>
          <a:prstGeom prst="rect">
            <a:avLst/>
          </a:prstGeom>
          <a:noFill/>
          <a:ln/>
        </p:spPr>
        <p:txBody>
          <a:bodyPr wrap="square" lIns="0" tIns="0" rIns="0" bIns="0" rtlCol="0" anchor="t"/>
          <a:lstStyle/>
          <a:p>
            <a:pPr algn="l" indent="0" marL="0">
              <a:lnSpc>
                <a:spcPct val="122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00016"/>
            <a:ext cx="2140868"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28654"/>
            <a:ext cx="325978" cy="414338"/>
          </a:xfrm>
          <a:prstGeom prst="rect">
            <a:avLst/>
          </a:prstGeom>
          <a:noFill/>
          <a:ln/>
        </p:spPr>
        <p:txBody>
          <a:bodyPr wrap="square" lIns="0" tIns="0" rIns="0" bIns="0" rtlCol="0" anchor="t"/>
          <a:lstStyle/>
          <a:p>
            <a:pPr algn="ctr" indent="0" marL="0">
              <a:lnSpc>
                <a:spcPct val="13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376291"/>
            <a:ext cx="8504813" cy="200025"/>
          </a:xfrm>
          <a:prstGeom prst="rect">
            <a:avLst/>
          </a:prstGeom>
          <a:noFill/>
          <a:ln/>
        </p:spPr>
        <p:txBody>
          <a:bodyPr wrap="square" lIns="0" tIns="0" rIns="0" bIns="0" rtlCol="0" anchor="t"/>
          <a:lstStyle/>
          <a:p>
            <a:pPr algn="l" indent="0" marL="0">
              <a:lnSpc>
                <a:spcPct val="122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295329"/>
            <a:ext cx="2796886"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73824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540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69: Narrow emoji-icon div in flex row with adjacent text (ADR-30 regression)</a:t>
            </a:r>
            <a:endParaRPr lang="en-US" sz="3480" dirty="0"/>
          </a:p>
        </p:txBody>
      </p:sp>
      <p:sp>
        <p:nvSpPr>
          <p:cNvPr id="3" name="Text 1"/>
          <p:cNvSpPr/>
          <p:nvPr/>
        </p:nvSpPr>
        <p:spPr>
          <a:xfrm>
            <a:off x="747713" y="2971354"/>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59073" y="2971354"/>
            <a:ext cx="3506532"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433316"/>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59073" y="3433316"/>
            <a:ext cx="3087417"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895279"/>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59073" y="3895279"/>
            <a:ext cx="3540755"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09616"/>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95867"/>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70: KaTeX math text (duplicate text prevention)</a:t>
            </a:r>
            <a:endParaRPr lang="en-US" sz="3480" dirty="0"/>
          </a:p>
        </p:txBody>
      </p:sp>
      <p:sp>
        <p:nvSpPr>
          <p:cNvPr id="3" name="Text 1"/>
          <p:cNvSpPr/>
          <p:nvPr/>
        </p:nvSpPr>
        <p:spPr>
          <a:xfrm>
            <a:off x="747713" y="3071813"/>
            <a:ext cx="10696575" cy="1468189"/>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endParaRPr lang="en-US" sz="2175" dirty="0"/>
          </a:p>
        </p:txBody>
      </p:sp>
      <p:pic>
        <p:nvPicPr>
          <p:cNvPr id="4" name="Image 0" descr="preencoded.png">    </p:cNvPr>
          <p:cNvPicPr>
            <a:picLocks noChangeAspect="1"/>
          </p:cNvPicPr>
          <p:nvPr/>
        </p:nvPicPr>
        <p:blipFill>
          <a:blip r:embed="rId1"/>
          <a:stretch>
            <a:fillRect/>
          </a:stretch>
        </p:blipFill>
        <p:spPr>
          <a:xfrm>
            <a:off x="2408188" y="3175992"/>
            <a:ext cx="1287810" cy="306735"/>
          </a:xfrm>
          <a:prstGeom prst="rect">
            <a:avLst/>
          </a:prstGeom>
        </p:spPr>
      </p:pic>
      <p:pic>
        <p:nvPicPr>
          <p:cNvPr id="5" name="Image 1" descr="preencoded.png">    </p:cNvPr>
          <p:cNvPicPr>
            <a:picLocks noChangeAspect="1"/>
          </p:cNvPicPr>
          <p:nvPr/>
        </p:nvPicPr>
        <p:blipFill>
          <a:blip r:embed="rId2"/>
          <a:stretch>
            <a:fillRect/>
          </a:stretch>
        </p:blipFill>
        <p:spPr>
          <a:xfrm>
            <a:off x="2411164" y="3659237"/>
            <a:ext cx="1806327" cy="347960"/>
          </a:xfrm>
          <a:prstGeom prst="rect">
            <a:avLst/>
          </a:prstGeom>
        </p:spPr>
      </p:pic>
      <p:pic>
        <p:nvPicPr>
          <p:cNvPr id="6" name="Image 2" descr="preencoded.png">    </p:cNvPr>
          <p:cNvPicPr>
            <a:picLocks noChangeAspect="1"/>
          </p:cNvPicPr>
          <p:nvPr/>
        </p:nvPicPr>
        <p:blipFill>
          <a:blip r:embed="rId3"/>
          <a:stretch>
            <a:fillRect/>
          </a:stretch>
        </p:blipFill>
        <p:spPr>
          <a:xfrm>
            <a:off x="2406253" y="4185493"/>
            <a:ext cx="272653" cy="354509"/>
          </a:xfrm>
          <a:prstGeom prst="rect">
            <a:avLst/>
          </a:prstGeom>
        </p:spPr>
      </p:pic>
      <p:pic>
        <p:nvPicPr>
          <p:cNvPr id="7" name="Image 3" descr="preencoded.png">    </p:cNvPr>
          <p:cNvPicPr>
            <a:picLocks noChangeAspect="1"/>
          </p:cNvPicPr>
          <p:nvPr/>
        </p:nvPicPr>
        <p:blipFill>
          <a:blip r:embed="rId4"/>
          <a:stretch>
            <a:fillRect/>
          </a:stretch>
        </p:blipFill>
        <p:spPr>
          <a:xfrm>
            <a:off x="747713" y="4692402"/>
            <a:ext cx="10696575" cy="414338"/>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271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71: Block math (display mode)</a:t>
            </a:r>
            <a:endParaRPr lang="en-US" sz="3480" dirty="0"/>
          </a:p>
        </p:txBody>
      </p:sp>
      <p:pic>
        <p:nvPicPr>
          <p:cNvPr id="3" name="Image 0" descr="preencoded.png">    </p:cNvPr>
          <p:cNvPicPr>
            <a:picLocks noChangeAspect="1"/>
          </p:cNvPicPr>
          <p:nvPr/>
        </p:nvPicPr>
        <p:blipFill>
          <a:blip r:embed="rId1"/>
          <a:stretch>
            <a:fillRect/>
          </a:stretch>
        </p:blipFill>
        <p:spPr>
          <a:xfrm>
            <a:off x="747713" y="2919710"/>
            <a:ext cx="10696575" cy="814536"/>
          </a:xfrm>
          <a:prstGeom prst="rect">
            <a:avLst/>
          </a:prstGeom>
        </p:spPr>
      </p:pic>
      <p:sp>
        <p:nvSpPr>
          <p:cNvPr id="4" name="Text 1"/>
          <p:cNvSpPr/>
          <p:nvPr/>
        </p:nvSpPr>
        <p:spPr>
          <a:xfrm>
            <a:off x="747713" y="3817590"/>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Inline before block. Below is Euler's identity:</a:t>
            </a:r>
            <a:endParaRPr lang="en-US" sz="2175" dirty="0"/>
          </a:p>
        </p:txBody>
      </p:sp>
      <p:pic>
        <p:nvPicPr>
          <p:cNvPr id="5" name="Image 1" descr="preencoded.png">    </p:cNvPr>
          <p:cNvPicPr>
            <a:picLocks noChangeAspect="1"/>
          </p:cNvPicPr>
          <p:nvPr/>
        </p:nvPicPr>
        <p:blipFill>
          <a:blip r:embed="rId2"/>
          <a:stretch>
            <a:fillRect/>
          </a:stretch>
        </p:blipFill>
        <p:spPr>
          <a:xfrm>
            <a:off x="747713" y="4453384"/>
            <a:ext cx="10696575" cy="322213"/>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747933"/>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72: paginate:false + background image</a:t>
            </a:r>
            <a:endParaRPr lang="en-US" sz="3480" dirty="0"/>
          </a:p>
        </p:txBody>
      </p:sp>
      <p:sp>
        <p:nvSpPr>
          <p:cNvPr id="3" name="Text 1"/>
          <p:cNvSpPr/>
          <p:nvPr/>
        </p:nvSpPr>
        <p:spPr>
          <a:xfrm>
            <a:off x="747713" y="3571429"/>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Content over background with pagination disabled.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303130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73: Fitting header (auto-scaling)</a:t>
            </a:r>
            <a:endParaRPr lang="en-US" sz="348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876800" cy="6858000"/>
          </a:xfrm>
          <a:prstGeom prst="rect">
            <a:avLst/>
          </a:prstGeom>
        </p:spPr>
      </p:pic>
      <p:sp>
        <p:nvSpPr>
          <p:cNvPr id="3" name="Text 0"/>
          <p:cNvSpPr/>
          <p:nvPr/>
        </p:nvSpPr>
        <p:spPr>
          <a:xfrm>
            <a:off x="5624513" y="2230011"/>
            <a:ext cx="6110764"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74: Background image split left</a:t>
            </a:r>
            <a:endParaRPr lang="en-US" sz="3480" dirty="0"/>
          </a:p>
        </p:txBody>
      </p:sp>
      <p:sp>
        <p:nvSpPr>
          <p:cNvPr id="4" name="Text 1"/>
          <p:cNvSpPr/>
          <p:nvPr/>
        </p:nvSpPr>
        <p:spPr>
          <a:xfrm>
            <a:off x="5624513" y="3605957"/>
            <a:ext cx="58197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Split background left layout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Content area is 60% of slide width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6096000" cy="6858000"/>
          </a:xfrm>
          <a:prstGeom prst="rect">
            <a:avLst/>
          </a:prstGeom>
        </p:spPr>
      </p:pic>
      <p:sp>
        <p:nvSpPr>
          <p:cNvPr id="3" name="Text 0"/>
          <p:cNvSpPr/>
          <p:nvPr/>
        </p:nvSpPr>
        <p:spPr>
          <a:xfrm>
            <a:off x="747713" y="274078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75: Multiple background images</a:t>
            </a:r>
            <a:endParaRPr lang="en-US" sz="3480" dirty="0"/>
          </a:p>
        </p:txBody>
      </p:sp>
      <p:sp>
        <p:nvSpPr>
          <p:cNvPr id="4" name="Text 1"/>
          <p:cNvSpPr/>
          <p:nvPr/>
        </p:nvSpPr>
        <p:spPr>
          <a:xfrm>
            <a:off x="747713" y="3564285"/>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directives on a single slide.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747713" y="274078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76: Background image fit mode</a:t>
            </a:r>
            <a:endParaRPr lang="en-US" sz="3480" dirty="0"/>
          </a:p>
        </p:txBody>
      </p:sp>
      <p:sp>
        <p:nvSpPr>
          <p:cNvPr id="4" name="Text 1"/>
          <p:cNvSpPr/>
          <p:nvPr/>
        </p:nvSpPr>
        <p:spPr>
          <a:xfrm>
            <a:off x="747713" y="3564285"/>
            <a:ext cx="11231404" cy="428476"/>
          </a:xfrm>
          <a:prstGeom prst="rect">
            <a:avLst/>
          </a:prstGeom>
          <a:noFill/>
          <a:ln/>
        </p:spPr>
        <p:txBody>
          <a:bodyPr wrap="square" lIns="0" tIns="0" rIns="0" bIns="0" rtlCol="0" anchor="t"/>
          <a:lstStyle/>
          <a:p>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 fit]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uses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contain</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sizing instead of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cover</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8114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77: Task lists (checkboxes)</a:t>
            </a:r>
            <a:endParaRPr lang="en-US" sz="3480" dirty="0"/>
          </a:p>
        </p:txBody>
      </p:sp>
      <p:sp>
        <p:nvSpPr>
          <p:cNvPr id="3" name="Text 1"/>
          <p:cNvSpPr/>
          <p:nvPr/>
        </p:nvSpPr>
        <p:spPr>
          <a:xfrm>
            <a:off x="747713" y="2604641"/>
            <a:ext cx="10696575" cy="2416969"/>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Unchecked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[x] Checked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Another unchecked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[x] Done task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Regular list item (no checkbox)</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3779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78: Headings h5 and h6 + bold-italic + horizontal rule</a:t>
            </a:r>
            <a:endParaRPr lang="en-US" sz="3480" dirty="0"/>
          </a:p>
        </p:txBody>
      </p:sp>
      <p:sp>
        <p:nvSpPr>
          <p:cNvPr id="3" name="Text 1"/>
          <p:cNvSpPr/>
          <p:nvPr/>
        </p:nvSpPr>
        <p:spPr>
          <a:xfrm>
            <a:off x="747713" y="2924473"/>
            <a:ext cx="11291888" cy="345281"/>
          </a:xfrm>
          <a:prstGeom prst="rect">
            <a:avLst/>
          </a:prstGeom>
          <a:noFill/>
          <a:ln/>
        </p:spPr>
        <p:txBody>
          <a:bodyPr wrap="square" lIns="0" tIns="0" rIns="0" bIns="0" rtlCol="0" anchor="t"/>
          <a:lstStyle/>
          <a:p>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Heading level 5</a:t>
            </a:r>
            <a:endParaRPr lang="en-US" sz="2175" dirty="0"/>
          </a:p>
        </p:txBody>
      </p:sp>
      <p:sp>
        <p:nvSpPr>
          <p:cNvPr id="4" name="Text 2"/>
          <p:cNvSpPr/>
          <p:nvPr/>
        </p:nvSpPr>
        <p:spPr>
          <a:xfrm>
            <a:off x="747713" y="3501807"/>
            <a:ext cx="11291888" cy="310604"/>
          </a:xfrm>
          <a:prstGeom prst="rect">
            <a:avLst/>
          </a:prstGeom>
          <a:noFill/>
          <a:ln/>
        </p:spPr>
        <p:txBody>
          <a:bodyPr wrap="square" lIns="0" tIns="0" rIns="0" bIns="0" rtlCol="0" anchor="t"/>
          <a:lstStyle/>
          <a:p>
            <a:pPr algn="l" indent="0" marL="0">
              <a:lnSpc>
                <a:spcPct val="109000"/>
              </a:lnSpc>
              <a:buNone/>
            </a:pPr>
            <a:r>
              <a:rPr lang="en-US" sz="1958" b="1" dirty="0">
                <a:solidFill>
                  <a:srgbClr val="59636E"/>
                </a:solidFill>
                <a:latin typeface="Segoe UI" pitchFamily="34" charset="0"/>
                <a:ea typeface="Segoe UI" pitchFamily="34" charset="-122"/>
                <a:cs typeface="Segoe UI" pitchFamily="34" charset="-120"/>
              </a:rPr>
              <a:t>Heading level 6</a:t>
            </a:r>
            <a:endParaRPr lang="en-US" sz="1958" dirty="0"/>
          </a:p>
        </p:txBody>
      </p:sp>
      <p:sp>
        <p:nvSpPr>
          <p:cNvPr id="5" name="Text 3"/>
          <p:cNvSpPr/>
          <p:nvPr/>
        </p:nvSpPr>
        <p:spPr>
          <a:xfrm>
            <a:off x="747713" y="3926830"/>
            <a:ext cx="11231404" cy="414338"/>
          </a:xfrm>
          <a:prstGeom prst="rect">
            <a:avLst/>
          </a:prstGeom>
          <a:noFill/>
          <a:ln/>
        </p:spPr>
        <p:txBody>
          <a:bodyPr wrap="square" lIns="0" tIns="0" rIns="0" bIns="0" rtlCol="0" anchor="t"/>
          <a:lstStyle/>
          <a:p>
            <a:pPr algn="l" indent="0" marL="0">
              <a:lnSpc>
                <a:spcPct val="130000"/>
              </a:lnSpc>
              <a:buNone/>
            </a:pPr>
            <a:r>
              <a:rPr lang="en-US" sz="2175" b="1" i="1" dirty="0">
                <a:solidFill>
                  <a:srgbClr val="1F2328"/>
                </a:solidFill>
                <a:latin typeface="Segoe UI" pitchFamily="34" charset="0"/>
                <a:ea typeface="Segoe UI" pitchFamily="34" charset="-122"/>
                <a:cs typeface="Segoe UI" pitchFamily="34" charset="-120"/>
              </a:rPr>
              <a:t>bold and italic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alongside normal text.</a:t>
            </a:r>
            <a:endParaRPr lang="en-US" sz="2175" dirty="0"/>
          </a:p>
        </p:txBody>
      </p:sp>
      <p:sp>
        <p:nvSpPr>
          <p:cNvPr id="6" name="Shape 4"/>
          <p:cNvSpPr/>
          <p:nvPr/>
        </p:nvSpPr>
        <p:spPr>
          <a:xfrm>
            <a:off x="747713" y="4638824"/>
            <a:ext cx="10696575" cy="69056"/>
          </a:xfrm>
          <a:prstGeom prst="rect">
            <a:avLst/>
          </a:prstGeom>
          <a:solidFill>
            <a:srgbClr val="D1D9E0"/>
          </a:solidFill>
          <a:ln/>
        </p:spPr>
      </p:sp>
      <p:sp>
        <p:nvSpPr>
          <p:cNvPr id="7" name="Text 5"/>
          <p:cNvSpPr/>
          <p:nvPr/>
        </p:nvSpPr>
        <p:spPr>
          <a:xfrm>
            <a:off x="747713" y="4867424"/>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Above is a horizontal rule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&lt;hr&gt;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6204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79: Image height and combined sizing + emoji shortcodes</a:t>
            </a:r>
            <a:endParaRPr lang="en-US" sz="3480" dirty="0"/>
          </a:p>
        </p:txBody>
      </p:sp>
      <p:pic>
        <p:nvPicPr>
          <p:cNvPr id="3" name="Image 0" descr="preencoded.png">    </p:cNvPr>
          <p:cNvPicPr>
            <a:picLocks noChangeAspect="1"/>
          </p:cNvPicPr>
          <p:nvPr/>
        </p:nvPicPr>
        <p:blipFill>
          <a:blip r:embed="rId1"/>
          <a:stretch>
            <a:fillRect/>
          </a:stretch>
        </p:blipFill>
        <p:spPr>
          <a:xfrm>
            <a:off x="747713" y="2807047"/>
            <a:ext cx="952500" cy="952500"/>
          </a:xfrm>
          <a:prstGeom prst="rect">
            <a:avLst/>
          </a:prstGeom>
        </p:spPr>
      </p:pic>
      <p:pic>
        <p:nvPicPr>
          <p:cNvPr id="4" name="Image 1" descr="preencoded.png">    </p:cNvPr>
          <p:cNvPicPr>
            <a:picLocks noChangeAspect="1"/>
          </p:cNvPicPr>
          <p:nvPr/>
        </p:nvPicPr>
        <p:blipFill>
          <a:blip r:embed="rId2"/>
          <a:stretch>
            <a:fillRect/>
          </a:stretch>
        </p:blipFill>
        <p:spPr>
          <a:xfrm>
            <a:off x="747713" y="4011960"/>
            <a:ext cx="1905000" cy="762000"/>
          </a:xfrm>
          <a:prstGeom prst="rect">
            <a:avLst/>
          </a:prstGeom>
        </p:spPr>
      </p:pic>
      <p:sp>
        <p:nvSpPr>
          <p:cNvPr id="5" name="Text 1"/>
          <p:cNvSpPr/>
          <p:nvPr/>
        </p:nvSpPr>
        <p:spPr>
          <a:xfrm>
            <a:off x="747713" y="49573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Emoji shortcodes: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88314"/>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80: linear-gradient marker highlight on strong inside list item</a:t>
            </a:r>
            <a:endParaRPr lang="en-US" sz="3480" dirty="0"/>
          </a:p>
        </p:txBody>
      </p:sp>
      <p:sp>
        <p:nvSpPr>
          <p:cNvPr id="3" name="Text 1"/>
          <p:cNvSpPr/>
          <p:nvPr/>
        </p:nvSpPr>
        <p:spPr>
          <a:xfrm>
            <a:off x="747713" y="3364260"/>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Alpha beta gamma </a:t>
            </a:r>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Item-1</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a:t>
            </a:r>
            <a:endParaRPr lang="en-US" sz="2175" dirty="0"/>
          </a:p>
          <a:p>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Item-2</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zeta nu eta</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Theta iota </a:t>
            </a:r>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Item-3</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kappa lambda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287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81: Table with colspan and rowspan</a:t>
            </a:r>
            <a:endParaRPr lang="en-US" sz="348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747713" y="2621310"/>
          <a:ext cx="4999881" cy="914400"/>
        </p:xfrm>
        <a:graphic>
          <a:graphicData uri="http://schemas.openxmlformats.org/drawingml/2006/table">
            <a:tbl>
              <a:tblPr/>
              <a:tblGrid>
                <a:gridCol w="1930241"/>
                <a:gridCol w="1930241"/>
                <a:gridCol w="1380173"/>
              </a:tblGrid>
              <a:tr h="0">
                <a:tc gridSpan="2">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Col-A / Col-B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row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Row-1</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Row-2</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vMerge="1">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grid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val-5 / val-6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7273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82: Ordered list with start number</a:t>
            </a:r>
            <a:endParaRPr lang="en-US" sz="3480" dirty="0"/>
          </a:p>
        </p:txBody>
      </p:sp>
      <p:sp>
        <p:nvSpPr>
          <p:cNvPr id="3" name="Text 1"/>
          <p:cNvSpPr/>
          <p:nvPr/>
        </p:nvSpPr>
        <p:spPr>
          <a:xfrm>
            <a:off x="747713" y="1996232"/>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a:t>
            </a:r>
            <a:endParaRPr lang="en-US" sz="2175" dirty="0"/>
          </a:p>
        </p:txBody>
      </p:sp>
      <p:sp>
        <p:nvSpPr>
          <p:cNvPr id="4" name="Text 2"/>
          <p:cNvSpPr/>
          <p:nvPr/>
        </p:nvSpPr>
        <p:spPr>
          <a:xfrm>
            <a:off x="747713" y="2562969"/>
            <a:ext cx="10696575" cy="1450181"/>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5"/>
            </a:pPr>
            <a:r>
              <a:rPr lang="en-US" sz="2175" dirty="0">
                <a:solidFill>
                  <a:srgbClr val="1F2328"/>
                </a:solidFill>
                <a:latin typeface="Segoe UI" pitchFamily="34" charset="0"/>
                <a:ea typeface="Segoe UI" pitchFamily="34" charset="-122"/>
                <a:cs typeface="Segoe UI" pitchFamily="34" charset="-120"/>
              </a:rPr>
              <a:t>Item-5 alpha beta</a:t>
            </a:r>
            <a:endParaRPr lang="en-US" sz="2175" dirty="0"/>
          </a:p>
          <a:p>
            <a:pPr algn="l" marL="342900" indent="-342900">
              <a:lnSpc>
                <a:spcPct val="125000"/>
              </a:lnSpc>
              <a:buSzPct val="100000"/>
              <a:buFont typeface="+mj-lt"/>
              <a:buAutoNum type="arabicPeriod" startAt="6"/>
            </a:pPr>
            <a:r>
              <a:rPr lang="en-US" sz="2175" dirty="0">
                <a:solidFill>
                  <a:srgbClr val="1F2328"/>
                </a:solidFill>
                <a:latin typeface="Segoe UI" pitchFamily="34" charset="0"/>
                <a:ea typeface="Segoe UI" pitchFamily="34" charset="-122"/>
                <a:cs typeface="Segoe UI" pitchFamily="34" charset="-120"/>
              </a:rPr>
              <a:t>Item-6 gamma delta</a:t>
            </a:r>
            <a:endParaRPr lang="en-US" sz="2175" dirty="0"/>
          </a:p>
          <a:p>
            <a:pPr algn="l" marL="342900" indent="-342900">
              <a:lnSpc>
                <a:spcPct val="125000"/>
              </a:lnSpc>
              <a:buSzPct val="100000"/>
              <a:buFont typeface="+mj-lt"/>
              <a:buAutoNum type="arabicPeriod" startAt="7"/>
            </a:pPr>
            <a:r>
              <a:rPr lang="en-US" sz="2175" dirty="0">
                <a:solidFill>
                  <a:srgbClr val="1F2328"/>
                </a:solidFill>
                <a:latin typeface="Segoe UI" pitchFamily="34" charset="0"/>
                <a:ea typeface="Segoe UI" pitchFamily="34" charset="-122"/>
                <a:cs typeface="Segoe UI" pitchFamily="34" charset="-120"/>
              </a:rPr>
              <a:t>Item-7 epsilon zeta</a:t>
            </a:r>
            <a:endParaRPr lang="en-US" sz="2175" dirty="0"/>
          </a:p>
        </p:txBody>
      </p:sp>
      <p:sp>
        <p:nvSpPr>
          <p:cNvPr id="5" name="Text 3"/>
          <p:cNvSpPr/>
          <p:nvPr/>
        </p:nvSpPr>
        <p:spPr>
          <a:xfrm>
            <a:off x="747713" y="409649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Delta epsilon:</a:t>
            </a:r>
            <a:endParaRPr lang="en-US" sz="2175" dirty="0"/>
          </a:p>
        </p:txBody>
      </p:sp>
      <p:sp>
        <p:nvSpPr>
          <p:cNvPr id="6" name="Text 4"/>
          <p:cNvSpPr/>
          <p:nvPr/>
        </p:nvSpPr>
        <p:spPr>
          <a:xfrm>
            <a:off x="747713" y="4663232"/>
            <a:ext cx="10696575" cy="966788"/>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0"/>
            </a:pPr>
            <a:r>
              <a:rPr lang="en-US" sz="2175" dirty="0">
                <a:solidFill>
                  <a:srgbClr val="1F2328"/>
                </a:solidFill>
                <a:latin typeface="Segoe UI" pitchFamily="34" charset="0"/>
                <a:ea typeface="Segoe UI" pitchFamily="34" charset="-122"/>
                <a:cs typeface="Segoe UI" pitchFamily="34" charset="-120"/>
              </a:rPr>
              <a:t>Item-10 eta theta</a:t>
            </a:r>
            <a:endParaRPr lang="en-US" sz="2175" dirty="0"/>
          </a:p>
          <a:p>
            <a:pPr algn="l" marL="342900" indent="-342900">
              <a:lnSpc>
                <a:spcPct val="125000"/>
              </a:lnSpc>
              <a:buSzPct val="100000"/>
              <a:buFont typeface="+mj-lt"/>
              <a:buAutoNum type="arabicPeriod" startAt="11"/>
            </a:pPr>
            <a:r>
              <a:rPr lang="en-US" sz="2175" dirty="0">
                <a:solidFill>
                  <a:srgbClr val="1F2328"/>
                </a:solidFill>
                <a:latin typeface="Segoe UI" pitchFamily="34" charset="0"/>
                <a:ea typeface="Segoe UI" pitchFamily="34" charset="-122"/>
                <a:cs typeface="Segoe UI" pitchFamily="34" charset="-120"/>
              </a:rPr>
              <a:t>Item-11 iota kappa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668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83: Nested unordered list inside ordered list</a:t>
            </a:r>
            <a:endParaRPr lang="en-US" sz="3480" dirty="0"/>
          </a:p>
        </p:txBody>
      </p:sp>
      <p:sp>
        <p:nvSpPr>
          <p:cNvPr id="3" name="Text 1"/>
          <p:cNvSpPr/>
          <p:nvPr/>
        </p:nvSpPr>
        <p:spPr>
          <a:xfrm>
            <a:off x="747713" y="2190304"/>
            <a:ext cx="10696575" cy="3245644"/>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First ordered item</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alpha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beta</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Second ordered item</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gamma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delta</a:t>
            </a:r>
            <a:endParaRPr lang="en-US" sz="2175" dirty="0"/>
          </a:p>
          <a:p>
            <a:pPr algn="l" marL="342900" indent="-342900">
              <a:lnSpc>
                <a:spcPct val="125000"/>
              </a:lnSpc>
              <a:buSzPct val="100000"/>
              <a:buFont typeface="+mj-lt"/>
              <a:buAutoNum type="arabicPeriod" startAt="3"/>
            </a:pPr>
            <a:r>
              <a:rPr lang="en-US" sz="2175" dirty="0">
                <a:solidFill>
                  <a:srgbClr val="1F2328"/>
                </a:solidFill>
                <a:latin typeface="Segoe UI" pitchFamily="34" charset="0"/>
                <a:ea typeface="Segoe UI" pitchFamily="34" charset="-122"/>
                <a:cs typeface="Segoe UI" pitchFamily="34" charset="-120"/>
              </a:rPr>
              <a:t>Third ordered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0850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84: Nested ordered list inside unordered list</a:t>
            </a:r>
            <a:endParaRPr lang="en-US" sz="3480" dirty="0"/>
          </a:p>
        </p:txBody>
      </p:sp>
      <p:sp>
        <p:nvSpPr>
          <p:cNvPr id="3" name="Text 1"/>
          <p:cNvSpPr/>
          <p:nvPr/>
        </p:nvSpPr>
        <p:spPr>
          <a:xfrm>
            <a:off x="747713" y="2432000"/>
            <a:ext cx="10696575" cy="2762250"/>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one</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first</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second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two</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third</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fourth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85: Code block inside list item (ADR-43 regression)</a:t>
            </a:r>
            <a:endParaRPr lang="en-US" sz="3480" dirty="0"/>
          </a:p>
        </p:txBody>
      </p:sp>
      <p:sp>
        <p:nvSpPr>
          <p:cNvPr id="3" name="Text 1"/>
          <p:cNvSpPr/>
          <p:nvPr/>
        </p:nvSpPr>
        <p:spPr>
          <a:xfrm>
            <a:off x="747713" y="2068413"/>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Label-A</a:t>
            </a:r>
            <a:endParaRPr lang="en-US" sz="2175" dirty="0"/>
          </a:p>
        </p:txBody>
      </p:sp>
      <p:sp>
        <p:nvSpPr>
          <p:cNvPr id="4" name="Text 2"/>
          <p:cNvSpPr/>
          <p:nvPr/>
        </p:nvSpPr>
        <p:spPr>
          <a:xfrm>
            <a:off x="1300163" y="2704207"/>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1F2328"/>
                </a:solidFill>
                <a:latin typeface="Consolas" pitchFamily="34" charset="0"/>
                <a:ea typeface="Consolas" pitchFamily="34" charset="-122"/>
                <a:cs typeface="Consolas" pitchFamily="34" charset="-120"/>
              </a:rPr>
              <a:t>val-1: Cat-B</a:t>
            </a:r>
            <a:pPr indent="0" marL="0">
              <a:buNone/>
            </a:pPr>
            <a:endParaRPr lang="en-US" sz="1283" dirty="0"/>
          </a:p>
          <a:p>
            <a:pPr indent="0" marL="0">
              <a:buNone/>
            </a:pPr>
            <a:r>
              <a:rPr lang="en-US" sz="1283" dirty="0">
                <a:solidFill>
                  <a:srgbClr val="1F2328"/>
                </a:solidFill>
                <a:latin typeface="Consolas" pitchFamily="34" charset="0"/>
                <a:ea typeface="Consolas" pitchFamily="34" charset="-122"/>
                <a:cs typeface="Consolas" pitchFamily="34" charset="-120"/>
              </a:rPr>
              <a:t>val-2: Cat-C</a:t>
            </a:r>
            <a:pPr indent="0" marL="0">
              <a:buNone/>
            </a:pPr>
            <a:endParaRPr lang="en-US" sz="1283" dirty="0"/>
          </a:p>
        </p:txBody>
      </p:sp>
      <p:sp>
        <p:nvSpPr>
          <p:cNvPr id="5" name="Text 3"/>
          <p:cNvSpPr/>
          <p:nvPr/>
        </p:nvSpPr>
        <p:spPr>
          <a:xfrm>
            <a:off x="747713" y="3654326"/>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Label-B</a:t>
            </a:r>
            <a:endParaRPr lang="en-US" sz="2175" dirty="0"/>
          </a:p>
        </p:txBody>
      </p:sp>
      <p:sp>
        <p:nvSpPr>
          <p:cNvPr id="6" name="Text 4"/>
          <p:cNvSpPr/>
          <p:nvPr/>
        </p:nvSpPr>
        <p:spPr>
          <a:xfrm>
            <a:off x="1300163" y="4290120"/>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1F2328"/>
                </a:solidFill>
                <a:latin typeface="Consolas" pitchFamily="34" charset="0"/>
                <a:ea typeface="Consolas" pitchFamily="34" charset="-122"/>
                <a:cs typeface="Consolas" pitchFamily="34" charset="-120"/>
              </a:rPr>
              <a:t>val-3: Cat-D</a:t>
            </a:r>
            <a:pPr indent="0" marL="0">
              <a:buNone/>
            </a:pPr>
            <a:endParaRPr lang="en-US" sz="1283" dirty="0"/>
          </a:p>
          <a:p>
            <a:pPr indent="0" marL="0">
              <a:buNone/>
            </a:pPr>
            <a:r>
              <a:rPr lang="en-US" sz="1283" dirty="0">
                <a:solidFill>
                  <a:srgbClr val="1F2328"/>
                </a:solidFill>
                <a:latin typeface="Consolas" pitchFamily="34" charset="0"/>
                <a:ea typeface="Consolas" pitchFamily="34" charset="-122"/>
                <a:cs typeface="Consolas" pitchFamily="34" charset="-120"/>
              </a:rPr>
              <a:t>val-4: Cat-E</a:t>
            </a:r>
            <a:pPr indent="0" marL="0">
              <a:buNone/>
            </a:pPr>
            <a:endParaRPr lang="en-US" sz="1283" dirty="0"/>
          </a:p>
        </p:txBody>
      </p:sp>
      <p:sp>
        <p:nvSpPr>
          <p:cNvPr id="7" name="Text 5"/>
          <p:cNvSpPr/>
          <p:nvPr/>
        </p:nvSpPr>
        <p:spPr>
          <a:xfrm>
            <a:off x="747713" y="5240238"/>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Label-C</a:t>
            </a:r>
            <a:endParaRPr lang="en-US" sz="2175" dirty="0"/>
          </a:p>
        </p:txBody>
      </p:sp>
      <p:sp>
        <p:nvSpPr>
          <p:cNvPr id="8" name="Text 6"/>
          <p:cNvSpPr/>
          <p:nvPr/>
        </p:nvSpPr>
        <p:spPr>
          <a:xfrm>
            <a:off x="1300163" y="5876032"/>
            <a:ext cx="10144125" cy="600075"/>
          </a:xfrm>
          <a:prstGeom prst="rect">
            <a:avLst/>
          </a:prstGeom>
          <a:solidFill>
            <a:srgbClr val="F6F8FA"/>
          </a:solidFill>
          <a:ln/>
        </p:spPr>
        <p:txBody>
          <a:bodyPr wrap="none" lIns="0" tIns="0" rIns="0" bIns="0" rtlCol="0" anchor="t"/>
          <a:lstStyle/>
          <a:p>
            <a:pPr indent="0" marL="0">
              <a:buNone/>
            </a:pPr>
            <a:endParaRPr lang="en-US"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5608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86: List inside blockquote (ADR-44 regression)</a:t>
            </a:r>
            <a:endParaRPr lang="en-US" sz="3480" dirty="0"/>
          </a:p>
        </p:txBody>
      </p:sp>
      <p:sp>
        <p:nvSpPr>
          <p:cNvPr id="3" name="Shape 1"/>
          <p:cNvSpPr/>
          <p:nvPr/>
        </p:nvSpPr>
        <p:spPr>
          <a:xfrm>
            <a:off x="747713" y="2701082"/>
            <a:ext cx="66675" cy="2845594"/>
          </a:xfrm>
          <a:prstGeom prst="rect">
            <a:avLst/>
          </a:prstGeom>
          <a:solidFill>
            <a:srgbClr val="D1D9E0"/>
          </a:solidFill>
          <a:ln/>
        </p:spPr>
      </p:sp>
      <p:sp>
        <p:nvSpPr>
          <p:cNvPr id="4" name="Text 2"/>
          <p:cNvSpPr/>
          <p:nvPr/>
        </p:nvSpPr>
        <p:spPr>
          <a:xfrm>
            <a:off x="814388" y="2701082"/>
            <a:ext cx="10629900" cy="2845594"/>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Alpha beta gamma. Delta epsilon zeta nu eta.</a:t>
            </a:r>
            <a:endParaRPr lang="en-US" sz="2175" dirty="0"/>
          </a:p>
        </p:txBody>
      </p:sp>
      <p:sp>
        <p:nvSpPr>
          <p:cNvPr id="5" name="Text 3"/>
          <p:cNvSpPr/>
          <p:nvPr/>
        </p:nvSpPr>
        <p:spPr>
          <a:xfrm>
            <a:off x="1090613" y="3198763"/>
            <a:ext cx="10077450" cy="2347913"/>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Label-A: Alpha beta gamma</a:t>
            </a:r>
            <a:endParaRPr lang="en-US" sz="2175" dirty="0"/>
          </a:p>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Label-B: Delta epsilon zeta</a:t>
            </a:r>
            <a:endParaRPr lang="en-US" sz="2175" dirty="0"/>
          </a:p>
          <a:p>
            <a:pPr algn="l" lvl="1" marL="6858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Cat-A: val-1</a:t>
            </a:r>
            <a:endParaRPr lang="en-US" sz="2175" dirty="0"/>
          </a:p>
          <a:p>
            <a:pPr algn="l" lvl="1" marL="6858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Cat-B: val-2</a:t>
            </a:r>
            <a:endParaRPr lang="en-US" sz="2175" dirty="0"/>
          </a:p>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Label-C: Alpha item and beta gamma.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64401"/>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87: Code block with indented lines (ADR-45 regression)</a:t>
            </a:r>
            <a:endParaRPr lang="en-US" sz="3480" dirty="0"/>
          </a:p>
        </p:txBody>
      </p:sp>
      <p:sp>
        <p:nvSpPr>
          <p:cNvPr id="3" name="Text 1"/>
          <p:cNvSpPr/>
          <p:nvPr/>
        </p:nvSpPr>
        <p:spPr>
          <a:xfrm>
            <a:off x="747713" y="2609404"/>
            <a:ext cx="10696575" cy="3028950"/>
          </a:xfrm>
          <a:prstGeom prst="rect">
            <a:avLst/>
          </a:prstGeom>
          <a:solidFill>
            <a:srgbClr val="F6F8FA"/>
          </a:solidFill>
          <a:ln/>
        </p:spPr>
        <p:txBody>
          <a:bodyPr wrap="none" lIns="0" tIns="0" rIns="0" bIns="0" rtlCol="0" anchor="t"/>
          <a:lstStyle/>
          <a:p>
            <a:pPr indent="0" marL="0">
              <a:buNone/>
            </a:pPr>
            <a:r>
              <a:rPr lang="en-US" sz="1696" dirty="0">
                <a:solidFill>
                  <a:srgbClr val="CF222E"/>
                </a:solidFill>
                <a:latin typeface="Consolas" pitchFamily="34" charset="0"/>
                <a:ea typeface="Consolas" pitchFamily="34" charset="-122"/>
                <a:cs typeface="Consolas" pitchFamily="34" charset="-120"/>
              </a:rPr>
              <a:t>class</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Cat</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constructor</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CF222E"/>
                </a:solidFill>
                <a:latin typeface="Consolas" pitchFamily="34" charset="0"/>
                <a:ea typeface="Consolas" pitchFamily="34" charset="-122"/>
                <a:cs typeface="Consolas" pitchFamily="34" charset="-120"/>
              </a:rPr>
              <a:t>private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550AE"/>
                </a:solidFill>
                <a:latin typeface="Consolas" pitchFamily="34" charset="0"/>
                <a:ea typeface="Consolas" pitchFamily="34" charset="-122"/>
                <a:cs typeface="Consolas" pitchFamily="34" charset="-120"/>
              </a:rPr>
              <a:t>name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953800"/>
                </a:solidFill>
                <a:latin typeface="Consolas" pitchFamily="34" charset="0"/>
                <a:ea typeface="Consolas" pitchFamily="34" charset="-122"/>
                <a:cs typeface="Consolas" pitchFamily="34" charset="-120"/>
              </a:rPr>
              <a:t>string</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greet</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953800"/>
                </a:solidFill>
                <a:latin typeface="Consolas" pitchFamily="34" charset="0"/>
                <a:ea typeface="Consolas" pitchFamily="34" charset="-122"/>
                <a:cs typeface="Consolas" pitchFamily="34" charset="-120"/>
              </a:rPr>
              <a:t>string</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if</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550AE"/>
                </a:solidFill>
                <a:latin typeface="Consolas" pitchFamily="34" charset="0"/>
                <a:ea typeface="Consolas" pitchFamily="34" charset="-122"/>
                <a:cs typeface="Consolas" pitchFamily="34" charset="-120"/>
              </a:rPr>
              <a:t>this</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1F2328"/>
                </a:solidFill>
                <a:latin typeface="Consolas" pitchFamily="34" charset="0"/>
                <a:ea typeface="Consolas" pitchFamily="34" charset="-122"/>
                <a:cs typeface="Consolas" pitchFamily="34" charset="-120"/>
              </a:rPr>
              <a:t>name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return</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A3069"/>
                </a:solidFill>
                <a:latin typeface="Consolas" pitchFamily="34" charset="0"/>
                <a:ea typeface="Consolas" pitchFamily="34" charset="-122"/>
                <a:cs typeface="Consolas" pitchFamily="34" charset="-120"/>
              </a:rPr>
              <a:t>`Hello </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0550AE"/>
                </a:solidFill>
                <a:latin typeface="Consolas" pitchFamily="34" charset="0"/>
                <a:ea typeface="Consolas" pitchFamily="34" charset="-122"/>
                <a:cs typeface="Consolas" pitchFamily="34" charset="-120"/>
              </a:rPr>
              <a:t>this</a:t>
            </a:r>
            <a:pPr indent="0" marL="0">
              <a:buNone/>
            </a:pPr>
            <a:r>
              <a:rPr lang="en-US" sz="1696" dirty="0">
                <a:solidFill>
                  <a:srgbClr val="1F2328"/>
                </a:solidFill>
                <a:latin typeface="Consolas" pitchFamily="34" charset="0"/>
                <a:ea typeface="Consolas" pitchFamily="34" charset="-122"/>
                <a:cs typeface="Consolas" pitchFamily="34" charset="-120"/>
              </a:rPr>
              <a:t>.name}</a:t>
            </a:r>
            <a:pPr indent="0" marL="0">
              <a:buNone/>
            </a:pPr>
            <a:r>
              <a:rPr lang="en-US" sz="1696" dirty="0">
                <a:solidFill>
                  <a:srgbClr val="0A3069"/>
                </a:solidFill>
                <a:latin typeface="Consolas" pitchFamily="34" charset="0"/>
                <a:ea typeface="Consolas" pitchFamily="34" charset="-122"/>
                <a:cs typeface="Consolas" pitchFamily="34" charset="-120"/>
              </a:rPr>
              <a:t>`</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return</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A3069"/>
                </a:solidFill>
                <a:latin typeface="Consolas" pitchFamily="34" charset="0"/>
                <a:ea typeface="Consolas" pitchFamily="34" charset="-122"/>
                <a:cs typeface="Consolas" pitchFamily="34" charset="-120"/>
              </a:rPr>
              <a:t>'Hello'</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endParaRPr lang="en-US" sz="1696"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137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87b: Long code block overflow (ADR-45 regression)</a:t>
            </a:r>
            <a:endParaRPr lang="en-US" sz="3480" dirty="0"/>
          </a:p>
        </p:txBody>
      </p:sp>
      <p:sp>
        <p:nvSpPr>
          <p:cNvPr id="3" name="Text 1"/>
          <p:cNvSpPr/>
          <p:nvPr/>
        </p:nvSpPr>
        <p:spPr>
          <a:xfrm>
            <a:off x="747713" y="3666381"/>
            <a:ext cx="10696575" cy="914995"/>
          </a:xfrm>
          <a:prstGeom prst="rect">
            <a:avLst/>
          </a:prstGeom>
          <a:solidFill>
            <a:srgbClr val="F6F8FA"/>
          </a:solidFill>
          <a:ln/>
        </p:spPr>
        <p:txBody>
          <a:bodyPr wrap="none" lIns="0" tIns="0" rIns="0" bIns="0" rtlCol="0" anchor="t"/>
          <a:lstStyle/>
          <a:p>
            <a:pPr indent="0" marL="0">
              <a:buNone/>
            </a:pPr>
            <a:r>
              <a:rPr lang="en-US" sz="1044" dirty="0">
                <a:solidFill>
                  <a:srgbClr val="59636E"/>
                </a:solidFill>
                <a:latin typeface="Consolas" pitchFamily="34" charset="0"/>
                <a:ea typeface="Consolas" pitchFamily="34" charset="-122"/>
                <a:cs typeface="Consolas" pitchFamily="34" charset="-120"/>
              </a:rPr>
              <a:t>// Alpha beta gamma delta epsilon zeta eta theta iota kappa lambda mu nu xi omicron pi rho sigma</a:t>
            </a:r>
            <a:pPr indent="0" marL="0">
              <a:buNone/>
            </a:pPr>
            <a:endParaRPr lang="en-US" sz="1044" dirty="0"/>
          </a:p>
          <a:p>
            <a:pPr indent="0" marL="0">
              <a:buNone/>
            </a:pPr>
            <a:r>
              <a:rPr lang="en-US" sz="1044" dirty="0">
                <a:solidFill>
                  <a:srgbClr val="CF222E"/>
                </a:solidFill>
                <a:latin typeface="Consolas" pitchFamily="34" charset="0"/>
                <a:ea typeface="Consolas" pitchFamily="34" charset="-122"/>
                <a:cs typeface="Consolas" pitchFamily="34" charset="-120"/>
              </a:rPr>
              <a:t>const</a:t>
            </a:r>
            <a:pPr indent="0" marL="0">
              <a:buNone/>
            </a:pPr>
            <a:r>
              <a:rPr lang="en-US" sz="1044" dirty="0">
                <a:solidFill>
                  <a:srgbClr val="1F2328"/>
                </a:solidFill>
                <a:latin typeface="Consolas" pitchFamily="34" charset="0"/>
                <a:ea typeface="Consolas" pitchFamily="34" charset="-122"/>
                <a:cs typeface="Consolas" pitchFamily="34" charset="-120"/>
              </a:rPr>
              <a:t> alphaResult = </a:t>
            </a:r>
            <a:pPr indent="0" marL="0">
              <a:buNone/>
            </a:pPr>
            <a:r>
              <a:rPr lang="en-US" sz="1044" dirty="0">
                <a:solidFill>
                  <a:srgbClr val="6639BA"/>
                </a:solidFill>
                <a:latin typeface="Consolas" pitchFamily="34" charset="0"/>
                <a:ea typeface="Consolas" pitchFamily="34" charset="-122"/>
                <a:cs typeface="Consolas" pitchFamily="34" charset="-120"/>
              </a:rPr>
              <a:t>calculateAlphaBetaGammaDeltaEpsilon</a:t>
            </a:r>
            <a:pPr indent="0" marL="0">
              <a:buNone/>
            </a:pPr>
            <a:r>
              <a:rPr lang="en-US" sz="1044" dirty="0">
                <a:solidFill>
                  <a:srgbClr val="1F2328"/>
                </a:solidFill>
                <a:latin typeface="Consolas" pitchFamily="34" charset="0"/>
                <a:ea typeface="Consolas" pitchFamily="34" charset="-122"/>
                <a:cs typeface="Consolas" pitchFamily="34" charset="-120"/>
              </a:rPr>
              <a:t>(paramAlpha, paramBeta, paramGamma, paramDelta)</a:t>
            </a:r>
            <a:pPr indent="0" marL="0">
              <a:buNone/>
            </a:pPr>
            <a:endParaRPr lang="en-US" sz="1044" dirty="0"/>
          </a:p>
          <a:p>
            <a:pPr indent="0" marL="0">
              <a:buNone/>
            </a:pPr>
            <a:r>
              <a:rPr lang="en-US" sz="1044" dirty="0">
                <a:solidFill>
                  <a:srgbClr val="CF222E"/>
                </a:solidFill>
                <a:latin typeface="Consolas" pitchFamily="34" charset="0"/>
                <a:ea typeface="Consolas" pitchFamily="34" charset="-122"/>
                <a:cs typeface="Consolas" pitchFamily="34" charset="-120"/>
              </a:rPr>
              <a:t>const</a:t>
            </a:r>
            <a:pPr indent="0" marL="0">
              <a:buNone/>
            </a:pPr>
            <a:r>
              <a:rPr lang="en-US" sz="1044" dirty="0">
                <a:solidFill>
                  <a:srgbClr val="1F2328"/>
                </a:solidFill>
                <a:latin typeface="Consolas" pitchFamily="34" charset="0"/>
                <a:ea typeface="Consolas" pitchFamily="34" charset="-122"/>
                <a:cs typeface="Consolas" pitchFamily="34" charset="-120"/>
              </a:rPr>
              <a:t> betaResult = </a:t>
            </a:r>
            <a:pPr indent="0" marL="0">
              <a:buNone/>
            </a:pPr>
            <a:r>
              <a:rPr lang="en-US" sz="1044" dirty="0">
                <a:solidFill>
                  <a:srgbClr val="6639BA"/>
                </a:solidFill>
                <a:latin typeface="Consolas" pitchFamily="34" charset="0"/>
                <a:ea typeface="Consolas" pitchFamily="34" charset="-122"/>
                <a:cs typeface="Consolas" pitchFamily="34" charset="-120"/>
              </a:rPr>
              <a:t>transformBetaGammaDeltaEpsilonZeta</a:t>
            </a:r>
            <a:pPr indent="0" marL="0">
              <a:buNone/>
            </a:pPr>
            <a:r>
              <a:rPr lang="en-US" sz="1044" dirty="0">
                <a:solidFill>
                  <a:srgbClr val="1F2328"/>
                </a:solidFill>
                <a:latin typeface="Consolas" pitchFamily="34" charset="0"/>
                <a:ea typeface="Consolas" pitchFamily="34" charset="-122"/>
                <a:cs typeface="Consolas" pitchFamily="34" charset="-120"/>
              </a:rPr>
              <a:t>(inputAlpha, inputBeta, inputGamma, inputDelta)</a:t>
            </a:r>
            <a:pPr indent="0" marL="0">
              <a:buNone/>
            </a:pPr>
            <a:endParaRPr lang="en-US" sz="1044"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0583"/>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88: Nested list with circle markers (ADR-45 regression)</a:t>
            </a:r>
            <a:endParaRPr lang="en-US" sz="3480" dirty="0"/>
          </a:p>
        </p:txBody>
      </p:sp>
      <p:sp>
        <p:nvSpPr>
          <p:cNvPr id="3" name="Text 1"/>
          <p:cNvSpPr/>
          <p:nvPr/>
        </p:nvSpPr>
        <p:spPr>
          <a:xfrm>
            <a:off x="747713" y="2466529"/>
            <a:ext cx="10696575" cy="3245644"/>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Alpha beta gamma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Cat-A: val-1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Cat-B: val-2</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Cat-C: val-3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Delta epsilon zeta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Cat-D: val-4</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Cat-E: val-5</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0489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89: Bullet items with code blocks interleaved (ADR-45 regression)</a:t>
            </a:r>
            <a:endParaRPr lang="en-US" sz="3480" dirty="0"/>
          </a:p>
        </p:txBody>
      </p:sp>
      <p:sp>
        <p:nvSpPr>
          <p:cNvPr id="3" name="Text 1"/>
          <p:cNvSpPr/>
          <p:nvPr/>
        </p:nvSpPr>
        <p:spPr>
          <a:xfrm>
            <a:off x="747713" y="2680841"/>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Label-A</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4" name="Text 2"/>
          <p:cNvSpPr/>
          <p:nvPr/>
        </p:nvSpPr>
        <p:spPr>
          <a:xfrm>
            <a:off x="1300163" y="3164235"/>
            <a:ext cx="10144125" cy="600075"/>
          </a:xfrm>
          <a:prstGeom prst="rect">
            <a:avLst/>
          </a:prstGeom>
          <a:solidFill>
            <a:srgbClr val="F6F8FA"/>
          </a:solidFill>
          <a:ln/>
        </p:spPr>
        <p:txBody>
          <a:bodyPr wrap="none" lIns="0" tIns="0" rIns="0" bIns="0" rtlCol="0" anchor="t"/>
          <a:lstStyle/>
          <a:p>
            <a:pPr indent="0" marL="0">
              <a:buNone/>
            </a:pPr>
            <a:r>
              <a:rPr lang="en-US" sz="1011" dirty="0">
                <a:solidFill>
                  <a:srgbClr val="1F2328"/>
                </a:solidFill>
                <a:latin typeface="Consolas" pitchFamily="34" charset="0"/>
                <a:ea typeface="Consolas" pitchFamily="34" charset="-122"/>
                <a:cs typeface="Consolas" pitchFamily="34" charset="-120"/>
              </a:rPr>
              <a:t>.cat { color: blue; }</a:t>
            </a:r>
            <a:pPr indent="0" marL="0">
              <a:buNone/>
            </a:pPr>
            <a:endParaRPr lang="en-US" sz="1011" dirty="0"/>
          </a:p>
        </p:txBody>
      </p:sp>
      <p:sp>
        <p:nvSpPr>
          <p:cNvPr id="5" name="Text 3"/>
          <p:cNvSpPr/>
          <p:nvPr/>
        </p:nvSpPr>
        <p:spPr>
          <a:xfrm>
            <a:off x="747713" y="3847654"/>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Label-B</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 zeta</a:t>
            </a:r>
            <a:endParaRPr lang="en-US" sz="2175" dirty="0"/>
          </a:p>
        </p:txBody>
      </p:sp>
      <p:sp>
        <p:nvSpPr>
          <p:cNvPr id="6" name="Text 4"/>
          <p:cNvSpPr/>
          <p:nvPr/>
        </p:nvSpPr>
        <p:spPr>
          <a:xfrm>
            <a:off x="1300163" y="4331047"/>
            <a:ext cx="10144125" cy="600075"/>
          </a:xfrm>
          <a:prstGeom prst="rect">
            <a:avLst/>
          </a:prstGeom>
          <a:solidFill>
            <a:srgbClr val="F6F8FA"/>
          </a:solidFill>
          <a:ln/>
        </p:spPr>
        <p:txBody>
          <a:bodyPr wrap="none" lIns="0" tIns="0" rIns="0" bIns="0" rtlCol="0" anchor="t"/>
          <a:lstStyle/>
          <a:p>
            <a:pPr indent="0" marL="0">
              <a:buNone/>
            </a:pPr>
            <a:r>
              <a:rPr lang="en-US" sz="1011" dirty="0">
                <a:solidFill>
                  <a:srgbClr val="1F2328"/>
                </a:solidFill>
                <a:latin typeface="Consolas" pitchFamily="34" charset="0"/>
                <a:ea typeface="Consolas" pitchFamily="34" charset="-122"/>
                <a:cs typeface="Consolas" pitchFamily="34" charset="-120"/>
              </a:rPr>
              <a:t>.legacy-item { ... }</a:t>
            </a:r>
            <a:pPr indent="0" marL="0">
              <a:buNone/>
            </a:pPr>
            <a:endParaRPr lang="en-US" sz="1011" dirty="0"/>
          </a:p>
        </p:txBody>
      </p:sp>
      <p:sp>
        <p:nvSpPr>
          <p:cNvPr id="7" name="Text 5"/>
          <p:cNvSpPr/>
          <p:nvPr/>
        </p:nvSpPr>
        <p:spPr>
          <a:xfrm>
            <a:off x="747713" y="5014466"/>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Label-C</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90: Large code block font size fidelity (ADR-46)</a:t>
            </a:r>
            <a:endParaRPr lang="en-US" sz="3480" dirty="0"/>
          </a:p>
        </p:txBody>
      </p:sp>
      <p:sp>
        <p:nvSpPr>
          <p:cNvPr id="3" name="Text 1"/>
          <p:cNvSpPr/>
          <p:nvPr/>
        </p:nvSpPr>
        <p:spPr>
          <a:xfrm>
            <a:off x="747713" y="2137470"/>
            <a:ext cx="10696575" cy="4720530"/>
          </a:xfrm>
          <a:prstGeom prst="rect">
            <a:avLst/>
          </a:prstGeom>
          <a:solidFill>
            <a:srgbClr val="F6F8FA"/>
          </a:solidFill>
          <a:ln/>
        </p:spPr>
        <p:txBody>
          <a:bodyPr wrap="none" lIns="0" tIns="0" rIns="0" bIns="0" rtlCol="0" anchor="t"/>
          <a:lstStyle/>
          <a:p>
            <a:pPr indent="0" marL="0">
              <a:buNone/>
            </a:pPr>
            <a:r>
              <a:rPr lang="en-US" sz="1239" dirty="0">
                <a:solidFill>
                  <a:srgbClr val="59636E"/>
                </a:solidFill>
                <a:latin typeface="Consolas" pitchFamily="34" charset="0"/>
                <a:ea typeface="Consolas" pitchFamily="34" charset="-122"/>
                <a:cs typeface="Consolas" pitchFamily="34" charset="-120"/>
              </a:rPr>
              <a:t>// Generic service class with multiple indentation levels</a:t>
            </a:r>
            <a:pPr indent="0" marL="0">
              <a:buNone/>
            </a:pPr>
            <a:endParaRPr lang="en-US" sz="1239" dirty="0"/>
          </a:p>
          <a:p>
            <a:pPr indent="0" marL="0">
              <a:buNone/>
            </a:pPr>
            <a:r>
              <a:rPr lang="en-US" sz="1239" dirty="0">
                <a:solidFill>
                  <a:srgbClr val="CF222E"/>
                </a:solidFill>
                <a:latin typeface="Consolas" pitchFamily="34" charset="0"/>
                <a:ea typeface="Consolas" pitchFamily="34" charset="-122"/>
                <a:cs typeface="Consolas" pitchFamily="34" charset="-120"/>
              </a:rPr>
              <a:t>class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BookingService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Dependencies injected for testability</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constructor</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CF222E"/>
                </a:solidFill>
                <a:latin typeface="Consolas" pitchFamily="34" charset="0"/>
                <a:ea typeface="Consolas" pitchFamily="34" charset="-122"/>
                <a:cs typeface="Consolas" pitchFamily="34" charset="-120"/>
              </a:rPr>
              <a:t>private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ItemRepository</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Business logic encapsulated in a method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public</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0550AE"/>
                </a:solidFill>
                <a:latin typeface="Consolas" pitchFamily="34" charset="0"/>
                <a:ea typeface="Consolas" pitchFamily="34" charset="-122"/>
                <a:cs typeface="Consolas" pitchFamily="34" charset="-120"/>
              </a:rPr>
              <a:t>itemId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Retrieve existing records</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const</a:t>
            </a:r>
            <a:pPr indent="0" marL="0">
              <a:buNone/>
            </a:pPr>
            <a:r>
              <a:rPr lang="en-US" sz="1239" dirty="0">
                <a:solidFill>
                  <a:srgbClr val="1F2328"/>
                </a:solidFill>
                <a:latin typeface="Consolas" pitchFamily="34" charset="0"/>
                <a:ea typeface="Consolas" pitchFamily="34" charset="-122"/>
                <a:cs typeface="Consolas" pitchFamily="34" charset="-120"/>
              </a:rPr>
              <a:t> existing =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findByItem</a:t>
            </a:r>
            <a:pPr indent="0" marL="0">
              <a:buNone/>
            </a:pPr>
            <a:r>
              <a:rPr lang="en-US" sz="1239" dirty="0">
                <a:solidFill>
                  <a:srgbClr val="1F2328"/>
                </a:solidFill>
                <a:latin typeface="Consolas" pitchFamily="34" charset="0"/>
                <a:ea typeface="Consolas" pitchFamily="34" charset="-122"/>
                <a:cs typeface="Consolas" pitchFamily="34" charset="-120"/>
              </a:rPr>
              <a:t>(itemId);</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Rule: duplicate reservations are rejected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if</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hasDuplicate</a:t>
            </a:r>
            <a:pPr indent="0" marL="0">
              <a:buNone/>
            </a:pPr>
            <a:r>
              <a:rPr lang="en-US" sz="1239" dirty="0">
                <a:solidFill>
                  <a:srgbClr val="1F2328"/>
                </a:solidFill>
                <a:latin typeface="Consolas" pitchFamily="34" charset="0"/>
                <a:ea typeface="Consolas" pitchFamily="34" charset="-122"/>
                <a:cs typeface="Consolas" pitchFamily="34" charset="-120"/>
              </a:rPr>
              <a:t>(existing, userId))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Duplicate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Perform reservation</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create</a:t>
            </a:r>
            <a:pPr indent="0" marL="0">
              <a:buNone/>
            </a:pPr>
            <a:r>
              <a:rPr lang="en-US" sz="1239" dirty="0">
                <a:solidFill>
                  <a:srgbClr val="1F2328"/>
                </a:solidFill>
                <a:latin typeface="Consolas" pitchFamily="34" charset="0"/>
                <a:ea typeface="Consolas" pitchFamily="34" charset="-122"/>
                <a:cs typeface="Consolas" pitchFamily="34" charset="-120"/>
              </a:rPr>
              <a:t>(itemId, userId);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Success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private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hasDuplicate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0550AE"/>
                </a:solidFill>
                <a:latin typeface="Consolas" pitchFamily="34" charset="0"/>
                <a:ea typeface="Consolas" pitchFamily="34" charset="-122"/>
                <a:cs typeface="Consolas" pitchFamily="34" charset="-120"/>
              </a:rPr>
              <a:t>items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Item</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boolean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items.</a:t>
            </a:r>
            <a:pPr indent="0" marL="0">
              <a:buNone/>
            </a:pPr>
            <a:r>
              <a:rPr lang="en-US" sz="1239" dirty="0">
                <a:solidFill>
                  <a:srgbClr val="6639BA"/>
                </a:solidFill>
                <a:latin typeface="Consolas" pitchFamily="34" charset="0"/>
                <a:ea typeface="Consolas" pitchFamily="34" charset="-122"/>
                <a:cs typeface="Consolas" pitchFamily="34" charset="-120"/>
              </a:rPr>
              <a:t>some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item</a:t>
            </a:r>
            <a:pPr indent="0" marL="0">
              <a:buNone/>
            </a:pPr>
            <a:r>
              <a:rPr lang="en-US" sz="1239" dirty="0">
                <a:solidFill>
                  <a:srgbClr val="1F2328"/>
                </a:solidFill>
                <a:latin typeface="Consolas" pitchFamily="34" charset="0"/>
                <a:ea typeface="Consolas" pitchFamily="34" charset="-122"/>
                <a:cs typeface="Consolas" pitchFamily="34" charset="-120"/>
              </a:rPr>
              <a:t> =&gt;</a:t>
            </a:r>
            <a:pPr indent="0" marL="0">
              <a:buNone/>
            </a:pPr>
            <a:r>
              <a:rPr lang="en-US" sz="1239" dirty="0">
                <a:solidFill>
                  <a:srgbClr val="1F2328"/>
                </a:solidFill>
                <a:latin typeface="Consolas" pitchFamily="34" charset="0"/>
                <a:ea typeface="Consolas" pitchFamily="34" charset="-122"/>
                <a:cs typeface="Consolas" pitchFamily="34" charset="-120"/>
              </a:rPr>
              <a:t> item.</a:t>
            </a:r>
            <a:pPr indent="0" marL="0">
              <a:buNone/>
            </a:pPr>
            <a:r>
              <a:rPr lang="en-US" sz="1239" dirty="0">
                <a:solidFill>
                  <a:srgbClr val="1F2328"/>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 userId);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347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91: Code block with surrounding text (ADR-46 font size)</a:t>
            </a:r>
            <a:endParaRPr lang="en-US" sz="3480" dirty="0"/>
          </a:p>
        </p:txBody>
      </p:sp>
      <p:sp>
        <p:nvSpPr>
          <p:cNvPr id="3" name="Text 1"/>
          <p:cNvSpPr/>
          <p:nvPr/>
        </p:nvSpPr>
        <p:spPr>
          <a:xfrm>
            <a:off x="747713" y="27094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slide has normal text above and below a code block.</a:t>
            </a:r>
            <a:endParaRPr lang="en-US" sz="2175" dirty="0"/>
          </a:p>
        </p:txBody>
      </p:sp>
      <p:sp>
        <p:nvSpPr>
          <p:cNvPr id="4" name="Text 2"/>
          <p:cNvSpPr/>
          <p:nvPr/>
        </p:nvSpPr>
        <p:spPr>
          <a:xfrm>
            <a:off x="747713" y="3345210"/>
            <a:ext cx="10696575" cy="1143000"/>
          </a:xfrm>
          <a:prstGeom prst="rect">
            <a:avLst/>
          </a:prstGeom>
          <a:solidFill>
            <a:srgbClr val="F6F8FA"/>
          </a:solidFill>
          <a:ln/>
        </p:spPr>
        <p:txBody>
          <a:bodyPr wrap="none" lIns="0" tIns="0" rIns="0" bIns="0" rtlCol="0" anchor="t"/>
          <a:lstStyle/>
          <a:p>
            <a:pPr indent="0" marL="0">
              <a:buNone/>
            </a:pPr>
            <a:r>
              <a:rPr lang="en-US" sz="1435" dirty="0">
                <a:solidFill>
                  <a:srgbClr val="1F2328"/>
                </a:solidFill>
                <a:latin typeface="Consolas" pitchFamily="34" charset="0"/>
                <a:ea typeface="Consolas" pitchFamily="34" charset="-122"/>
                <a:cs typeface="Consolas" pitchFamily="34" charset="-120"/>
              </a:rPr>
              <a:t>Alpha beta gamma delta epsilon.</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Zeta eta theta iota kappa.</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Lambda mu nu xi omicron.</a:t>
            </a:r>
            <a:pPr indent="0" marL="0">
              <a:buNone/>
            </a:pPr>
            <a:endParaRPr lang="en-US" sz="1435" dirty="0"/>
          </a:p>
        </p:txBody>
      </p:sp>
      <p:sp>
        <p:nvSpPr>
          <p:cNvPr id="5" name="Text 3"/>
          <p:cNvSpPr/>
          <p:nvPr/>
        </p:nvSpPr>
        <p:spPr>
          <a:xfrm>
            <a:off x="747713" y="45715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The code above should render at the pre/code computed font-size, not the body font-size.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92: List with code blocks as separate shapes (ADR-46 shape loss)</a:t>
            </a:r>
            <a:endParaRPr lang="en-US" sz="3480" dirty="0"/>
          </a:p>
        </p:txBody>
      </p:sp>
      <p:sp>
        <p:nvSpPr>
          <p:cNvPr id="3" name="Text 1"/>
          <p:cNvSpPr/>
          <p:nvPr/>
        </p:nvSpPr>
        <p:spPr>
          <a:xfrm>
            <a:off x="747713" y="2068413"/>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Unknown scope of change</a:t>
            </a:r>
            <a:endParaRPr lang="en-US" sz="2175" dirty="0"/>
          </a:p>
        </p:txBody>
      </p:sp>
      <p:sp>
        <p:nvSpPr>
          <p:cNvPr id="4" name="Text 2"/>
          <p:cNvSpPr/>
          <p:nvPr/>
        </p:nvSpPr>
        <p:spPr>
          <a:xfrm>
            <a:off x="1300163" y="2704207"/>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59636E"/>
                </a:solidFill>
                <a:latin typeface="Consolas" pitchFamily="34" charset="0"/>
                <a:ea typeface="Consolas" pitchFamily="34" charset="-122"/>
                <a:cs typeface="Consolas" pitchFamily="34" charset="-120"/>
              </a:rPr>
              <a:t>/* Which components does this affect? */</a:t>
            </a:r>
            <a:pPr indent="0" marL="0">
              <a:buNone/>
            </a:pPr>
            <a:endParaRPr lang="en-US" sz="1283" dirty="0"/>
          </a:p>
          <a:p>
            <a:pPr indent="0" marL="0">
              <a:buNone/>
            </a:pPr>
            <a:r>
              <a:rPr lang="en-US" sz="1283" dirty="0">
                <a:solidFill>
                  <a:srgbClr val="0550AE"/>
                </a:solidFill>
                <a:latin typeface="Consolas" pitchFamily="34" charset="0"/>
                <a:ea typeface="Consolas" pitchFamily="34" charset="-122"/>
                <a:cs typeface="Consolas" pitchFamily="34" charset="-120"/>
              </a:rPr>
              <a:t>.button</a:t>
            </a:r>
            <a:pPr indent="0" marL="0">
              <a:buNone/>
            </a:pPr>
            <a:r>
              <a:rPr lang="en-US" sz="1283" dirty="0">
                <a:solidFill>
                  <a:srgbClr val="1F2328"/>
                </a:solidFill>
                <a:latin typeface="Consolas" pitchFamily="34" charset="0"/>
                <a:ea typeface="Consolas" pitchFamily="34" charset="-122"/>
                <a:cs typeface="Consolas" pitchFamily="34" charset="-120"/>
              </a:rPr>
              <a:t> { </a:t>
            </a:r>
            <a:pPr indent="0" marL="0">
              <a:buNone/>
            </a:pPr>
            <a:r>
              <a:rPr lang="en-US" sz="1283" dirty="0">
                <a:solidFill>
                  <a:srgbClr val="0550AE"/>
                </a:solidFill>
                <a:latin typeface="Consolas" pitchFamily="34" charset="0"/>
                <a:ea typeface="Consolas" pitchFamily="34" charset="-122"/>
                <a:cs typeface="Consolas" pitchFamily="34" charset="-120"/>
              </a:rPr>
              <a:t>color</a:t>
            </a:r>
            <a:pPr indent="0" marL="0">
              <a:buNone/>
            </a:pPr>
            <a:r>
              <a:rPr lang="en-US" sz="1283" dirty="0">
                <a:solidFill>
                  <a:srgbClr val="1F2328"/>
                </a:solidFill>
                <a:latin typeface="Consolas" pitchFamily="34" charset="0"/>
                <a:ea typeface="Consolas" pitchFamily="34" charset="-122"/>
                <a:cs typeface="Consolas" pitchFamily="34" charset="-120"/>
              </a:rPr>
              <a:t>: blue; }</a:t>
            </a:r>
            <a:pPr indent="0" marL="0">
              <a:buNone/>
            </a:pPr>
            <a:endParaRPr lang="en-US" sz="1283" dirty="0"/>
          </a:p>
        </p:txBody>
      </p:sp>
      <p:sp>
        <p:nvSpPr>
          <p:cNvPr id="5" name="Text 3"/>
          <p:cNvSpPr/>
          <p:nvPr/>
        </p:nvSpPr>
        <p:spPr>
          <a:xfrm>
            <a:off x="747713" y="3654326"/>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Accumulating unused code</a:t>
            </a:r>
            <a:endParaRPr lang="en-US" sz="2175" dirty="0"/>
          </a:p>
        </p:txBody>
      </p:sp>
      <p:sp>
        <p:nvSpPr>
          <p:cNvPr id="6" name="Text 4"/>
          <p:cNvSpPr/>
          <p:nvPr/>
        </p:nvSpPr>
        <p:spPr>
          <a:xfrm>
            <a:off x="1300163" y="4290120"/>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59636E"/>
                </a:solidFill>
                <a:latin typeface="Consolas" pitchFamily="34" charset="0"/>
                <a:ea typeface="Consolas" pitchFamily="34" charset="-122"/>
                <a:cs typeface="Consolas" pitchFamily="34" charset="-120"/>
              </a:rPr>
              <a:t>/* No longer used but too risky to remove */</a:t>
            </a:r>
            <a:pPr indent="0" marL="0">
              <a:buNone/>
            </a:pPr>
            <a:endParaRPr lang="en-US" sz="1283" dirty="0"/>
          </a:p>
          <a:p>
            <a:pPr indent="0" marL="0">
              <a:buNone/>
            </a:pPr>
            <a:r>
              <a:rPr lang="en-US" sz="1283" dirty="0">
                <a:solidFill>
                  <a:srgbClr val="0550AE"/>
                </a:solidFill>
                <a:latin typeface="Consolas" pitchFamily="34" charset="0"/>
                <a:ea typeface="Consolas" pitchFamily="34" charset="-122"/>
                <a:cs typeface="Consolas" pitchFamily="34" charset="-120"/>
              </a:rPr>
              <a:t>.legacy-component</a:t>
            </a:r>
            <a:pPr indent="0" marL="0">
              <a:buNone/>
            </a:pPr>
            <a:r>
              <a:rPr lang="en-US" sz="1283" dirty="0">
                <a:solidFill>
                  <a:srgbClr val="1F2328"/>
                </a:solidFill>
                <a:latin typeface="Consolas" pitchFamily="34" charset="0"/>
                <a:ea typeface="Consolas" pitchFamily="34" charset="-122"/>
                <a:cs typeface="Consolas" pitchFamily="34" charset="-120"/>
              </a:rPr>
              <a:t> { </a:t>
            </a:r>
            <a:pPr indent="0" marL="0">
              <a:buNone/>
            </a:pPr>
            <a:r>
              <a:rPr lang="en-US" sz="1283" dirty="0">
                <a:solidFill>
                  <a:srgbClr val="0550AE"/>
                </a:solidFill>
                <a:latin typeface="Consolas" pitchFamily="34" charset="0"/>
                <a:ea typeface="Consolas" pitchFamily="34" charset="-122"/>
                <a:cs typeface="Consolas" pitchFamily="34" charset="-120"/>
              </a:rPr>
              <a:t>display</a:t>
            </a:r>
            <a:pPr indent="0" marL="0">
              <a:buNone/>
            </a:pPr>
            <a:r>
              <a:rPr lang="en-US" sz="1283" dirty="0">
                <a:solidFill>
                  <a:srgbClr val="1F2328"/>
                </a:solidFill>
                <a:latin typeface="Consolas" pitchFamily="34" charset="0"/>
                <a:ea typeface="Consolas" pitchFamily="34" charset="-122"/>
                <a:cs typeface="Consolas" pitchFamily="34" charset="-120"/>
              </a:rPr>
              <a:t>: none; }</a:t>
            </a:r>
            <a:pPr indent="0" marL="0">
              <a:buNone/>
            </a:pPr>
            <a:endParaRPr lang="en-US" sz="1283" dirty="0"/>
          </a:p>
        </p:txBody>
      </p:sp>
      <p:sp>
        <p:nvSpPr>
          <p:cNvPr id="7" name="Text 5"/>
          <p:cNvSpPr/>
          <p:nvPr/>
        </p:nvSpPr>
        <p:spPr>
          <a:xfrm>
            <a:off x="747713" y="5240238"/>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Growing technical debt</a:t>
            </a:r>
            <a:endParaRPr lang="en-US" sz="2175" dirty="0"/>
          </a:p>
        </p:txBody>
      </p:sp>
      <p:sp>
        <p:nvSpPr>
          <p:cNvPr id="8" name="Text 6"/>
          <p:cNvSpPr/>
          <p:nvPr/>
        </p:nvSpPr>
        <p:spPr>
          <a:xfrm>
            <a:off x="1300163" y="5876032"/>
            <a:ext cx="10144125" cy="981968"/>
          </a:xfrm>
          <a:prstGeom prst="rect">
            <a:avLst/>
          </a:prstGeom>
          <a:solidFill>
            <a:srgbClr val="F6F8FA"/>
          </a:solidFill>
          <a:ln/>
        </p:spPr>
        <p:txBody>
          <a:bodyPr wrap="none" lIns="0" tIns="0" rIns="0" bIns="0" rtlCol="0" anchor="t"/>
          <a:lstStyle/>
          <a:p>
            <a:pPr indent="0" marL="0">
              <a:buNone/>
            </a:pPr>
            <a:r>
              <a:rPr lang="en-US" sz="1435" dirty="0">
                <a:solidFill>
                  <a:srgbClr val="59636E"/>
                </a:solidFill>
                <a:latin typeface="Consolas" pitchFamily="34" charset="0"/>
                <a:ea typeface="Consolas" pitchFamily="34" charset="-122"/>
                <a:cs typeface="Consolas" pitchFamily="34" charset="-120"/>
              </a:rPr>
              <a:t>/* Duplicated definitions from rushed customization */</a:t>
            </a:r>
            <a:pPr indent="0" marL="0">
              <a:buNone/>
            </a:pPr>
            <a:endParaRPr lang="en-US" sz="1435" dirty="0"/>
          </a:p>
          <a:p>
            <a:pPr indent="0" marL="0">
              <a:buNone/>
            </a:pPr>
            <a:r>
              <a:rPr lang="en-US" sz="1435" dirty="0">
                <a:solidFill>
                  <a:srgbClr val="0550AE"/>
                </a:solidFill>
                <a:latin typeface="Consolas" pitchFamily="34" charset="0"/>
                <a:ea typeface="Consolas" pitchFamily="34" charset="-122"/>
                <a:cs typeface="Consolas" pitchFamily="34" charset="-120"/>
              </a:rPr>
              <a:t>.card</a:t>
            </a:r>
            <a:pPr indent="0" marL="0">
              <a:buNone/>
            </a:pPr>
            <a:r>
              <a:rPr lang="en-US" sz="1435" dirty="0">
                <a:solidFill>
                  <a:srgbClr val="1F2328"/>
                </a:solidFill>
                <a:latin typeface="Consolas" pitchFamily="34" charset="0"/>
                <a:ea typeface="Consolas" pitchFamily="34" charset="-122"/>
                <a:cs typeface="Consolas" pitchFamily="34" charset="-120"/>
              </a:rPr>
              <a:t> { </a:t>
            </a:r>
            <a:pPr indent="0" marL="0">
              <a:buNone/>
            </a:pPr>
            <a:r>
              <a:rPr lang="en-US" sz="1435" dirty="0">
                <a:solidFill>
                  <a:srgbClr val="0550AE"/>
                </a:solidFill>
                <a:latin typeface="Consolas" pitchFamily="34" charset="0"/>
                <a:ea typeface="Consolas" pitchFamily="34" charset="-122"/>
                <a:cs typeface="Consolas" pitchFamily="34" charset="-120"/>
              </a:rPr>
              <a:t>border-radius</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550AE"/>
                </a:solidFill>
                <a:latin typeface="Consolas" pitchFamily="34" charset="0"/>
                <a:ea typeface="Consolas" pitchFamily="34" charset="-122"/>
                <a:cs typeface="Consolas" pitchFamily="34" charset="-120"/>
              </a:rPr>
              <a:t>4px</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a:p>
            <a:pPr indent="0" marL="0">
              <a:buNone/>
            </a:pPr>
            <a:r>
              <a:rPr lang="en-US" sz="1435" dirty="0">
                <a:solidFill>
                  <a:srgbClr val="0550AE"/>
                </a:solidFill>
                <a:latin typeface="Consolas" pitchFamily="34" charset="0"/>
                <a:ea typeface="Consolas" pitchFamily="34" charset="-122"/>
                <a:cs typeface="Consolas" pitchFamily="34" charset="-120"/>
              </a:rPr>
              <a:t>.alt-card</a:t>
            </a:r>
            <a:pPr indent="0" marL="0">
              <a:buNone/>
            </a:pPr>
            <a:r>
              <a:rPr lang="en-US" sz="1435" dirty="0">
                <a:solidFill>
                  <a:srgbClr val="1F2328"/>
                </a:solidFill>
                <a:latin typeface="Consolas" pitchFamily="34" charset="0"/>
                <a:ea typeface="Consolas" pitchFamily="34" charset="-122"/>
                <a:cs typeface="Consolas" pitchFamily="34" charset="-120"/>
              </a:rPr>
              <a:t> { </a:t>
            </a:r>
            <a:pPr indent="0" marL="0">
              <a:buNone/>
            </a:pPr>
            <a:r>
              <a:rPr lang="en-US" sz="1435" dirty="0">
                <a:solidFill>
                  <a:srgbClr val="0550AE"/>
                </a:solidFill>
                <a:latin typeface="Consolas" pitchFamily="34" charset="0"/>
                <a:ea typeface="Consolas" pitchFamily="34" charset="-122"/>
                <a:cs typeface="Consolas" pitchFamily="34" charset="-120"/>
              </a:rPr>
              <a:t>border-radius</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550AE"/>
                </a:solidFill>
                <a:latin typeface="Consolas" pitchFamily="34" charset="0"/>
                <a:ea typeface="Consolas" pitchFamily="34" charset="-122"/>
                <a:cs typeface="Consolas" pitchFamily="34" charset="-120"/>
              </a:rPr>
              <a:t>6px</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93: Nested list circle marker size (ADR-46)</a:t>
            </a:r>
            <a:endParaRPr lang="en-US" sz="3480" dirty="0"/>
          </a:p>
        </p:txBody>
      </p:sp>
      <p:sp>
        <p:nvSpPr>
          <p:cNvPr id="3" name="Text 1"/>
          <p:cNvSpPr/>
          <p:nvPr/>
        </p:nvSpPr>
        <p:spPr>
          <a:xfrm>
            <a:off x="747713" y="1515963"/>
            <a:ext cx="10696575" cy="5110162"/>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detailed design from basic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review site from detailed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Analyze source to generate documentation</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Development</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 from review site feedback</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source from detailed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Automatic review on source control upload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Testing</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unit/integration scenarios from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automation code for unit tests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94: Text wrapping in constrained containers (ADR-46)</a:t>
            </a:r>
            <a:endParaRPr lang="en-US" sz="3480" dirty="0"/>
          </a:p>
        </p:txBody>
      </p:sp>
      <p:sp>
        <p:nvSpPr>
          <p:cNvPr id="3" name="Text 1"/>
          <p:cNvSpPr/>
          <p:nvPr/>
        </p:nvSpPr>
        <p:spPr>
          <a:xfrm>
            <a:off x="747713" y="2321183"/>
            <a:ext cx="5535692"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Product AI Integration</a:t>
            </a:r>
            <a:endParaRPr lang="en-US" sz="2828" dirty="0"/>
          </a:p>
        </p:txBody>
      </p:sp>
      <p:sp>
        <p:nvSpPr>
          <p:cNvPr id="4" name="Text 2"/>
          <p:cNvSpPr/>
          <p:nvPr/>
        </p:nvSpPr>
        <p:spPr>
          <a:xfrm>
            <a:off x="747713" y="3005882"/>
            <a:ext cx="5272088"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Automated approval workflows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Predictive analytics from ERP data</a:t>
            </a:r>
            <a:endParaRPr lang="en-US" sz="2175" dirty="0"/>
          </a:p>
        </p:txBody>
      </p:sp>
      <p:sp>
        <p:nvSpPr>
          <p:cNvPr id="5" name="Text 3"/>
          <p:cNvSpPr/>
          <p:nvPr/>
        </p:nvSpPr>
        <p:spPr>
          <a:xfrm>
            <a:off x="747713" y="4056013"/>
            <a:ext cx="5272088"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Collaboration with the technology team is ongoing for AI-driven document processing.</a:t>
            </a:r>
            <a:endParaRPr lang="en-US" sz="2175" dirty="0"/>
          </a:p>
        </p:txBody>
      </p:sp>
      <p:sp>
        <p:nvSpPr>
          <p:cNvPr id="6" name="Text 4"/>
          <p:cNvSpPr/>
          <p:nvPr/>
        </p:nvSpPr>
        <p:spPr>
          <a:xfrm>
            <a:off x="6172200" y="2321183"/>
            <a:ext cx="5535692"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Development AI Results</a:t>
            </a:r>
            <a:endParaRPr lang="en-US" sz="2828" dirty="0"/>
          </a:p>
        </p:txBody>
      </p:sp>
      <p:sp>
        <p:nvSpPr>
          <p:cNvPr id="7" name="Text 5"/>
          <p:cNvSpPr/>
          <p:nvPr/>
        </p:nvSpPr>
        <p:spPr>
          <a:xfrm>
            <a:off x="6172200" y="3005882"/>
            <a:ext cx="5272088" cy="385211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detailed design from basic specs</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review sites from design docs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Development</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source from design and review feedback</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Automatic code review on commit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Testing</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test scenarios from specifications</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test automation source 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95</Slides>
  <Notes>95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95</vt:i4>
      </vt:variant>
    </vt:vector>
  </HeadingPairs>
  <TitlesOfParts>
    <vt:vector size="9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2026-05-31T10:37:08Z</dcterms:created>
  <dcterms:modified xsi:type="dcterms:W3CDTF">2026-05-31T10:37:08Z</dcterms:modified>
</cp:coreProperties>
</file>