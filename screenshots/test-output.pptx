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Lst>
  <p:notesMasterIdLst>
    <p:notesMasterId r:id="rId9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notesMaster" Target="notesMasters/notesMaster1.xml"/><Relationship Id="rId98" Type="http://schemas.openxmlformats.org/officeDocument/2006/relationships/presProps" Target="presProps.xml"/><Relationship Id="rId99" Type="http://schemas.openxmlformats.org/officeDocument/2006/relationships/viewProps" Target="viewProps.xml"/><Relationship Id="rId100" Type="http://schemas.openxmlformats.org/officeDocument/2006/relationships/theme" Target="theme/theme1.xml"/><Relationship Id="rId10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PPTX Export Comprehensive Test Slides
  ===========================================
  This file is a test MD that covers all known edge cases and expected issues.
  Generation steps:
    marp --html src/native-pptx/test-fixtures/pptx-export.md -o out/test-pptx-export.html
    node scripts/gen-pptx.js out/test-pptx-export.html out/test-pptx-export.pptx
    node scripts/compare-visuals.js out/test-pptx-export.html out/test-pptx-export.pptx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Japanese text intentionally kept for CJK rendering test: mixed Japanese/English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Japanese text intentionally kept for CJK rendering test: special characters and fullwidth symbols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Japanese text intentionally kept for CJK rendering test: long paragraph wrapping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Slides 40+: Additional test cases (generalized patterns from production materials)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sub/sup text should be vertically shifted, not just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for ADR-15: each agenda item is display:flex and contains
     an inline-flex badge plus a direct child TEXT_NODE. The PPTX export must
     render the description text to the right of the badge with no overlap.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for &lt;br&gt; handling in extractListItemEl:
     Two trailing spaces before newline produce &lt;br&gt; inside &lt;li&gt;.
     The PPTX must render two visible lines within the same bullet.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for image-in-list split logic in walkElements:
     When a Markdown image appears between list items with no blank lines,
     markdown-it parses it as a lazy continuation of the first &lt;li&gt;.
     The PPTX must show items in order: First item → image → Second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ADR-22 regression: when a display:block div contains both direct text
     nodes and inline-block elements (badges), the shallow recovery pass
     must recover the text nodes. Before fix, only &lt;strong&gt; text was kept;
     surrounding text nodes were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ADR-22 regression: table CSS padding should be used as PPTX cell margin
     instead of a fixed value, reducing font-metric wrapping in dense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ADR-22 regression: step-body divs contain text nodes + inline-block
     span tags. Same root cause as Slide 64: text nodes dropped in shallow
     recovery when display:block container has inline-block children.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ADR-22 regression: flex-child divs with white-space:nowrap have tight
     bounding boxes. PPTX font metrics may be slightly wider, causing text
     to wrap. The width is extended by 10% to absorb font-metric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ADR-30 regression: a flex-row child containing only emoji (min-width: 18px,
     text-align: center) had emojiWidthOverride extend its text box to the
     parent's right edge.  The centred emoji then overlapped the adjacent text
     div.  Fix: skip emojiWidthOverride when a visible sibling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math formulas render as readable text without duplicationKaTeX uses .katex-mathml (hidden MathML) + .katex-html (visual); only visual part should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block equations render as centred rasterized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slide has no page number; background image renderedTests ADR-33 SVG grouping for paginate:false + ![bg]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fitExpected: heading auto-scales to fill width; PPTX uses theme font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background on left 40%, content on right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two backgrounds layered (or split) in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background image is contained (fit) rather than covering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checkbox items render with visible check/uncheck markers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h5/h6 render at smaller sizes; &lt;hr&gt; renders as horizontal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images respect height constraints; emoji shortcodes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yellow marker highlight appears on bold runs inside list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colspan merges cells horizontally; rowspan merges cells vertically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first list starts at 5, second list starts at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top-level items numbered, nested items get circle bullets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top-level items get disc bullets, nested items numbered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each list item renders its &lt;pre&gt; as a separate code block shape
     with a visible background fill — NOT as inline character-level highlights.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bullet list items inside blockquote render with bullet markers
     and correct indentation hierarchy — NOT as flat plain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leading whitespace in code lines must be preserved in PPTX output.
     Each indented line must retain its spaces/tabs as visible horizontal offset.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code block text must not overflow the shape boundary.
     When code lines are longer than the shape width, text must be
     contained within the shape (shrink-to-fit or clip).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level-2 circle markers (list-style-type:circle) must render
     at a visually proportionate size relative to the text — NOT oversized.
     The ◦ character should appear smaller than the text font.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code blocks between bullet items must render as independent
     shapes with preserved indentation. The code block must NOT be
     flattened into the list text nor lose its leading whitespace.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code block font-size in PPTX must match the HTML computed size.
     Marp default theme uses ~18px for code blocks on a 1280x720 canvas.
     The PPTX code run fontSize (in points) must be ≈ htmlFontSize * 0.75.
     A large discrepancy (e.g. PPTX shows 16pt when HTML is 18px → expect 13.5pt)
     indicates the code block is ignoring its computed CSS font-size.
     Indentation (leading spaces) must also be preserved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code block fontSize must reflect the &lt;pre&gt;/&lt;code&gt; computed style,
     NOT the surrounding paragraph font size. The code block shape should use
     the smaller monospace font size even when normal text on the slide is larger.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each code block inside a list item must be extracted as a
     separate 'code' element with its own shape + background fill.
     The code text must NOT be inlined into the bullet list text.
     Each code shape must have style.backgroundColor set (not transparent).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level-2 circle bullet markers must NOT appear oversized.
     The marker glyph visual width should be notably smaller than the text
     line-height. PptxGenJS hardcodes buSzPct=100000 so the marker renders
     at full text size — this test detects that known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long text inside grid/flex containers must wrap properly.
     Text must NOT be cut off or disappear. All visible text in the HTML
     must appear in the PPTX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github.com/marp-team/marp-vscode"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example.com/" TargetMode="Externa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sv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sv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image" Target="../media/image-70-3.png"/><Relationship Id="rId4" Type="http://schemas.openxmlformats.org/officeDocument/2006/relationships/image" Target="../media/image-70-4.png"/><Relationship Id="rId5" Type="http://schemas.openxmlformats.org/officeDocument/2006/relationships/slideLayout" Target="../slideLayouts/slideLayout1.xml"/><Relationship Id="rId6"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slideLayout" Target="../slideLayouts/slideLayout1.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Slide-72-image-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slideLayout" Target="../slideLayouts/slideLayout1.xml"/><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362468"/>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PPTX Export</a:t>
            </a:r>
            <a:pPr algn="l" indent="0" marL="0">
              <a:lnSpc>
                <a:spcPct val="104000"/>
              </a:lnSpc>
              <a:buNone/>
            </a:pPr>
            <a:endParaRPr lang="en-US" sz="3480" dirty="0"/>
          </a:p>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Comprehensive Test Slides</a:t>
            </a:r>
            <a:endParaRPr lang="en-US" sz="3480" dirty="0"/>
          </a:p>
        </p:txBody>
      </p:sp>
      <p:sp>
        <p:nvSpPr>
          <p:cNvPr id="3" name="Text 1"/>
          <p:cNvSpPr/>
          <p:nvPr/>
        </p:nvSpPr>
        <p:spPr>
          <a:xfrm>
            <a:off x="747713" y="3838783"/>
            <a:ext cx="11291888" cy="556468"/>
          </a:xfrm>
          <a:prstGeom prst="rect">
            <a:avLst/>
          </a:prstGeom>
          <a:noFill/>
          <a:ln/>
        </p:spPr>
        <p:txBody>
          <a:bodyPr wrap="square" lIns="0" tIns="0" rIns="0" bIns="107728" rtlCol="0" anchor="t"/>
          <a:lstStyle/>
          <a:p>
            <a:pPr algn="l" indent="0" marL="0">
              <a:lnSpc>
                <a:spcPct val="109000"/>
              </a:lnSpc>
              <a:buNone/>
            </a:pPr>
            <a:r>
              <a:rPr lang="en-US" sz="2828" b="1" dirty="0">
                <a:solidFill>
                  <a:srgbClr val="1F2328"/>
                </a:solidFill>
                <a:latin typeface="Segoe UI" pitchFamily="34" charset="0"/>
                <a:ea typeface="Segoe UI" pitchFamily="34" charset="-122"/>
                <a:cs typeface="Segoe UI" pitchFamily="34" charset="-120"/>
              </a:rPr>
              <a:t>All Known Bugs &amp; Edge Cases — Full Coverage</a:t>
            </a:r>
            <a:endParaRPr lang="en-US" sz="2828"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265009"/>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2: Basic headings and paragraphs</a:t>
            </a:r>
            <a:endParaRPr lang="en-US" sz="3480" dirty="0"/>
          </a:p>
        </p:txBody>
      </p:sp>
      <p:sp>
        <p:nvSpPr>
          <p:cNvPr id="3" name="Text 1"/>
          <p:cNvSpPr/>
          <p:nvPr/>
        </p:nvSpPr>
        <p:spPr>
          <a:xfrm>
            <a:off x="747713" y="2188875"/>
            <a:ext cx="11291888" cy="556468"/>
          </a:xfrm>
          <a:prstGeom prst="rect">
            <a:avLst/>
          </a:prstGeom>
          <a:noFill/>
          <a:ln/>
        </p:spPr>
        <p:txBody>
          <a:bodyPr wrap="square" lIns="0" tIns="0" rIns="0" bIns="107728" rtlCol="0" anchor="t"/>
          <a:lstStyle/>
          <a:p>
            <a:pPr algn="l" indent="0" marL="0">
              <a:lnSpc>
                <a:spcPct val="109000"/>
              </a:lnSpc>
              <a:buNone/>
            </a:pPr>
            <a:r>
              <a:rPr lang="en-US" sz="2828" b="1" dirty="0">
                <a:solidFill>
                  <a:srgbClr val="1F2328"/>
                </a:solidFill>
                <a:latin typeface="Segoe UI" pitchFamily="34" charset="0"/>
                <a:ea typeface="Segoe UI" pitchFamily="34" charset="-122"/>
                <a:cs typeface="Segoe UI" pitchFamily="34" charset="-120"/>
              </a:rPr>
              <a:t>H2 Heading</a:t>
            </a:r>
            <a:endParaRPr lang="en-US" sz="2828" dirty="0"/>
          </a:p>
        </p:txBody>
      </p:sp>
      <p:sp>
        <p:nvSpPr>
          <p:cNvPr id="4" name="Text 2"/>
          <p:cNvSpPr/>
          <p:nvPr/>
        </p:nvSpPr>
        <p:spPr>
          <a:xfrm>
            <a:off x="747713" y="2980849"/>
            <a:ext cx="11291888" cy="379809"/>
          </a:xfrm>
          <a:prstGeom prst="rect">
            <a:avLst/>
          </a:prstGeom>
          <a:noFill/>
          <a:ln/>
        </p:spPr>
        <p:txBody>
          <a:bodyPr wrap="square" lIns="0" tIns="0" rIns="0" bIns="0" rtlCol="0" anchor="t"/>
          <a:lstStyle/>
          <a:p>
            <a:pPr algn="l" indent="0" marL="0">
              <a:lnSpc>
                <a:spcPct val="109000"/>
              </a:lnSpc>
              <a:buNone/>
            </a:pPr>
            <a:r>
              <a:rPr lang="en-US" sz="2392" b="1" dirty="0">
                <a:solidFill>
                  <a:srgbClr val="1F2328"/>
                </a:solidFill>
                <a:latin typeface="Segoe UI" pitchFamily="34" charset="0"/>
                <a:ea typeface="Segoe UI" pitchFamily="34" charset="-122"/>
                <a:cs typeface="Segoe UI" pitchFamily="34" charset="-120"/>
              </a:rPr>
              <a:t>H3 Heading (blue)</a:t>
            </a:r>
            <a:endParaRPr lang="en-US" sz="2392" dirty="0"/>
          </a:p>
        </p:txBody>
      </p:sp>
      <p:sp>
        <p:nvSpPr>
          <p:cNvPr id="5" name="Text 3"/>
          <p:cNvSpPr/>
          <p:nvPr/>
        </p:nvSpPr>
        <p:spPr>
          <a:xfrm>
            <a:off x="747713" y="3590985"/>
            <a:ext cx="11291888" cy="362545"/>
          </a:xfrm>
          <a:prstGeom prst="rect">
            <a:avLst/>
          </a:prstGeom>
          <a:noFill/>
          <a:ln/>
        </p:spPr>
        <p:txBody>
          <a:bodyPr wrap="square" lIns="0" tIns="0" rIns="0" bIns="0" rtlCol="0" anchor="t"/>
          <a:lstStyle/>
          <a:p>
            <a:pPr algn="l" indent="0" marL="0">
              <a:lnSpc>
                <a:spcPct val="109000"/>
              </a:lnSpc>
              <a:buNone/>
            </a:pPr>
            <a:r>
              <a:rPr lang="en-US" sz="2284" b="1" dirty="0">
                <a:solidFill>
                  <a:srgbClr val="1F2328"/>
                </a:solidFill>
                <a:latin typeface="Segoe UI" pitchFamily="34" charset="0"/>
                <a:ea typeface="Segoe UI" pitchFamily="34" charset="-122"/>
                <a:cs typeface="Segoe UI" pitchFamily="34" charset="-120"/>
              </a:rPr>
              <a:t>H4 Heading</a:t>
            </a:r>
            <a:endParaRPr lang="en-US" sz="2284" dirty="0"/>
          </a:p>
        </p:txBody>
      </p:sp>
      <p:sp>
        <p:nvSpPr>
          <p:cNvPr id="6" name="Text 4"/>
          <p:cNvSpPr/>
          <p:nvPr/>
        </p:nvSpPr>
        <p:spPr>
          <a:xfrm>
            <a:off x="747713" y="4073128"/>
            <a:ext cx="10696575" cy="828675"/>
          </a:xfrm>
          <a:prstGeom prst="rect">
            <a:avLst/>
          </a:prstGeom>
          <a:noFill/>
          <a:ln/>
        </p:spPr>
        <p:txBody>
          <a:bodyPr wrap="square" lIns="0" tIns="0" rIns="0" bIns="0" rtlCol="0" anchor="t"/>
          <a:lstStyle/>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This is a normal paragraph text. Verify that writing a long line without breaks does not cause errors.</a:t>
            </a:r>
            <a:endParaRPr lang="en-US" sz="2175" dirty="0"/>
          </a:p>
        </p:txBody>
      </p:sp>
      <p:sp>
        <p:nvSpPr>
          <p:cNvPr id="7" name="Text 5"/>
          <p:cNvSpPr/>
          <p:nvPr/>
        </p:nvSpPr>
        <p:spPr>
          <a:xfrm>
            <a:off x="747713" y="5054203"/>
            <a:ext cx="11231404"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Yu Gothic UI" pitchFamily="34" charset="0"/>
                <a:ea typeface="Yu Gothic UI" pitchFamily="34" charset="-122"/>
                <a:cs typeface="Yu Gothic UI" pitchFamily="34" charset="-120"/>
              </a:rPr>
              <a:t>日本語と English が混在していても問題ないことを確認します。</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883688"/>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3: Inline decorations</a:t>
            </a:r>
            <a:endParaRPr lang="en-US" sz="3480" dirty="0"/>
          </a:p>
        </p:txBody>
      </p:sp>
      <p:sp>
        <p:nvSpPr>
          <p:cNvPr id="3" name="Text 1"/>
          <p:cNvSpPr/>
          <p:nvPr/>
        </p:nvSpPr>
        <p:spPr>
          <a:xfrm>
            <a:off x="747713" y="2707184"/>
            <a:ext cx="10696575" cy="2142827"/>
          </a:xfrm>
          <a:prstGeom prst="rect">
            <a:avLst/>
          </a:prstGeom>
          <a:noFill/>
          <a:ln/>
        </p:spPr>
        <p:txBody>
          <a:bodyPr wrap="square" lIns="0" tIns="0" rIns="0" bIns="0" rtlCol="0" anchor="t"/>
          <a:lstStyle/>
          <a:p>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Bold text</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30000"/>
              </a:lnSpc>
              <a:buNone/>
            </a:pPr>
            <a:r>
              <a:rPr lang="en-US" sz="2175" i="1" dirty="0">
                <a:solidFill>
                  <a:srgbClr val="1F2328"/>
                </a:solidFill>
                <a:latin typeface="Segoe UI" pitchFamily="34" charset="0"/>
                <a:ea typeface="Segoe UI" pitchFamily="34" charset="-122"/>
                <a:cs typeface="Segoe UI" pitchFamily="34" charset="-120"/>
              </a:rPr>
              <a:t>italic text</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3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inline code</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30000"/>
              </a:lnSpc>
              <a:buNone/>
            </a:pPr>
            <a:r>
              <a:rPr lang="en-US" sz="2175" strike="sngStrike" dirty="0">
                <a:solidFill>
                  <a:srgbClr val="1F2328"/>
                </a:solidFill>
                <a:latin typeface="Segoe UI" pitchFamily="34" charset="0"/>
                <a:ea typeface="Segoe UI" pitchFamily="34" charset="-122"/>
                <a:cs typeface="Segoe UI" pitchFamily="34" charset="-120"/>
              </a:rPr>
              <a:t>strikethrough</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test.</a:t>
            </a:r>
            <a:pPr algn="l" indent="0" marL="0">
              <a:lnSpc>
                <a:spcPct val="130000"/>
              </a:lnSpc>
              <a:buNone/>
            </a:pPr>
            <a:endParaRPr lang="en-US" sz="2175" dirty="0"/>
          </a:p>
          <a:p>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Bold</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followed by </a:t>
            </a:r>
            <a:pPr algn="l" indent="0" marL="0">
              <a:lnSpc>
                <a:spcPct val="130000"/>
              </a:lnSpc>
              <a:buNone/>
            </a:pPr>
            <a:r>
              <a:rPr lang="en-US" sz="2175" i="1" dirty="0">
                <a:solidFill>
                  <a:srgbClr val="1F2328"/>
                </a:solidFill>
                <a:latin typeface="Segoe UI" pitchFamily="34" charset="0"/>
                <a:ea typeface="Segoe UI" pitchFamily="34" charset="-122"/>
                <a:cs typeface="Segoe UI" pitchFamily="34" charset="-120"/>
              </a:rPr>
              <a:t>italic</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bold with </a:t>
            </a:r>
            <a:pPr algn="l" indent="0" marL="0">
              <a:lnSpc>
                <a:spcPct val="130000"/>
              </a:lnSpc>
              <a:buNone/>
            </a:pPr>
            <a:r>
              <a:rPr lang="en-US" sz="2175" b="1" i="1" dirty="0">
                <a:solidFill>
                  <a:srgbClr val="1F2328"/>
                </a:solidFill>
                <a:latin typeface="Segoe UI" pitchFamily="34" charset="0"/>
                <a:ea typeface="Segoe UI" pitchFamily="34" charset="-122"/>
                <a:cs typeface="Segoe UI" pitchFamily="34" charset="-120"/>
              </a:rPr>
              <a:t>nested italic</a:t>
            </a:r>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 inside</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is also tested.</a:t>
            </a:r>
            <a:pPr algn="l" indent="0" marL="0">
              <a:lnSpc>
                <a:spcPct val="130000"/>
              </a:lnSpc>
              <a:buNone/>
            </a:pPr>
            <a:endParaRPr lang="en-US" sz="2175" dirty="0"/>
          </a:p>
          <a:p>
            <a:pPr algn="l" indent="0" marL="0">
              <a:lnSpc>
                <a:spcPct val="130000"/>
              </a:lnSpc>
              <a:buNone/>
            </a:pPr>
            <a:r>
              <a:rPr lang="en-US" sz="2175" u="sng" dirty="0">
                <a:solidFill>
                  <a:srgbClr val="0969DA"/>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Hyperlink</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placed on the same line as text.</a:t>
            </a:r>
            <a:pPr algn="l" indent="0" marL="0">
              <a:lnSpc>
                <a:spcPct val="130000"/>
              </a:lnSpc>
              <a:buNone/>
            </a:pPr>
            <a:endParaRPr lang="en-US" sz="2175" dirty="0"/>
          </a:p>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Multiple </a:t>
            </a:r>
            <a:pPr algn="l" indent="0" marL="0">
              <a:lnSpc>
                <a:spcPct val="13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code</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spans </a:t>
            </a:r>
            <a:pPr algn="l" indent="0" marL="0">
              <a:lnSpc>
                <a:spcPct val="13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included</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in a sentence.</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692468"/>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4: Emoji test ← Important</a:t>
            </a:r>
            <a:endParaRPr lang="en-US" sz="3480" dirty="0"/>
          </a:p>
        </p:txBody>
      </p:sp>
      <p:sp>
        <p:nvSpPr>
          <p:cNvPr id="3" name="Text 1"/>
          <p:cNvSpPr/>
          <p:nvPr/>
        </p:nvSpPr>
        <p:spPr>
          <a:xfrm>
            <a:off x="747713" y="1515963"/>
            <a:ext cx="11231404" cy="414338"/>
          </a:xfrm>
          <a:prstGeom prst="rect">
            <a:avLst/>
          </a:prstGeom>
          <a:noFill/>
          <a:ln/>
        </p:spPr>
        <p:txBody>
          <a:bodyPr wrap="square" lIns="0" tIns="0" rIns="0" bIns="0" rtlCol="0" anchor="t"/>
          <a:lstStyle/>
          <a:p>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Emoji at the beginning of text:</a:t>
            </a:r>
            <a:endParaRPr lang="en-US" sz="2175" dirty="0"/>
          </a:p>
        </p:txBody>
      </p:sp>
      <p:sp>
        <p:nvSpPr>
          <p:cNvPr id="4" name="Text 2"/>
          <p:cNvSpPr/>
          <p:nvPr/>
        </p:nvSpPr>
        <p:spPr>
          <a:xfrm>
            <a:off x="747713" y="2082701"/>
            <a:ext cx="10696575" cy="1243013"/>
          </a:xfrm>
          <a:prstGeom prst="rect">
            <a:avLst/>
          </a:prstGeom>
          <a:noFill/>
          <a:ln/>
        </p:spPr>
        <p:txBody>
          <a:bodyPr wrap="square" lIns="0" tIns="0" rIns="0" bIns="0" rtlCol="0" anchor="t"/>
          <a:lstStyle/>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Sentence starting with a checkmark</a:t>
            </a:r>
            <a:pPr algn="l" indent="0" marL="0">
              <a:lnSpc>
                <a:spcPct val="125000"/>
              </a:lnSpc>
              <a:buNone/>
            </a:pPr>
            <a:endParaRPr lang="en-US" sz="2175" dirty="0"/>
          </a:p>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Sentence starting with a rocket</a:t>
            </a:r>
            <a:pPr algn="l" indent="0" marL="0">
              <a:lnSpc>
                <a:spcPct val="125000"/>
              </a:lnSpc>
              <a:buNone/>
            </a:pPr>
            <a:endParaRPr lang="en-US" sz="2175" dirty="0"/>
          </a:p>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Sentence starting with a warning sign</a:t>
            </a:r>
            <a:endParaRPr lang="en-US" sz="2175" dirty="0"/>
          </a:p>
        </p:txBody>
      </p:sp>
      <p:sp>
        <p:nvSpPr>
          <p:cNvPr id="5" name="Text 3"/>
          <p:cNvSpPr/>
          <p:nvPr/>
        </p:nvSpPr>
        <p:spPr>
          <a:xfrm>
            <a:off x="747713" y="3478113"/>
            <a:ext cx="11231404" cy="414338"/>
          </a:xfrm>
          <a:prstGeom prst="rect">
            <a:avLst/>
          </a:prstGeom>
          <a:noFill/>
          <a:ln/>
        </p:spPr>
        <p:txBody>
          <a:bodyPr wrap="square" lIns="0" tIns="0" rIns="0" bIns="0" rtlCol="0" anchor="t"/>
          <a:lstStyle/>
          <a:p>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Emoji in the middle of text:</a:t>
            </a:r>
            <a:endParaRPr lang="en-US" sz="2175" dirty="0"/>
          </a:p>
        </p:txBody>
      </p:sp>
      <p:sp>
        <p:nvSpPr>
          <p:cNvPr id="6" name="Text 4"/>
          <p:cNvSpPr/>
          <p:nvPr/>
        </p:nvSpPr>
        <p:spPr>
          <a:xfrm>
            <a:off x="747713" y="4044851"/>
            <a:ext cx="10696575" cy="1657350"/>
          </a:xfrm>
          <a:prstGeom prst="rect">
            <a:avLst/>
          </a:prstGeom>
          <a:noFill/>
          <a:ln/>
        </p:spPr>
        <p:txBody>
          <a:bodyPr wrap="square" lIns="0" tIns="0" rIns="0" bIns="0" rtlCol="0" anchor="t"/>
          <a:lstStyle/>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Alpha zeta </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beta gamma delta</a:t>
            </a:r>
            <a:pPr algn="l" indent="0" marL="0">
              <a:lnSpc>
                <a:spcPct val="125000"/>
              </a:lnSpc>
              <a:buNone/>
            </a:pPr>
            <a:endParaRPr lang="en-US" sz="2175" dirty="0"/>
          </a:p>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Zeta </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eta theta. Iota kappa</a:t>
            </a:r>
            <a:pPr algn="l" indent="0" marL="0">
              <a:lnSpc>
                <a:spcPct val="125000"/>
              </a:lnSpc>
              <a:buNone/>
            </a:pPr>
            <a:endParaRPr lang="en-US" sz="2175" dirty="0"/>
          </a:p>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Lambda </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mu nu xi omicron</a:t>
            </a:r>
            <a:pPr algn="l" indent="0" marL="0">
              <a:lnSpc>
                <a:spcPct val="125000"/>
              </a:lnSpc>
              <a:buNone/>
            </a:pPr>
            <a:endParaRPr lang="en-US" sz="2175" dirty="0"/>
          </a:p>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Pi </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rho sigma tau</a:t>
            </a:r>
            <a:endParaRPr lang="en-US" sz="2175" dirty="0"/>
          </a:p>
        </p:txBody>
      </p:sp>
      <p:sp>
        <p:nvSpPr>
          <p:cNvPr id="7" name="Text 5"/>
          <p:cNvSpPr/>
          <p:nvPr/>
        </p:nvSpPr>
        <p:spPr>
          <a:xfrm>
            <a:off x="747713" y="5854601"/>
            <a:ext cx="11231404" cy="414338"/>
          </a:xfrm>
          <a:prstGeom prst="rect">
            <a:avLst/>
          </a:prstGeom>
          <a:noFill/>
          <a:ln/>
        </p:spPr>
        <p:txBody>
          <a:bodyPr wrap="square" lIns="0" tIns="0" rIns="0" bIns="0" rtlCol="0" anchor="t"/>
          <a:lstStyle/>
          <a:p>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Emoji at the end of text:</a:t>
            </a:r>
            <a:endParaRPr lang="en-US" sz="2175" dirty="0"/>
          </a:p>
        </p:txBody>
      </p:sp>
      <p:sp>
        <p:nvSpPr>
          <p:cNvPr id="8" name="Text 6"/>
          <p:cNvSpPr/>
          <p:nvPr/>
        </p:nvSpPr>
        <p:spPr>
          <a:xfrm>
            <a:off x="747713" y="6421338"/>
            <a:ext cx="10696575" cy="367605"/>
          </a:xfrm>
          <a:prstGeom prst="rect">
            <a:avLst/>
          </a:prstGeom>
          <a:noFill/>
          <a:ln/>
        </p:spPr>
        <p:txBody>
          <a:bodyPr wrap="square" lIns="0" tIns="0" rIns="0" bIns="0" rtlCol="0" anchor="t"/>
          <a:lstStyle/>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Alpha complete </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25000"/>
              </a:lnSpc>
              <a:buNone/>
            </a:pPr>
            <a:endParaRPr lang="en-US" sz="2175" dirty="0"/>
          </a:p>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Beta gamma passed </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172736"/>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5: Emoji + Bold + Italic compound</a:t>
            </a:r>
            <a:endParaRPr lang="en-US" sz="3480" dirty="0"/>
          </a:p>
        </p:txBody>
      </p:sp>
      <p:sp>
        <p:nvSpPr>
          <p:cNvPr id="3" name="Text 1"/>
          <p:cNvSpPr/>
          <p:nvPr/>
        </p:nvSpPr>
        <p:spPr>
          <a:xfrm>
            <a:off x="747713" y="1996232"/>
            <a:ext cx="10696575" cy="1547813"/>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Alpha beta — gamma delta </a:t>
            </a:r>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a:t>
            </a:r>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 Zeta item</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30000"/>
              </a:lnSpc>
              <a:buNone/>
            </a:pPr>
            <a:endParaRPr lang="en-US" sz="2175" dirty="0"/>
          </a:p>
          <a:p>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a:t>
            </a:r>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 Eta</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through </a:t>
            </a:r>
            <a:pPr algn="l" indent="0" marL="0">
              <a:lnSpc>
                <a:spcPct val="130000"/>
              </a:lnSpc>
              <a:buNone/>
            </a:pPr>
            <a:r>
              <a:rPr lang="en-US" sz="2175" i="1" dirty="0">
                <a:solidFill>
                  <a:srgbClr val="1F2328"/>
                </a:solidFill>
                <a:latin typeface="Segoe UI" pitchFamily="34" charset="0"/>
                <a:ea typeface="Segoe UI" pitchFamily="34" charset="-122"/>
                <a:cs typeface="Segoe UI" pitchFamily="34" charset="-120"/>
              </a:rPr>
              <a:t>⚠</a:t>
            </a:r>
            <a:pPr algn="l" indent="0" marL="0">
              <a:lnSpc>
                <a:spcPct val="130000"/>
              </a:lnSpc>
              <a:buNone/>
            </a:pPr>
            <a:r>
              <a:rPr lang="en-US" sz="2175" i="1" dirty="0">
                <a:solidFill>
                  <a:srgbClr val="1F2328"/>
                </a:solidFill>
                <a:latin typeface="Segoe UI" pitchFamily="34" charset="0"/>
                <a:ea typeface="Segoe UI" pitchFamily="34" charset="-122"/>
                <a:cs typeface="Segoe UI" pitchFamily="34" charset="-120"/>
              </a:rPr>
              <a:t> Theta check</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 iota kappa.</a:t>
            </a:r>
            <a:pPr algn="l" indent="0" marL="0">
              <a:lnSpc>
                <a:spcPct val="130000"/>
              </a:lnSpc>
              <a:buNone/>
            </a:pPr>
            <a:endParaRPr lang="en-US" sz="2175" dirty="0"/>
          </a:p>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Emoji in lists:</a:t>
            </a:r>
            <a:endParaRPr lang="en-US" sz="2175" dirty="0"/>
          </a:p>
        </p:txBody>
      </p:sp>
      <p:sp>
        <p:nvSpPr>
          <p:cNvPr id="4" name="Text 2"/>
          <p:cNvSpPr/>
          <p:nvPr/>
        </p:nvSpPr>
        <p:spPr>
          <a:xfrm>
            <a:off x="747713" y="3696444"/>
            <a:ext cx="10696575" cy="1933575"/>
          </a:xfrm>
          <a:prstGeom prst="rect">
            <a:avLst/>
          </a:prstGeom>
          <a:noFill/>
          <a:ln/>
        </p:spPr>
        <p:txBody>
          <a:bodyPr wrap="square" lIns="0" tIns="0" rIns="0" bIns="0" rtlCol="0" anchor="t"/>
          <a:lstStyle/>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 Lambda item</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 Mu item</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 Nu item</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 Xi item</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893064"/>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6: Paragraph + Code + Blockquote</a:t>
            </a:r>
            <a:endParaRPr lang="en-US" sz="3480" dirty="0"/>
          </a:p>
        </p:txBody>
      </p:sp>
      <p:sp>
        <p:nvSpPr>
          <p:cNvPr id="3" name="Text 1"/>
          <p:cNvSpPr/>
          <p:nvPr/>
        </p:nvSpPr>
        <p:spPr>
          <a:xfrm>
            <a:off x="747713" y="2785616"/>
            <a:ext cx="10696575" cy="1143000"/>
          </a:xfrm>
          <a:prstGeom prst="rect">
            <a:avLst/>
          </a:prstGeom>
          <a:solidFill>
            <a:srgbClr val="F6F8FA"/>
          </a:solidFill>
          <a:ln/>
        </p:spPr>
        <p:txBody>
          <a:bodyPr wrap="none" lIns="0" tIns="0" rIns="0" bIns="0" rtlCol="0" anchor="t"/>
          <a:lstStyle/>
          <a:p>
            <a:pPr indent="0" marL="0">
              <a:buNone/>
            </a:pPr>
            <a:r>
              <a:rPr lang="en-US" sz="1435" dirty="0">
                <a:solidFill>
                  <a:srgbClr val="CF222E"/>
                </a:solidFill>
                <a:latin typeface="Consolas" pitchFamily="34" charset="0"/>
                <a:ea typeface="Consolas" pitchFamily="34" charset="-122"/>
                <a:cs typeface="Consolas" pitchFamily="34" charset="-120"/>
              </a:rPr>
              <a:t>function</a:t>
            </a:r>
            <a:pPr indent="0" marL="0">
              <a:buNone/>
            </a:pPr>
            <a:r>
              <a:rPr lang="en-US" sz="1435" dirty="0">
                <a:solidFill>
                  <a:srgbClr val="1F2328"/>
                </a:solidFill>
                <a:latin typeface="Consolas" pitchFamily="34" charset="0"/>
                <a:ea typeface="Consolas" pitchFamily="34" charset="-122"/>
                <a:cs typeface="Consolas" pitchFamily="34" charset="-120"/>
              </a:rPr>
              <a:t> </a:t>
            </a:r>
            <a:pPr indent="0" marL="0">
              <a:buNone/>
            </a:pPr>
            <a:r>
              <a:rPr lang="en-US" sz="1435" dirty="0">
                <a:solidFill>
                  <a:srgbClr val="6639BA"/>
                </a:solidFill>
                <a:latin typeface="Consolas" pitchFamily="34" charset="0"/>
                <a:ea typeface="Consolas" pitchFamily="34" charset="-122"/>
                <a:cs typeface="Consolas" pitchFamily="34" charset="-120"/>
              </a:rPr>
              <a:t>greet</a:t>
            </a:r>
            <a:pPr indent="0" marL="0">
              <a:buNone/>
            </a:pPr>
            <a:r>
              <a:rPr lang="en-US" sz="1435" dirty="0">
                <a:solidFill>
                  <a:srgbClr val="1F2328"/>
                </a:solidFill>
                <a:latin typeface="Consolas" pitchFamily="34" charset="0"/>
                <a:ea typeface="Consolas" pitchFamily="34" charset="-122"/>
                <a:cs typeface="Consolas" pitchFamily="34" charset="-120"/>
              </a:rPr>
              <a:t>(</a:t>
            </a:r>
            <a:pPr indent="0" marL="0">
              <a:buNone/>
            </a:pPr>
            <a:r>
              <a:rPr lang="en-US" sz="1435" dirty="0">
                <a:solidFill>
                  <a:srgbClr val="0550AE"/>
                </a:solidFill>
                <a:latin typeface="Consolas" pitchFamily="34" charset="0"/>
                <a:ea typeface="Consolas" pitchFamily="34" charset="-122"/>
                <a:cs typeface="Consolas" pitchFamily="34" charset="-120"/>
              </a:rPr>
              <a:t>name</a:t>
            </a:r>
            <a:pPr indent="0" marL="0">
              <a:buNone/>
            </a:pPr>
            <a:r>
              <a:rPr lang="en-US" sz="1435" dirty="0">
                <a:solidFill>
                  <a:srgbClr val="1F2328"/>
                </a:solidFill>
                <a:latin typeface="Consolas" pitchFamily="34" charset="0"/>
                <a:ea typeface="Consolas" pitchFamily="34" charset="-122"/>
                <a:cs typeface="Consolas" pitchFamily="34" charset="-120"/>
              </a:rPr>
              <a:t>: </a:t>
            </a:r>
            <a:pPr indent="0" marL="0">
              <a:buNone/>
            </a:pPr>
            <a:r>
              <a:rPr lang="en-US" sz="1435" dirty="0">
                <a:solidFill>
                  <a:srgbClr val="953800"/>
                </a:solidFill>
                <a:latin typeface="Consolas" pitchFamily="34" charset="0"/>
                <a:ea typeface="Consolas" pitchFamily="34" charset="-122"/>
                <a:cs typeface="Consolas" pitchFamily="34" charset="-120"/>
              </a:rPr>
              <a:t>string</a:t>
            </a:r>
            <a:pPr indent="0" marL="0">
              <a:buNone/>
            </a:pPr>
            <a:r>
              <a:rPr lang="en-US" sz="1435" dirty="0">
                <a:solidFill>
                  <a:srgbClr val="1F2328"/>
                </a:solidFill>
                <a:latin typeface="Consolas" pitchFamily="34" charset="0"/>
                <a:ea typeface="Consolas" pitchFamily="34" charset="-122"/>
                <a:cs typeface="Consolas" pitchFamily="34" charset="-120"/>
              </a:rPr>
              <a:t>): </a:t>
            </a:r>
            <a:pPr indent="0" marL="0">
              <a:buNone/>
            </a:pPr>
            <a:r>
              <a:rPr lang="en-US" sz="1435" dirty="0">
                <a:solidFill>
                  <a:srgbClr val="953800"/>
                </a:solidFill>
                <a:latin typeface="Consolas" pitchFamily="34" charset="0"/>
                <a:ea typeface="Consolas" pitchFamily="34" charset="-122"/>
                <a:cs typeface="Consolas" pitchFamily="34" charset="-120"/>
              </a:rPr>
              <a:t>string</a:t>
            </a:r>
            <a:pPr indent="0" marL="0">
              <a:buNone/>
            </a:pPr>
            <a:r>
              <a:rPr lang="en-US" sz="1435" dirty="0">
                <a:solidFill>
                  <a:srgbClr val="1F2328"/>
                </a:solidFill>
                <a:latin typeface="Consolas" pitchFamily="34" charset="0"/>
                <a:ea typeface="Consolas" pitchFamily="34" charset="-122"/>
                <a:cs typeface="Consolas" pitchFamily="34" charset="-120"/>
              </a:rPr>
              <a:t> {</a:t>
            </a:r>
            <a:pPr indent="0" marL="0">
              <a:buNone/>
            </a:pPr>
            <a:endParaRPr lang="en-US" sz="1435" dirty="0"/>
          </a:p>
          <a:p>
            <a:pPr indent="0" marL="0">
              <a:buNone/>
            </a:pPr>
            <a:r>
              <a:rPr lang="en-US" sz="1435" dirty="0">
                <a:solidFill>
                  <a:srgbClr val="1F2328"/>
                </a:solidFill>
                <a:latin typeface="Consolas" pitchFamily="34" charset="0"/>
                <a:ea typeface="Consolas" pitchFamily="34" charset="-122"/>
                <a:cs typeface="Consolas" pitchFamily="34" charset="-120"/>
              </a:rPr>
              <a:t>  </a:t>
            </a:r>
            <a:pPr indent="0" marL="0">
              <a:buNone/>
            </a:pPr>
            <a:r>
              <a:rPr lang="en-US" sz="1435" dirty="0">
                <a:solidFill>
                  <a:srgbClr val="CF222E"/>
                </a:solidFill>
                <a:latin typeface="Consolas" pitchFamily="34" charset="0"/>
                <a:ea typeface="Consolas" pitchFamily="34" charset="-122"/>
                <a:cs typeface="Consolas" pitchFamily="34" charset="-120"/>
              </a:rPr>
              <a:t>return</a:t>
            </a:r>
            <a:pPr indent="0" marL="0">
              <a:buNone/>
            </a:pPr>
            <a:r>
              <a:rPr lang="en-US" sz="1435" dirty="0">
                <a:solidFill>
                  <a:srgbClr val="1F2328"/>
                </a:solidFill>
                <a:latin typeface="Consolas" pitchFamily="34" charset="0"/>
                <a:ea typeface="Consolas" pitchFamily="34" charset="-122"/>
                <a:cs typeface="Consolas" pitchFamily="34" charset="-120"/>
              </a:rPr>
              <a:t> </a:t>
            </a:r>
            <a:pPr indent="0" marL="0">
              <a:buNone/>
            </a:pPr>
            <a:r>
              <a:rPr lang="en-US" sz="1435" dirty="0">
                <a:solidFill>
                  <a:srgbClr val="0A3069"/>
                </a:solidFill>
                <a:latin typeface="Consolas" pitchFamily="34" charset="0"/>
                <a:ea typeface="Consolas" pitchFamily="34" charset="-122"/>
                <a:cs typeface="Consolas" pitchFamily="34" charset="-120"/>
              </a:rPr>
              <a:t>`Hello, </a:t>
            </a:r>
            <a:pPr indent="0" marL="0">
              <a:buNone/>
            </a:pPr>
            <a:r>
              <a:rPr lang="en-US" sz="1435" dirty="0">
                <a:solidFill>
                  <a:srgbClr val="1F2328"/>
                </a:solidFill>
                <a:latin typeface="Consolas" pitchFamily="34" charset="0"/>
                <a:ea typeface="Consolas" pitchFamily="34" charset="-122"/>
                <a:cs typeface="Consolas" pitchFamily="34" charset="-120"/>
              </a:rPr>
              <a:t>${name}</a:t>
            </a:r>
            <a:pPr indent="0" marL="0">
              <a:buNone/>
            </a:pPr>
            <a:r>
              <a:rPr lang="en-US" sz="1435" dirty="0">
                <a:solidFill>
                  <a:srgbClr val="0A3069"/>
                </a:solidFill>
                <a:latin typeface="Consolas" pitchFamily="34" charset="0"/>
                <a:ea typeface="Consolas" pitchFamily="34" charset="-122"/>
                <a:cs typeface="Consolas" pitchFamily="34" charset="-120"/>
              </a:rPr>
              <a:t>!`</a:t>
            </a:r>
            <a:pPr indent="0" marL="0">
              <a:buNone/>
            </a:pPr>
            <a:endParaRPr lang="en-US" sz="1435" dirty="0"/>
          </a:p>
          <a:p>
            <a:pPr indent="0" marL="0">
              <a:buNone/>
            </a:pPr>
            <a:r>
              <a:rPr lang="en-US" sz="1435" dirty="0">
                <a:solidFill>
                  <a:srgbClr val="1F2328"/>
                </a:solidFill>
                <a:latin typeface="Consolas" pitchFamily="34" charset="0"/>
                <a:ea typeface="Consolas" pitchFamily="34" charset="-122"/>
                <a:cs typeface="Consolas" pitchFamily="34" charset="-120"/>
              </a:rPr>
              <a:t>}</a:t>
            </a:r>
            <a:pPr indent="0" marL="0">
              <a:buNone/>
            </a:pPr>
            <a:endParaRPr lang="en-US" sz="1435" dirty="0"/>
          </a:p>
        </p:txBody>
      </p:sp>
      <p:sp>
        <p:nvSpPr>
          <p:cNvPr id="4" name="Shape 2"/>
          <p:cNvSpPr/>
          <p:nvPr/>
        </p:nvSpPr>
        <p:spPr>
          <a:xfrm>
            <a:off x="747713" y="4081016"/>
            <a:ext cx="66675" cy="828675"/>
          </a:xfrm>
          <a:prstGeom prst="rect">
            <a:avLst/>
          </a:prstGeom>
          <a:solidFill>
            <a:srgbClr val="D1D9E0"/>
          </a:solidFill>
          <a:ln/>
        </p:spPr>
      </p:sp>
      <p:sp>
        <p:nvSpPr>
          <p:cNvPr id="5" name="Text 3"/>
          <p:cNvSpPr/>
          <p:nvPr/>
        </p:nvSpPr>
        <p:spPr>
          <a:xfrm>
            <a:off x="814388" y="4081016"/>
            <a:ext cx="10629900" cy="828675"/>
          </a:xfrm>
          <a:prstGeom prst="rect">
            <a:avLst/>
          </a:prstGeom>
          <a:noFill/>
          <a:ln/>
        </p:spPr>
        <p:txBody>
          <a:bodyPr wrap="square" lIns="276225" tIns="0" rIns="276225" bIns="0" rtlCol="0" anchor="t"/>
          <a:lstStyle/>
          <a:p>
            <a:pPr algn="l" indent="0" marL="0">
              <a:lnSpc>
                <a:spcPct val="125000"/>
              </a:lnSpc>
              <a:buNone/>
            </a:pPr>
            <a:r>
              <a:rPr lang="en-US" sz="2175" dirty="0">
                <a:solidFill>
                  <a:srgbClr val="59636E"/>
                </a:solidFill>
                <a:latin typeface="Segoe UI" pitchFamily="34" charset="0"/>
                <a:ea typeface="Segoe UI" pitchFamily="34" charset="-122"/>
                <a:cs typeface="Segoe UI" pitchFamily="34" charset="-120"/>
              </a:rPr>
              <a:t>This is a blockquote. It also tests</a:t>
            </a:r>
            <a:pPr algn="l" indent="0" marL="0">
              <a:lnSpc>
                <a:spcPct val="125000"/>
              </a:lnSpc>
              <a:buNone/>
            </a:pPr>
            <a:endParaRPr lang="en-US" sz="2175" dirty="0"/>
          </a:p>
          <a:p>
            <a:pPr algn="l" indent="0" marL="0">
              <a:lnSpc>
                <a:spcPct val="125000"/>
              </a:lnSpc>
              <a:buNone/>
            </a:pPr>
            <a:r>
              <a:rPr lang="en-US" sz="2175" dirty="0">
                <a:solidFill>
                  <a:srgbClr val="59636E"/>
                </a:solidFill>
                <a:latin typeface="Segoe UI" pitchFamily="34" charset="0"/>
                <a:ea typeface="Segoe UI" pitchFamily="34" charset="-122"/>
                <a:cs typeface="Segoe UI" pitchFamily="34" charset="-120"/>
              </a:rPr>
              <a:t>the case of a long quote with line breaks.</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183451"/>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7: Table</a:t>
            </a:r>
            <a:endParaRPr lang="en-US" sz="348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47713" y="2076004"/>
          <a:ext cx="10696575" cy="914400"/>
        </p:xfrm>
        <a:graphic>
          <a:graphicData uri="http://schemas.openxmlformats.org/drawingml/2006/table">
            <a:tbl>
              <a:tblPr/>
              <a:tblGrid>
                <a:gridCol w="3740468"/>
                <a:gridCol w="3840480"/>
                <a:gridCol w="3630454"/>
              </a:tblGrid>
              <a:tr h="0">
                <a:tc>
                  <a:txBody>
                    <a:bodyPr/>
                    <a:lstStyle/>
                    <a:p>
                      <a:pPr algn="l" indent="0" marL="0">
                        <a:buNone/>
                      </a:pPr>
                      <a:r>
                        <a:rPr lang="en-US" sz="2175" b="1" dirty="0">
                          <a:solidFill>
                            <a:srgbClr val="1F2328"/>
                          </a:solidFill>
                          <a:latin typeface="Segoe UI" pitchFamily="34" charset="0"/>
                          <a:ea typeface="Segoe UI" pitchFamily="34" charset="-122"/>
                          <a:cs typeface="Segoe UI" pitchFamily="34" charset="-120"/>
                        </a:rPr>
                        <a:t>Column 1 (left-aligned)</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2175" b="1" dirty="0">
                          <a:solidFill>
                            <a:srgbClr val="1F2328"/>
                          </a:solidFill>
                          <a:latin typeface="Segoe UI" pitchFamily="34" charset="0"/>
                          <a:ea typeface="Segoe UI" pitchFamily="34" charset="-122"/>
                          <a:cs typeface="Segoe UI" pitchFamily="34" charset="-120"/>
                        </a:rPr>
                        <a:t>Column 2 (center-aligned)</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r" indent="0" marL="0">
                        <a:buNone/>
                      </a:pPr>
                      <a:r>
                        <a:rPr lang="en-US" sz="2175" b="1" dirty="0">
                          <a:solidFill>
                            <a:srgbClr val="1F2328"/>
                          </a:solidFill>
                          <a:latin typeface="Segoe UI" pitchFamily="34" charset="0"/>
                          <a:ea typeface="Segoe UI" pitchFamily="34" charset="-122"/>
                          <a:cs typeface="Segoe UI" pitchFamily="34" charset="-120"/>
                        </a:rPr>
                        <a:t>Column 3 (right-aligned)</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Cell A1</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Cell A2</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r" indent="0" marL="0">
                        <a:buNone/>
                      </a:pPr>
                      <a:r>
                        <a:rPr lang="en-US" sz="2175" dirty="0">
                          <a:solidFill>
                            <a:srgbClr val="1F2328"/>
                          </a:solidFill>
                          <a:latin typeface="Segoe UI" pitchFamily="34" charset="0"/>
                          <a:ea typeface="Segoe UI" pitchFamily="34" charset="-122"/>
                          <a:cs typeface="Segoe UI" pitchFamily="34" charset="-120"/>
                        </a:rPr>
                        <a:t>Cell A3</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l" indent="0" marL="0">
                        <a:buNone/>
                      </a:pPr>
                      <a:r>
                        <a:rPr lang="en-US" sz="2175" b="1" dirty="0">
                          <a:solidFill>
                            <a:srgbClr val="1F2328"/>
                          </a:solidFill>
                          <a:latin typeface="Segoe UI" pitchFamily="34" charset="0"/>
                          <a:ea typeface="Segoe UI" pitchFamily="34" charset="-122"/>
                          <a:cs typeface="Segoe UI" pitchFamily="34" charset="-120"/>
                        </a:rPr>
                        <a:t>Bold</a:t>
                      </a:r>
                      <a:pPr algn="l" indent="0" marL="0">
                        <a:buNone/>
                      </a:pPr>
                      <a:r>
                        <a:rPr lang="en-US" sz="2175" dirty="0">
                          <a:solidFill>
                            <a:srgbClr val="1F2328"/>
                          </a:solidFill>
                          <a:latin typeface="Segoe UI" pitchFamily="34" charset="0"/>
                          <a:ea typeface="Segoe UI" pitchFamily="34" charset="-122"/>
                          <a:cs typeface="Segoe UI" pitchFamily="34" charset="-120"/>
                        </a:rPr>
                        <a:t> cell</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1849" dirty="0">
                          <a:solidFill>
                            <a:srgbClr val="1F2328"/>
                          </a:solidFill>
                          <a:highlight>
                            <a:srgbClr val="E8EBEE"/>
                          </a:highlight>
                          <a:latin typeface="Consolas" pitchFamily="34" charset="0"/>
                          <a:ea typeface="Consolas" pitchFamily="34" charset="-122"/>
                          <a:cs typeface="Consolas" pitchFamily="34" charset="-120"/>
                        </a:rPr>
                        <a:t>Code</a:t>
                      </a:r>
                      <a:pPr algn="ctr" indent="0" marL="0">
                        <a:buNone/>
                      </a:pPr>
                      <a:r>
                        <a:rPr lang="en-US" sz="2175" dirty="0">
                          <a:solidFill>
                            <a:srgbClr val="1F2328"/>
                          </a:solidFill>
                          <a:latin typeface="Segoe UI" pitchFamily="34" charset="0"/>
                          <a:ea typeface="Segoe UI" pitchFamily="34" charset="-122"/>
                          <a:cs typeface="Segoe UI" pitchFamily="34" charset="-120"/>
                        </a:rPr>
                        <a:t> cell</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r" indent="0" marL="0">
                        <a:buNone/>
                      </a:pPr>
                      <a:r>
                        <a:rPr lang="en-US" sz="2175" i="1" dirty="0">
                          <a:solidFill>
                            <a:srgbClr val="1F2328"/>
                          </a:solidFill>
                          <a:latin typeface="Segoe UI" pitchFamily="34" charset="0"/>
                          <a:ea typeface="Segoe UI" pitchFamily="34" charset="-122"/>
                          <a:cs typeface="Segoe UI" pitchFamily="34" charset="-120"/>
                        </a:rPr>
                        <a:t>Italic</a:t>
                      </a:r>
                      <a:pPr algn="r" indent="0" marL="0">
                        <a:buNone/>
                      </a:pPr>
                      <a:r>
                        <a:rPr lang="en-US" sz="2175" dirty="0">
                          <a:solidFill>
                            <a:srgbClr val="1F2328"/>
                          </a:solidFill>
                          <a:latin typeface="Segoe UI" pitchFamily="34" charset="0"/>
                          <a:ea typeface="Segoe UI" pitchFamily="34" charset="-122"/>
                          <a:cs typeface="Segoe UI" pitchFamily="34" charset="-120"/>
                        </a:rPr>
                        <a:t> cell</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r h="0">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Cell with long text content</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Medium</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r" indent="0" marL="0">
                        <a:buNone/>
                      </a:pPr>
                      <a:r>
                        <a:rPr lang="en-US" sz="2175" dirty="0">
                          <a:solidFill>
                            <a:srgbClr val="1F2328"/>
                          </a:solidFill>
                          <a:latin typeface="Segoe UI" pitchFamily="34" charset="0"/>
                          <a:ea typeface="Segoe UI" pitchFamily="34" charset="-122"/>
                          <a:cs typeface="Segoe UI" pitchFamily="34" charset="-120"/>
                        </a:rPr>
                        <a:t>Short</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Last row</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Last row 2</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r" indent="0" marL="0">
                        <a:buNone/>
                      </a:pPr>
                      <a:r>
                        <a:rPr lang="en-US" sz="2175" dirty="0">
                          <a:solidFill>
                            <a:srgbClr val="1F2328"/>
                          </a:solidFill>
                          <a:latin typeface="Segoe UI" pitchFamily="34" charset="0"/>
                          <a:ea typeface="Segoe UI" pitchFamily="34" charset="-122"/>
                          <a:cs typeface="Segoe UI" pitchFamily="34" charset="-120"/>
                        </a:rPr>
                        <a:t>Last row 3</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692468"/>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8: Bullet lists</a:t>
            </a:r>
            <a:endParaRPr lang="en-US" sz="3480" dirty="0"/>
          </a:p>
        </p:txBody>
      </p:sp>
      <p:sp>
        <p:nvSpPr>
          <p:cNvPr id="3" name="Text 1"/>
          <p:cNvSpPr/>
          <p:nvPr/>
        </p:nvSpPr>
        <p:spPr>
          <a:xfrm>
            <a:off x="747713" y="1515963"/>
            <a:ext cx="10696575" cy="3729038"/>
          </a:xfrm>
          <a:prstGeom prst="rect">
            <a:avLst/>
          </a:prstGeom>
          <a:noFill/>
          <a:ln/>
        </p:spPr>
        <p:txBody>
          <a:bodyPr wrap="square" lIns="0" tIns="0" rIns="0" bIns="0" rtlCol="0" anchor="t"/>
          <a:lstStyle/>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Top-level item 1</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Level 2 item 1-1</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Level 2 item 1-2</a:t>
            </a:r>
            <a:endParaRPr lang="en-US" sz="2175" dirty="0"/>
          </a:p>
          <a:p>
            <a:pPr algn="l" lvl="2" marL="10287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Level 3 item 1-2-1</a:t>
            </a:r>
            <a:endParaRPr lang="en-US" sz="2175" dirty="0"/>
          </a:p>
          <a:p>
            <a:pPr algn="l" lvl="2" marL="10287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Level 3 item 1-2-2</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Level 2 item 1-3</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Top-level item 2</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Top-level item 3 (</a:t>
            </a:r>
            <a:pPr algn="l" marL="342900" indent="-342900">
              <a:lnSpc>
                <a:spcPct val="125000"/>
              </a:lnSpc>
              <a:buSzPct val="100000"/>
              <a:buChar char="•"/>
            </a:pPr>
            <a:r>
              <a:rPr lang="en-US" sz="2175" b="1" dirty="0">
                <a:solidFill>
                  <a:srgbClr val="1F2328"/>
                </a:solidFill>
                <a:latin typeface="Segoe UI" pitchFamily="34" charset="0"/>
                <a:ea typeface="Segoe UI" pitchFamily="34" charset="-122"/>
                <a:cs typeface="Segoe UI" pitchFamily="34" charset="-120"/>
              </a:rPr>
              <a:t>bold</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 included)</a:t>
            </a:r>
            <a:endParaRPr lang="en-US" sz="2175" dirty="0"/>
          </a:p>
        </p:txBody>
      </p:sp>
      <p:sp>
        <p:nvSpPr>
          <p:cNvPr id="4" name="Text 2"/>
          <p:cNvSpPr/>
          <p:nvPr/>
        </p:nvSpPr>
        <p:spPr>
          <a:xfrm>
            <a:off x="747713" y="5328345"/>
            <a:ext cx="10696575" cy="1529655"/>
          </a:xfrm>
          <a:prstGeom prst="rect">
            <a:avLst/>
          </a:prstGeom>
          <a:noFill/>
          <a:ln/>
        </p:spPr>
        <p:txBody>
          <a:bodyPr wrap="square" lIns="0" tIns="0" rIns="0" bIns="0" rtlCol="0" anchor="t"/>
          <a:lstStyle/>
          <a:p>
            <a:pPr algn="l" marL="342900" indent="-342900">
              <a:lnSpc>
                <a:spcPct val="125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Numbered list item 1</a:t>
            </a:r>
            <a:endParaRPr lang="en-US" sz="2175" dirty="0"/>
          </a:p>
          <a:p>
            <a:pPr algn="l" marL="342900" indent="-342900">
              <a:lnSpc>
                <a:spcPct val="125000"/>
              </a:lnSpc>
              <a:buSzPct val="100000"/>
              <a:buFont typeface="+mj-lt"/>
              <a:buAutoNum type="arabicPeriod" startAt="2"/>
            </a:pPr>
            <a:r>
              <a:rPr lang="en-US" sz="2175" dirty="0">
                <a:solidFill>
                  <a:srgbClr val="1F2328"/>
                </a:solidFill>
                <a:latin typeface="Segoe UI" pitchFamily="34" charset="0"/>
                <a:ea typeface="Segoe UI" pitchFamily="34" charset="-122"/>
                <a:cs typeface="Segoe UI" pitchFamily="34" charset="-120"/>
              </a:rPr>
              <a:t>Numbered list item 2</a:t>
            </a:r>
            <a:endParaRPr lang="en-US" sz="2175" dirty="0"/>
          </a:p>
          <a:p>
            <a:pPr algn="l" lvl="1" marL="685800" indent="-342900">
              <a:lnSpc>
                <a:spcPct val="125000"/>
              </a:lnSpc>
              <a:buSzPct val="100000"/>
              <a:buFont typeface="+mj-lt"/>
              <a:buAutoNum type="romanLcPeriod" startAt="1"/>
            </a:pPr>
            <a:r>
              <a:rPr lang="en-US" sz="2175" dirty="0">
                <a:solidFill>
                  <a:srgbClr val="1F2328"/>
                </a:solidFill>
                <a:latin typeface="Segoe UI" pitchFamily="34" charset="0"/>
                <a:ea typeface="Segoe UI" pitchFamily="34" charset="-122"/>
                <a:cs typeface="Segoe UI" pitchFamily="34" charset="-120"/>
              </a:rPr>
              <a:t>Numbered nested 2-1</a:t>
            </a:r>
            <a:endParaRPr lang="en-US" sz="2175" dirty="0"/>
          </a:p>
          <a:p>
            <a:pPr algn="l" lvl="1" marL="685800" indent="-342900">
              <a:lnSpc>
                <a:spcPct val="125000"/>
              </a:lnSpc>
              <a:buSzPct val="100000"/>
              <a:buFont typeface="+mj-lt"/>
              <a:buAutoNum type="romanLcPeriod" startAt="1"/>
            </a:pPr>
            <a:r>
              <a:rPr lang="en-US" sz="2175" dirty="0">
                <a:solidFill>
                  <a:srgbClr val="1F2328"/>
                </a:solidFill>
                <a:latin typeface="Segoe UI" pitchFamily="34" charset="0"/>
                <a:ea typeface="Segoe UI" pitchFamily="34" charset="-122"/>
                <a:cs typeface="Segoe UI" pitchFamily="34" charset="-120"/>
              </a:rPr>
              <a:t>Numbered nested 2-2</a:t>
            </a:r>
            <a:endParaRPr lang="en-US" sz="2175" dirty="0"/>
          </a:p>
          <a:p>
            <a:pPr algn="l" marL="342900" indent="-342900">
              <a:lnSpc>
                <a:spcPct val="125000"/>
              </a:lnSpc>
              <a:buSzPct val="100000"/>
              <a:buFont typeface="+mj-lt"/>
              <a:buAutoNum type="arabicPeriod" startAt="3"/>
            </a:pPr>
            <a:r>
              <a:rPr lang="en-US" sz="2175" dirty="0">
                <a:solidFill>
                  <a:srgbClr val="1F2328"/>
                </a:solidFill>
                <a:latin typeface="Segoe UI" pitchFamily="34" charset="0"/>
                <a:ea typeface="Segoe UI" pitchFamily="34" charset="-122"/>
                <a:cs typeface="Segoe UI" pitchFamily="34" charset="-120"/>
              </a:rPr>
              <a:t>Numbered list item 3</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692468"/>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9: Code block (syntax highlighting)</a:t>
            </a:r>
            <a:endParaRPr lang="en-US" sz="3480" dirty="0"/>
          </a:p>
        </p:txBody>
      </p:sp>
      <p:sp>
        <p:nvSpPr>
          <p:cNvPr id="3" name="Text 1"/>
          <p:cNvSpPr/>
          <p:nvPr/>
        </p:nvSpPr>
        <p:spPr>
          <a:xfrm>
            <a:off x="747713" y="1585020"/>
            <a:ext cx="10696575" cy="2486025"/>
          </a:xfrm>
          <a:prstGeom prst="rect">
            <a:avLst/>
          </a:prstGeom>
          <a:solidFill>
            <a:srgbClr val="F6F8FA"/>
          </a:solidFill>
          <a:ln/>
        </p:spPr>
        <p:txBody>
          <a:bodyPr wrap="none" lIns="0" tIns="0" rIns="0" bIns="0" rtlCol="0" anchor="t"/>
          <a:lstStyle/>
          <a:p>
            <a:pPr indent="0" marL="0">
              <a:buNone/>
            </a:pPr>
            <a:r>
              <a:rPr lang="en-US" sz="1659" dirty="0">
                <a:solidFill>
                  <a:srgbClr val="59636E"/>
                </a:solidFill>
                <a:latin typeface="Consolas" pitchFamily="34" charset="0"/>
                <a:ea typeface="Consolas" pitchFamily="34" charset="-122"/>
                <a:cs typeface="Consolas" pitchFamily="34" charset="-120"/>
              </a:rPr>
              <a:t># Python sample</a:t>
            </a:r>
            <a:pPr indent="0" marL="0">
              <a:buNone/>
            </a:pPr>
            <a:endParaRPr lang="en-US" sz="1659" dirty="0"/>
          </a:p>
          <a:p>
            <a:pPr indent="0" marL="0">
              <a:buNone/>
            </a:pPr>
            <a:r>
              <a:rPr lang="en-US" sz="1659" dirty="0">
                <a:solidFill>
                  <a:srgbClr val="CF222E"/>
                </a:solidFill>
                <a:latin typeface="Consolas" pitchFamily="34" charset="0"/>
                <a:ea typeface="Consolas" pitchFamily="34" charset="-122"/>
                <a:cs typeface="Consolas" pitchFamily="34" charset="-120"/>
              </a:rPr>
              <a:t>import</a:t>
            </a:r>
            <a:pPr indent="0" marL="0">
              <a:buNone/>
            </a:pPr>
            <a:r>
              <a:rPr lang="en-US" sz="1659" dirty="0">
                <a:solidFill>
                  <a:srgbClr val="1F2328"/>
                </a:solidFill>
                <a:latin typeface="Consolas" pitchFamily="34" charset="0"/>
                <a:ea typeface="Consolas" pitchFamily="34" charset="-122"/>
                <a:cs typeface="Consolas" pitchFamily="34" charset="-120"/>
              </a:rPr>
              <a:t> asyncio</a:t>
            </a:r>
            <a:pPr indent="0" marL="0">
              <a:buNone/>
            </a:pPr>
            <a:endParaRPr lang="en-US" sz="1659" dirty="0"/>
          </a:p>
          <a:p>
            <a:pPr indent="0" marL="0">
              <a:buNone/>
            </a:pPr>
            <a:endParaRPr lang="en-US" sz="1659" dirty="0"/>
          </a:p>
          <a:p>
            <a:pPr indent="0" marL="0">
              <a:buNone/>
            </a:pPr>
            <a:r>
              <a:rPr lang="en-US" sz="1659" dirty="0">
                <a:solidFill>
                  <a:srgbClr val="CF222E"/>
                </a:solidFill>
                <a:latin typeface="Consolas" pitchFamily="34" charset="0"/>
                <a:ea typeface="Consolas" pitchFamily="34" charset="-122"/>
                <a:cs typeface="Consolas" pitchFamily="34" charset="-120"/>
              </a:rPr>
              <a:t>async</a:t>
            </a:r>
            <a:pPr indent="0" marL="0">
              <a:buNone/>
            </a:pPr>
            <a:r>
              <a:rPr lang="en-US" sz="1659" dirty="0">
                <a:solidFill>
                  <a:srgbClr val="1F2328"/>
                </a:solidFill>
                <a:latin typeface="Consolas" pitchFamily="34" charset="0"/>
                <a:ea typeface="Consolas" pitchFamily="34" charset="-122"/>
                <a:cs typeface="Consolas" pitchFamily="34" charset="-120"/>
              </a:rPr>
              <a:t> </a:t>
            </a:r>
            <a:pPr indent="0" marL="0">
              <a:buNone/>
            </a:pPr>
            <a:r>
              <a:rPr lang="en-US" sz="1659" dirty="0">
                <a:solidFill>
                  <a:srgbClr val="CF222E"/>
                </a:solidFill>
                <a:latin typeface="Consolas" pitchFamily="34" charset="0"/>
                <a:ea typeface="Consolas" pitchFamily="34" charset="-122"/>
                <a:cs typeface="Consolas" pitchFamily="34" charset="-120"/>
              </a:rPr>
              <a:t>def</a:t>
            </a:r>
            <a:pPr indent="0" marL="0">
              <a:buNone/>
            </a:pPr>
            <a:r>
              <a:rPr lang="en-US" sz="1659" dirty="0">
                <a:solidFill>
                  <a:srgbClr val="1F2328"/>
                </a:solidFill>
                <a:latin typeface="Consolas" pitchFamily="34" charset="0"/>
                <a:ea typeface="Consolas" pitchFamily="34" charset="-122"/>
                <a:cs typeface="Consolas" pitchFamily="34" charset="-120"/>
              </a:rPr>
              <a:t> </a:t>
            </a:r>
            <a:pPr indent="0" marL="0">
              <a:buNone/>
            </a:pPr>
            <a:r>
              <a:rPr lang="en-US" sz="1659" dirty="0">
                <a:solidFill>
                  <a:srgbClr val="6639BA"/>
                </a:solidFill>
                <a:latin typeface="Consolas" pitchFamily="34" charset="0"/>
                <a:ea typeface="Consolas" pitchFamily="34" charset="-122"/>
                <a:cs typeface="Consolas" pitchFamily="34" charset="-120"/>
              </a:rPr>
              <a:t>fetch_data</a:t>
            </a:r>
            <a:pPr indent="0" marL="0">
              <a:buNone/>
            </a:pPr>
            <a:r>
              <a:rPr lang="en-US" sz="1659" dirty="0">
                <a:solidFill>
                  <a:srgbClr val="1F2328"/>
                </a:solidFill>
                <a:latin typeface="Consolas" pitchFamily="34" charset="0"/>
                <a:ea typeface="Consolas" pitchFamily="34" charset="-122"/>
                <a:cs typeface="Consolas" pitchFamily="34" charset="-120"/>
              </a:rPr>
              <a:t>(</a:t>
            </a:r>
            <a:pPr indent="0" marL="0">
              <a:buNone/>
            </a:pPr>
            <a:r>
              <a:rPr lang="en-US" sz="1659" dirty="0">
                <a:solidFill>
                  <a:srgbClr val="1F2328"/>
                </a:solidFill>
                <a:latin typeface="Consolas" pitchFamily="34" charset="0"/>
                <a:ea typeface="Consolas" pitchFamily="34" charset="-122"/>
                <a:cs typeface="Consolas" pitchFamily="34" charset="-120"/>
              </a:rPr>
              <a:t>url: </a:t>
            </a:r>
            <a:pPr indent="0" marL="0">
              <a:buNone/>
            </a:pPr>
            <a:r>
              <a:rPr lang="en-US" sz="1659" dirty="0">
                <a:solidFill>
                  <a:srgbClr val="953800"/>
                </a:solidFill>
                <a:latin typeface="Consolas" pitchFamily="34" charset="0"/>
                <a:ea typeface="Consolas" pitchFamily="34" charset="-122"/>
                <a:cs typeface="Consolas" pitchFamily="34" charset="-120"/>
              </a:rPr>
              <a:t>str</a:t>
            </a:r>
            <a:pPr indent="0" marL="0">
              <a:buNone/>
            </a:pPr>
            <a:r>
              <a:rPr lang="en-US" sz="1659" dirty="0">
                <a:solidFill>
                  <a:srgbClr val="1F2328"/>
                </a:solidFill>
                <a:latin typeface="Consolas" pitchFamily="34" charset="0"/>
                <a:ea typeface="Consolas" pitchFamily="34" charset="-122"/>
                <a:cs typeface="Consolas" pitchFamily="34" charset="-120"/>
              </a:rPr>
              <a:t>) -&gt; </a:t>
            </a:r>
            <a:pPr indent="0" marL="0">
              <a:buNone/>
            </a:pPr>
            <a:r>
              <a:rPr lang="en-US" sz="1659" dirty="0">
                <a:solidFill>
                  <a:srgbClr val="953800"/>
                </a:solidFill>
                <a:latin typeface="Consolas" pitchFamily="34" charset="0"/>
                <a:ea typeface="Consolas" pitchFamily="34" charset="-122"/>
                <a:cs typeface="Consolas" pitchFamily="34" charset="-120"/>
              </a:rPr>
              <a:t>dict</a:t>
            </a:r>
            <a:pPr indent="0" marL="0">
              <a:buNone/>
            </a:pPr>
            <a:r>
              <a:rPr lang="en-US" sz="1659" dirty="0">
                <a:solidFill>
                  <a:srgbClr val="1F2328"/>
                </a:solidFill>
                <a:latin typeface="Consolas" pitchFamily="34" charset="0"/>
                <a:ea typeface="Consolas" pitchFamily="34" charset="-122"/>
                <a:cs typeface="Consolas" pitchFamily="34" charset="-120"/>
              </a:rPr>
              <a:t>:</a:t>
            </a:r>
            <a:pPr indent="0" marL="0">
              <a:buNone/>
            </a:pPr>
            <a:endParaRPr lang="en-US" sz="1659" dirty="0"/>
          </a:p>
          <a:p>
            <a:pPr indent="0" marL="0">
              <a:buNone/>
            </a:pPr>
            <a:r>
              <a:rPr lang="en-US" sz="1659" dirty="0">
                <a:solidFill>
                  <a:srgbClr val="1F2328"/>
                </a:solidFill>
                <a:latin typeface="Consolas" pitchFamily="34" charset="0"/>
                <a:ea typeface="Consolas" pitchFamily="34" charset="-122"/>
                <a:cs typeface="Consolas" pitchFamily="34" charset="-120"/>
              </a:rPr>
              <a:t>    </a:t>
            </a:r>
            <a:pPr indent="0" marL="0">
              <a:buNone/>
            </a:pPr>
            <a:r>
              <a:rPr lang="en-US" sz="1659" dirty="0">
                <a:solidFill>
                  <a:srgbClr val="0A3069"/>
                </a:solidFill>
                <a:latin typeface="Consolas" pitchFamily="34" charset="0"/>
                <a:ea typeface="Consolas" pitchFamily="34" charset="-122"/>
                <a:cs typeface="Consolas" pitchFamily="34" charset="-120"/>
              </a:rPr>
              <a:t>"""Fetch data asynchronously"""</a:t>
            </a:r>
            <a:pPr indent="0" marL="0">
              <a:buNone/>
            </a:pPr>
            <a:endParaRPr lang="en-US" sz="1659" dirty="0"/>
          </a:p>
          <a:p>
            <a:pPr indent="0" marL="0">
              <a:buNone/>
            </a:pPr>
            <a:r>
              <a:rPr lang="en-US" sz="1659" dirty="0">
                <a:solidFill>
                  <a:srgbClr val="1F2328"/>
                </a:solidFill>
                <a:latin typeface="Consolas" pitchFamily="34" charset="0"/>
                <a:ea typeface="Consolas" pitchFamily="34" charset="-122"/>
                <a:cs typeface="Consolas" pitchFamily="34" charset="-120"/>
              </a:rPr>
              <a:t>    </a:t>
            </a:r>
            <a:pPr indent="0" marL="0">
              <a:buNone/>
            </a:pPr>
            <a:r>
              <a:rPr lang="en-US" sz="1659" dirty="0">
                <a:solidFill>
                  <a:srgbClr val="CF222E"/>
                </a:solidFill>
                <a:latin typeface="Consolas" pitchFamily="34" charset="0"/>
                <a:ea typeface="Consolas" pitchFamily="34" charset="-122"/>
                <a:cs typeface="Consolas" pitchFamily="34" charset="-120"/>
              </a:rPr>
              <a:t>async</a:t>
            </a:r>
            <a:pPr indent="0" marL="0">
              <a:buNone/>
            </a:pPr>
            <a:r>
              <a:rPr lang="en-US" sz="1659" dirty="0">
                <a:solidFill>
                  <a:srgbClr val="1F2328"/>
                </a:solidFill>
                <a:latin typeface="Consolas" pitchFamily="34" charset="0"/>
                <a:ea typeface="Consolas" pitchFamily="34" charset="-122"/>
                <a:cs typeface="Consolas" pitchFamily="34" charset="-120"/>
              </a:rPr>
              <a:t> </a:t>
            </a:r>
            <a:pPr indent="0" marL="0">
              <a:buNone/>
            </a:pPr>
            <a:r>
              <a:rPr lang="en-US" sz="1659" dirty="0">
                <a:solidFill>
                  <a:srgbClr val="CF222E"/>
                </a:solidFill>
                <a:latin typeface="Consolas" pitchFamily="34" charset="0"/>
                <a:ea typeface="Consolas" pitchFamily="34" charset="-122"/>
                <a:cs typeface="Consolas" pitchFamily="34" charset="-120"/>
              </a:rPr>
              <a:t>with</a:t>
            </a:r>
            <a:pPr indent="0" marL="0">
              <a:buNone/>
            </a:pPr>
            <a:r>
              <a:rPr lang="en-US" sz="1659" dirty="0">
                <a:solidFill>
                  <a:srgbClr val="1F2328"/>
                </a:solidFill>
                <a:latin typeface="Consolas" pitchFamily="34" charset="0"/>
                <a:ea typeface="Consolas" pitchFamily="34" charset="-122"/>
                <a:cs typeface="Consolas" pitchFamily="34" charset="-120"/>
              </a:rPr>
              <a:t> aiohttp.ClientSession() </a:t>
            </a:r>
            <a:pPr indent="0" marL="0">
              <a:buNone/>
            </a:pPr>
            <a:r>
              <a:rPr lang="en-US" sz="1659" dirty="0">
                <a:solidFill>
                  <a:srgbClr val="CF222E"/>
                </a:solidFill>
                <a:latin typeface="Consolas" pitchFamily="34" charset="0"/>
                <a:ea typeface="Consolas" pitchFamily="34" charset="-122"/>
                <a:cs typeface="Consolas" pitchFamily="34" charset="-120"/>
              </a:rPr>
              <a:t>as</a:t>
            </a:r>
            <a:pPr indent="0" marL="0">
              <a:buNone/>
            </a:pPr>
            <a:r>
              <a:rPr lang="en-US" sz="1659" dirty="0">
                <a:solidFill>
                  <a:srgbClr val="1F2328"/>
                </a:solidFill>
                <a:latin typeface="Consolas" pitchFamily="34" charset="0"/>
                <a:ea typeface="Consolas" pitchFamily="34" charset="-122"/>
                <a:cs typeface="Consolas" pitchFamily="34" charset="-120"/>
              </a:rPr>
              <a:t> session:</a:t>
            </a:r>
            <a:pPr indent="0" marL="0">
              <a:buNone/>
            </a:pPr>
            <a:endParaRPr lang="en-US" sz="1659" dirty="0"/>
          </a:p>
          <a:p>
            <a:pPr indent="0" marL="0">
              <a:buNone/>
            </a:pPr>
            <a:r>
              <a:rPr lang="en-US" sz="1659" dirty="0">
                <a:solidFill>
                  <a:srgbClr val="1F2328"/>
                </a:solidFill>
                <a:latin typeface="Consolas" pitchFamily="34" charset="0"/>
                <a:ea typeface="Consolas" pitchFamily="34" charset="-122"/>
                <a:cs typeface="Consolas" pitchFamily="34" charset="-120"/>
              </a:rPr>
              <a:t>        </a:t>
            </a:r>
            <a:pPr indent="0" marL="0">
              <a:buNone/>
            </a:pPr>
            <a:r>
              <a:rPr lang="en-US" sz="1659" dirty="0">
                <a:solidFill>
                  <a:srgbClr val="CF222E"/>
                </a:solidFill>
                <a:latin typeface="Consolas" pitchFamily="34" charset="0"/>
                <a:ea typeface="Consolas" pitchFamily="34" charset="-122"/>
                <a:cs typeface="Consolas" pitchFamily="34" charset="-120"/>
              </a:rPr>
              <a:t>async</a:t>
            </a:r>
            <a:pPr indent="0" marL="0">
              <a:buNone/>
            </a:pPr>
            <a:r>
              <a:rPr lang="en-US" sz="1659" dirty="0">
                <a:solidFill>
                  <a:srgbClr val="1F2328"/>
                </a:solidFill>
                <a:latin typeface="Consolas" pitchFamily="34" charset="0"/>
                <a:ea typeface="Consolas" pitchFamily="34" charset="-122"/>
                <a:cs typeface="Consolas" pitchFamily="34" charset="-120"/>
              </a:rPr>
              <a:t> </a:t>
            </a:r>
            <a:pPr indent="0" marL="0">
              <a:buNone/>
            </a:pPr>
            <a:r>
              <a:rPr lang="en-US" sz="1659" dirty="0">
                <a:solidFill>
                  <a:srgbClr val="CF222E"/>
                </a:solidFill>
                <a:latin typeface="Consolas" pitchFamily="34" charset="0"/>
                <a:ea typeface="Consolas" pitchFamily="34" charset="-122"/>
                <a:cs typeface="Consolas" pitchFamily="34" charset="-120"/>
              </a:rPr>
              <a:t>with</a:t>
            </a:r>
            <a:pPr indent="0" marL="0">
              <a:buNone/>
            </a:pPr>
            <a:r>
              <a:rPr lang="en-US" sz="1659" dirty="0">
                <a:solidFill>
                  <a:srgbClr val="1F2328"/>
                </a:solidFill>
                <a:latin typeface="Consolas" pitchFamily="34" charset="0"/>
                <a:ea typeface="Consolas" pitchFamily="34" charset="-122"/>
                <a:cs typeface="Consolas" pitchFamily="34" charset="-120"/>
              </a:rPr>
              <a:t> session.get(url) </a:t>
            </a:r>
            <a:pPr indent="0" marL="0">
              <a:buNone/>
            </a:pPr>
            <a:r>
              <a:rPr lang="en-US" sz="1659" dirty="0">
                <a:solidFill>
                  <a:srgbClr val="CF222E"/>
                </a:solidFill>
                <a:latin typeface="Consolas" pitchFamily="34" charset="0"/>
                <a:ea typeface="Consolas" pitchFamily="34" charset="-122"/>
                <a:cs typeface="Consolas" pitchFamily="34" charset="-120"/>
              </a:rPr>
              <a:t>as</a:t>
            </a:r>
            <a:pPr indent="0" marL="0">
              <a:buNone/>
            </a:pPr>
            <a:r>
              <a:rPr lang="en-US" sz="1659" dirty="0">
                <a:solidFill>
                  <a:srgbClr val="1F2328"/>
                </a:solidFill>
                <a:latin typeface="Consolas" pitchFamily="34" charset="0"/>
                <a:ea typeface="Consolas" pitchFamily="34" charset="-122"/>
                <a:cs typeface="Consolas" pitchFamily="34" charset="-120"/>
              </a:rPr>
              <a:t> response:</a:t>
            </a:r>
            <a:pPr indent="0" marL="0">
              <a:buNone/>
            </a:pPr>
            <a:endParaRPr lang="en-US" sz="1659" dirty="0"/>
          </a:p>
          <a:p>
            <a:pPr indent="0" marL="0">
              <a:buNone/>
            </a:pPr>
            <a:r>
              <a:rPr lang="en-US" sz="1659" dirty="0">
                <a:solidFill>
                  <a:srgbClr val="1F2328"/>
                </a:solidFill>
                <a:latin typeface="Consolas" pitchFamily="34" charset="0"/>
                <a:ea typeface="Consolas" pitchFamily="34" charset="-122"/>
                <a:cs typeface="Consolas" pitchFamily="34" charset="-120"/>
              </a:rPr>
              <a:t>            </a:t>
            </a:r>
            <a:pPr indent="0" marL="0">
              <a:buNone/>
            </a:pPr>
            <a:r>
              <a:rPr lang="en-US" sz="1659" dirty="0">
                <a:solidFill>
                  <a:srgbClr val="CF222E"/>
                </a:solidFill>
                <a:latin typeface="Consolas" pitchFamily="34" charset="0"/>
                <a:ea typeface="Consolas" pitchFamily="34" charset="-122"/>
                <a:cs typeface="Consolas" pitchFamily="34" charset="-120"/>
              </a:rPr>
              <a:t>return</a:t>
            </a:r>
            <a:pPr indent="0" marL="0">
              <a:buNone/>
            </a:pPr>
            <a:r>
              <a:rPr lang="en-US" sz="1659" dirty="0">
                <a:solidFill>
                  <a:srgbClr val="1F2328"/>
                </a:solidFill>
                <a:latin typeface="Consolas" pitchFamily="34" charset="0"/>
                <a:ea typeface="Consolas" pitchFamily="34" charset="-122"/>
                <a:cs typeface="Consolas" pitchFamily="34" charset="-120"/>
              </a:rPr>
              <a:t> </a:t>
            </a:r>
            <a:pPr indent="0" marL="0">
              <a:buNone/>
            </a:pPr>
            <a:r>
              <a:rPr lang="en-US" sz="1659" dirty="0">
                <a:solidFill>
                  <a:srgbClr val="CF222E"/>
                </a:solidFill>
                <a:latin typeface="Consolas" pitchFamily="34" charset="0"/>
                <a:ea typeface="Consolas" pitchFamily="34" charset="-122"/>
                <a:cs typeface="Consolas" pitchFamily="34" charset="-120"/>
              </a:rPr>
              <a:t>await</a:t>
            </a:r>
            <a:pPr indent="0" marL="0">
              <a:buNone/>
            </a:pPr>
            <a:r>
              <a:rPr lang="en-US" sz="1659" dirty="0">
                <a:solidFill>
                  <a:srgbClr val="1F2328"/>
                </a:solidFill>
                <a:latin typeface="Consolas" pitchFamily="34" charset="0"/>
                <a:ea typeface="Consolas" pitchFamily="34" charset="-122"/>
                <a:cs typeface="Consolas" pitchFamily="34" charset="-120"/>
              </a:rPr>
              <a:t> response.json()</a:t>
            </a:r>
            <a:pPr indent="0" marL="0">
              <a:buNone/>
            </a:pPr>
            <a:endParaRPr lang="en-US" sz="1659" dirty="0"/>
          </a:p>
        </p:txBody>
      </p:sp>
      <p:sp>
        <p:nvSpPr>
          <p:cNvPr id="4" name="Text 2"/>
          <p:cNvSpPr/>
          <p:nvPr/>
        </p:nvSpPr>
        <p:spPr>
          <a:xfrm>
            <a:off x="747713" y="4223445"/>
            <a:ext cx="10696575" cy="1952625"/>
          </a:xfrm>
          <a:prstGeom prst="rect">
            <a:avLst/>
          </a:prstGeom>
          <a:solidFill>
            <a:srgbClr val="F6F8FA"/>
          </a:solidFill>
          <a:ln/>
        </p:spPr>
        <p:txBody>
          <a:bodyPr wrap="none" lIns="0" tIns="0" rIns="0" bIns="0" rtlCol="0" anchor="t"/>
          <a:lstStyle/>
          <a:p>
            <a:pPr indent="0" marL="0">
              <a:buNone/>
            </a:pPr>
            <a:r>
              <a:rPr lang="en-US" sz="1612" dirty="0">
                <a:solidFill>
                  <a:srgbClr val="CF222E"/>
                </a:solidFill>
                <a:latin typeface="Consolas" pitchFamily="34" charset="0"/>
                <a:ea typeface="Consolas" pitchFamily="34" charset="-122"/>
                <a:cs typeface="Consolas" pitchFamily="34" charset="-120"/>
              </a:rPr>
              <a:t>SELECT</a:t>
            </a:r>
            <a:pPr indent="0" marL="0">
              <a:buNone/>
            </a:pPr>
            <a:r>
              <a:rPr lang="en-US" sz="1612" dirty="0">
                <a:solidFill>
                  <a:srgbClr val="1F2328"/>
                </a:solidFill>
                <a:latin typeface="Consolas" pitchFamily="34" charset="0"/>
                <a:ea typeface="Consolas" pitchFamily="34" charset="-122"/>
                <a:cs typeface="Consolas" pitchFamily="34" charset="-120"/>
              </a:rPr>
              <a:t> u.name, </a:t>
            </a:r>
            <a:pPr indent="0" marL="0">
              <a:buNone/>
            </a:pPr>
            <a:r>
              <a:rPr lang="en-US" sz="1612" dirty="0">
                <a:solidFill>
                  <a:srgbClr val="953800"/>
                </a:solidFill>
                <a:latin typeface="Consolas" pitchFamily="34" charset="0"/>
                <a:ea typeface="Consolas" pitchFamily="34" charset="-122"/>
                <a:cs typeface="Consolas" pitchFamily="34" charset="-120"/>
              </a:rPr>
              <a:t>COUNT</a:t>
            </a:r>
            <a:pPr indent="0" marL="0">
              <a:buNone/>
            </a:pPr>
            <a:r>
              <a:rPr lang="en-US" sz="1612" dirty="0">
                <a:solidFill>
                  <a:srgbClr val="1F2328"/>
                </a:solidFill>
                <a:latin typeface="Consolas" pitchFamily="34" charset="0"/>
                <a:ea typeface="Consolas" pitchFamily="34" charset="-122"/>
                <a:cs typeface="Consolas" pitchFamily="34" charset="-120"/>
              </a:rPr>
              <a:t>(o.id) </a:t>
            </a:r>
            <a:pPr indent="0" marL="0">
              <a:buNone/>
            </a:pPr>
            <a:r>
              <a:rPr lang="en-US" sz="1612" dirty="0">
                <a:solidFill>
                  <a:srgbClr val="CF222E"/>
                </a:solidFill>
                <a:latin typeface="Consolas" pitchFamily="34" charset="0"/>
                <a:ea typeface="Consolas" pitchFamily="34" charset="-122"/>
                <a:cs typeface="Consolas" pitchFamily="34" charset="-120"/>
              </a:rPr>
              <a:t>AS</a:t>
            </a:r>
            <a:pPr indent="0" marL="0">
              <a:buNone/>
            </a:pPr>
            <a:r>
              <a:rPr lang="en-US" sz="1612" dirty="0">
                <a:solidFill>
                  <a:srgbClr val="1F2328"/>
                </a:solidFill>
                <a:latin typeface="Consolas" pitchFamily="34" charset="0"/>
                <a:ea typeface="Consolas" pitchFamily="34" charset="-122"/>
                <a:cs typeface="Consolas" pitchFamily="34" charset="-120"/>
              </a:rPr>
              <a:t> order_count</a:t>
            </a:r>
            <a:pPr indent="0" marL="0">
              <a:buNone/>
            </a:pPr>
            <a:endParaRPr lang="en-US" sz="1612" dirty="0"/>
          </a:p>
          <a:p>
            <a:pPr indent="0" marL="0">
              <a:buNone/>
            </a:pPr>
            <a:r>
              <a:rPr lang="en-US" sz="1612" dirty="0">
                <a:solidFill>
                  <a:srgbClr val="CF222E"/>
                </a:solidFill>
                <a:latin typeface="Consolas" pitchFamily="34" charset="0"/>
                <a:ea typeface="Consolas" pitchFamily="34" charset="-122"/>
                <a:cs typeface="Consolas" pitchFamily="34" charset="-120"/>
              </a:rPr>
              <a:t>FROM</a:t>
            </a:r>
            <a:pPr indent="0" marL="0">
              <a:buNone/>
            </a:pPr>
            <a:r>
              <a:rPr lang="en-US" sz="1612" dirty="0">
                <a:solidFill>
                  <a:srgbClr val="1F2328"/>
                </a:solidFill>
                <a:latin typeface="Consolas" pitchFamily="34" charset="0"/>
                <a:ea typeface="Consolas" pitchFamily="34" charset="-122"/>
                <a:cs typeface="Consolas" pitchFamily="34" charset="-120"/>
              </a:rPr>
              <a:t> users u</a:t>
            </a:r>
            <a:pPr indent="0" marL="0">
              <a:buNone/>
            </a:pPr>
            <a:endParaRPr lang="en-US" sz="1612" dirty="0"/>
          </a:p>
          <a:p>
            <a:pPr indent="0" marL="0">
              <a:buNone/>
            </a:pPr>
            <a:r>
              <a:rPr lang="en-US" sz="1612" dirty="0">
                <a:solidFill>
                  <a:srgbClr val="CF222E"/>
                </a:solidFill>
                <a:latin typeface="Consolas" pitchFamily="34" charset="0"/>
                <a:ea typeface="Consolas" pitchFamily="34" charset="-122"/>
                <a:cs typeface="Consolas" pitchFamily="34" charset="-120"/>
              </a:rPr>
              <a:t>LEFT</a:t>
            </a:r>
            <a:pPr indent="0" marL="0">
              <a:buNone/>
            </a:pPr>
            <a:r>
              <a:rPr lang="en-US" sz="1612" dirty="0">
                <a:solidFill>
                  <a:srgbClr val="1F2328"/>
                </a:solidFill>
                <a:latin typeface="Consolas" pitchFamily="34" charset="0"/>
                <a:ea typeface="Consolas" pitchFamily="34" charset="-122"/>
                <a:cs typeface="Consolas" pitchFamily="34" charset="-120"/>
              </a:rPr>
              <a:t> </a:t>
            </a:r>
            <a:pPr indent="0" marL="0">
              <a:buNone/>
            </a:pPr>
            <a:r>
              <a:rPr lang="en-US" sz="1612" dirty="0">
                <a:solidFill>
                  <a:srgbClr val="CF222E"/>
                </a:solidFill>
                <a:latin typeface="Consolas" pitchFamily="34" charset="0"/>
                <a:ea typeface="Consolas" pitchFamily="34" charset="-122"/>
                <a:cs typeface="Consolas" pitchFamily="34" charset="-120"/>
              </a:rPr>
              <a:t>JOIN</a:t>
            </a:r>
            <a:pPr indent="0" marL="0">
              <a:buNone/>
            </a:pPr>
            <a:r>
              <a:rPr lang="en-US" sz="1612" dirty="0">
                <a:solidFill>
                  <a:srgbClr val="1F2328"/>
                </a:solidFill>
                <a:latin typeface="Consolas" pitchFamily="34" charset="0"/>
                <a:ea typeface="Consolas" pitchFamily="34" charset="-122"/>
                <a:cs typeface="Consolas" pitchFamily="34" charset="-120"/>
              </a:rPr>
              <a:t> orders o </a:t>
            </a:r>
            <a:pPr indent="0" marL="0">
              <a:buNone/>
            </a:pPr>
            <a:r>
              <a:rPr lang="en-US" sz="1612" dirty="0">
                <a:solidFill>
                  <a:srgbClr val="CF222E"/>
                </a:solidFill>
                <a:latin typeface="Consolas" pitchFamily="34" charset="0"/>
                <a:ea typeface="Consolas" pitchFamily="34" charset="-122"/>
                <a:cs typeface="Consolas" pitchFamily="34" charset="-120"/>
              </a:rPr>
              <a:t>ON</a:t>
            </a:r>
            <a:pPr indent="0" marL="0">
              <a:buNone/>
            </a:pPr>
            <a:r>
              <a:rPr lang="en-US" sz="1612" dirty="0">
                <a:solidFill>
                  <a:srgbClr val="1F2328"/>
                </a:solidFill>
                <a:latin typeface="Consolas" pitchFamily="34" charset="0"/>
                <a:ea typeface="Consolas" pitchFamily="34" charset="-122"/>
                <a:cs typeface="Consolas" pitchFamily="34" charset="-120"/>
              </a:rPr>
              <a:t> u.id </a:t>
            </a:r>
            <a:pPr indent="0" marL="0">
              <a:buNone/>
            </a:pPr>
            <a:r>
              <a:rPr lang="en-US" sz="1612" dirty="0">
                <a:solidFill>
                  <a:srgbClr val="0550AE"/>
                </a:solidFill>
                <a:latin typeface="Consolas" pitchFamily="34" charset="0"/>
                <a:ea typeface="Consolas" pitchFamily="34" charset="-122"/>
                <a:cs typeface="Consolas" pitchFamily="34" charset="-120"/>
              </a:rPr>
              <a:t>=</a:t>
            </a:r>
            <a:pPr indent="0" marL="0">
              <a:buNone/>
            </a:pPr>
            <a:r>
              <a:rPr lang="en-US" sz="1612" dirty="0">
                <a:solidFill>
                  <a:srgbClr val="1F2328"/>
                </a:solidFill>
                <a:latin typeface="Consolas" pitchFamily="34" charset="0"/>
                <a:ea typeface="Consolas" pitchFamily="34" charset="-122"/>
                <a:cs typeface="Consolas" pitchFamily="34" charset="-120"/>
              </a:rPr>
              <a:t> o.user_id</a:t>
            </a:r>
            <a:pPr indent="0" marL="0">
              <a:buNone/>
            </a:pPr>
            <a:endParaRPr lang="en-US" sz="1612" dirty="0"/>
          </a:p>
          <a:p>
            <a:pPr indent="0" marL="0">
              <a:buNone/>
            </a:pPr>
            <a:r>
              <a:rPr lang="en-US" sz="1612" dirty="0">
                <a:solidFill>
                  <a:srgbClr val="CF222E"/>
                </a:solidFill>
                <a:latin typeface="Consolas" pitchFamily="34" charset="0"/>
                <a:ea typeface="Consolas" pitchFamily="34" charset="-122"/>
                <a:cs typeface="Consolas" pitchFamily="34" charset="-120"/>
              </a:rPr>
              <a:t>WHERE</a:t>
            </a:r>
            <a:pPr indent="0" marL="0">
              <a:buNone/>
            </a:pPr>
            <a:r>
              <a:rPr lang="en-US" sz="1612" dirty="0">
                <a:solidFill>
                  <a:srgbClr val="1F2328"/>
                </a:solidFill>
                <a:latin typeface="Consolas" pitchFamily="34" charset="0"/>
                <a:ea typeface="Consolas" pitchFamily="34" charset="-122"/>
                <a:cs typeface="Consolas" pitchFamily="34" charset="-120"/>
              </a:rPr>
              <a:t> u.created_at </a:t>
            </a:r>
            <a:pPr indent="0" marL="0">
              <a:buNone/>
            </a:pPr>
            <a:r>
              <a:rPr lang="en-US" sz="1612" dirty="0">
                <a:solidFill>
                  <a:srgbClr val="0550AE"/>
                </a:solidFill>
                <a:latin typeface="Consolas" pitchFamily="34" charset="0"/>
                <a:ea typeface="Consolas" pitchFamily="34" charset="-122"/>
                <a:cs typeface="Consolas" pitchFamily="34" charset="-120"/>
              </a:rPr>
              <a:t>&gt;=</a:t>
            </a:r>
            <a:pPr indent="0" marL="0">
              <a:buNone/>
            </a:pPr>
            <a:r>
              <a:rPr lang="en-US" sz="1612" dirty="0">
                <a:solidFill>
                  <a:srgbClr val="1F2328"/>
                </a:solidFill>
                <a:latin typeface="Consolas" pitchFamily="34" charset="0"/>
                <a:ea typeface="Consolas" pitchFamily="34" charset="-122"/>
                <a:cs typeface="Consolas" pitchFamily="34" charset="-120"/>
              </a:rPr>
              <a:t> </a:t>
            </a:r>
            <a:pPr indent="0" marL="0">
              <a:buNone/>
            </a:pPr>
            <a:r>
              <a:rPr lang="en-US" sz="1612" dirty="0">
                <a:solidFill>
                  <a:srgbClr val="0A3069"/>
                </a:solidFill>
                <a:latin typeface="Consolas" pitchFamily="34" charset="0"/>
                <a:ea typeface="Consolas" pitchFamily="34" charset="-122"/>
                <a:cs typeface="Consolas" pitchFamily="34" charset="-120"/>
              </a:rPr>
              <a:t>'2024-01-01'</a:t>
            </a:r>
            <a:pPr indent="0" marL="0">
              <a:buNone/>
            </a:pPr>
            <a:endParaRPr lang="en-US" sz="1612" dirty="0"/>
          </a:p>
          <a:p>
            <a:pPr indent="0" marL="0">
              <a:buNone/>
            </a:pPr>
            <a:r>
              <a:rPr lang="en-US" sz="1612" dirty="0">
                <a:solidFill>
                  <a:srgbClr val="CF222E"/>
                </a:solidFill>
                <a:latin typeface="Consolas" pitchFamily="34" charset="0"/>
                <a:ea typeface="Consolas" pitchFamily="34" charset="-122"/>
                <a:cs typeface="Consolas" pitchFamily="34" charset="-120"/>
              </a:rPr>
              <a:t>GROUP</a:t>
            </a:r>
            <a:pPr indent="0" marL="0">
              <a:buNone/>
            </a:pPr>
            <a:r>
              <a:rPr lang="en-US" sz="1612" dirty="0">
                <a:solidFill>
                  <a:srgbClr val="1F2328"/>
                </a:solidFill>
                <a:latin typeface="Consolas" pitchFamily="34" charset="0"/>
                <a:ea typeface="Consolas" pitchFamily="34" charset="-122"/>
                <a:cs typeface="Consolas" pitchFamily="34" charset="-120"/>
              </a:rPr>
              <a:t> </a:t>
            </a:r>
            <a:pPr indent="0" marL="0">
              <a:buNone/>
            </a:pPr>
            <a:r>
              <a:rPr lang="en-US" sz="1612" dirty="0">
                <a:solidFill>
                  <a:srgbClr val="CF222E"/>
                </a:solidFill>
                <a:latin typeface="Consolas" pitchFamily="34" charset="0"/>
                <a:ea typeface="Consolas" pitchFamily="34" charset="-122"/>
                <a:cs typeface="Consolas" pitchFamily="34" charset="-120"/>
              </a:rPr>
              <a:t>BY</a:t>
            </a:r>
            <a:pPr indent="0" marL="0">
              <a:buNone/>
            </a:pPr>
            <a:r>
              <a:rPr lang="en-US" sz="1612" dirty="0">
                <a:solidFill>
                  <a:srgbClr val="1F2328"/>
                </a:solidFill>
                <a:latin typeface="Consolas" pitchFamily="34" charset="0"/>
                <a:ea typeface="Consolas" pitchFamily="34" charset="-122"/>
                <a:cs typeface="Consolas" pitchFamily="34" charset="-120"/>
              </a:rPr>
              <a:t> u.id</a:t>
            </a:r>
            <a:pPr indent="0" marL="0">
              <a:buNone/>
            </a:pPr>
            <a:endParaRPr lang="en-US" sz="1612" dirty="0"/>
          </a:p>
          <a:p>
            <a:pPr indent="0" marL="0">
              <a:buNone/>
            </a:pPr>
            <a:r>
              <a:rPr lang="en-US" sz="1612" dirty="0">
                <a:solidFill>
                  <a:srgbClr val="CF222E"/>
                </a:solidFill>
                <a:latin typeface="Consolas" pitchFamily="34" charset="0"/>
                <a:ea typeface="Consolas" pitchFamily="34" charset="-122"/>
                <a:cs typeface="Consolas" pitchFamily="34" charset="-120"/>
              </a:rPr>
              <a:t>ORDER</a:t>
            </a:r>
            <a:pPr indent="0" marL="0">
              <a:buNone/>
            </a:pPr>
            <a:r>
              <a:rPr lang="en-US" sz="1612" dirty="0">
                <a:solidFill>
                  <a:srgbClr val="1F2328"/>
                </a:solidFill>
                <a:latin typeface="Consolas" pitchFamily="34" charset="0"/>
                <a:ea typeface="Consolas" pitchFamily="34" charset="-122"/>
                <a:cs typeface="Consolas" pitchFamily="34" charset="-120"/>
              </a:rPr>
              <a:t> </a:t>
            </a:r>
            <a:pPr indent="0" marL="0">
              <a:buNone/>
            </a:pPr>
            <a:r>
              <a:rPr lang="en-US" sz="1612" dirty="0">
                <a:solidFill>
                  <a:srgbClr val="CF222E"/>
                </a:solidFill>
                <a:latin typeface="Consolas" pitchFamily="34" charset="0"/>
                <a:ea typeface="Consolas" pitchFamily="34" charset="-122"/>
                <a:cs typeface="Consolas" pitchFamily="34" charset="-120"/>
              </a:rPr>
              <a:t>BY</a:t>
            </a:r>
            <a:pPr indent="0" marL="0">
              <a:buNone/>
            </a:pPr>
            <a:r>
              <a:rPr lang="en-US" sz="1612" dirty="0">
                <a:solidFill>
                  <a:srgbClr val="1F2328"/>
                </a:solidFill>
                <a:latin typeface="Consolas" pitchFamily="34" charset="0"/>
                <a:ea typeface="Consolas" pitchFamily="34" charset="-122"/>
                <a:cs typeface="Consolas" pitchFamily="34" charset="-120"/>
              </a:rPr>
              <a:t> order_count </a:t>
            </a:r>
            <a:pPr indent="0" marL="0">
              <a:buNone/>
            </a:pPr>
            <a:r>
              <a:rPr lang="en-US" sz="1612" dirty="0">
                <a:solidFill>
                  <a:srgbClr val="CF222E"/>
                </a:solidFill>
                <a:latin typeface="Consolas" pitchFamily="34" charset="0"/>
                <a:ea typeface="Consolas" pitchFamily="34" charset="-122"/>
                <a:cs typeface="Consolas" pitchFamily="34" charset="-120"/>
              </a:rPr>
              <a:t>DESC</a:t>
            </a:r>
            <a:pPr indent="0" marL="0">
              <a:buNone/>
            </a:pPr>
            <a:r>
              <a:rPr lang="en-US" sz="1612" dirty="0">
                <a:solidFill>
                  <a:srgbClr val="1F2328"/>
                </a:solidFill>
                <a:latin typeface="Consolas" pitchFamily="34" charset="0"/>
                <a:ea typeface="Consolas" pitchFamily="34" charset="-122"/>
                <a:cs typeface="Consolas" pitchFamily="34" charset="-120"/>
              </a:rPr>
              <a:t>;</a:t>
            </a:r>
            <a:pPr indent="0" marL="0">
              <a:buNone/>
            </a:pPr>
            <a:endParaRPr lang="en-US" sz="1612"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692468"/>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10: Image (same directory, no filter)</a:t>
            </a:r>
            <a:endParaRPr lang="en-US" sz="3480" dirty="0"/>
          </a:p>
        </p:txBody>
      </p:sp>
      <p:sp>
        <p:nvSpPr>
          <p:cNvPr id="3" name="Text 1"/>
          <p:cNvSpPr/>
          <p:nvPr/>
        </p:nvSpPr>
        <p:spPr>
          <a:xfrm>
            <a:off x="3605213" y="3959126"/>
            <a:ext cx="8231029" cy="514350"/>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Normal image beside text</a:t>
            </a:r>
            <a:endParaRPr lang="en-US" sz="2175" dirty="0"/>
          </a:p>
        </p:txBody>
      </p:sp>
      <p:pic>
        <p:nvPicPr>
          <p:cNvPr id="4" name="Image 0" descr="preencoded.png">    </p:cNvPr>
          <p:cNvPicPr>
            <a:picLocks noChangeAspect="1"/>
          </p:cNvPicPr>
          <p:nvPr/>
        </p:nvPicPr>
        <p:blipFill>
          <a:blip r:embed="rId1"/>
          <a:stretch>
            <a:fillRect/>
          </a:stretch>
        </p:blipFill>
        <p:spPr>
          <a:xfrm>
            <a:off x="747713" y="1585020"/>
            <a:ext cx="2857500" cy="2857500"/>
          </a:xfrm>
          <a:prstGeom prst="rect">
            <a:avLst/>
          </a:prstGeom>
        </p:spPr>
      </p:pic>
      <p:sp>
        <p:nvSpPr>
          <p:cNvPr id="5" name="Text 2"/>
          <p:cNvSpPr/>
          <p:nvPr/>
        </p:nvSpPr>
        <p:spPr>
          <a:xfrm>
            <a:off x="747713" y="4625876"/>
            <a:ext cx="11231404"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Image placed below:</a:t>
            </a:r>
            <a:endParaRPr lang="en-US" sz="2175" dirty="0"/>
          </a:p>
        </p:txBody>
      </p:sp>
      <p:pic>
        <p:nvPicPr>
          <p:cNvPr id="6" name="Image 1" descr="preencoded.png">    </p:cNvPr>
          <p:cNvPicPr>
            <a:picLocks noChangeAspect="1"/>
          </p:cNvPicPr>
          <p:nvPr/>
        </p:nvPicPr>
        <p:blipFill>
          <a:blip r:embed="rId2"/>
          <a:stretch>
            <a:fillRect/>
          </a:stretch>
        </p:blipFill>
        <p:spPr>
          <a:xfrm>
            <a:off x="747713" y="5261670"/>
            <a:ext cx="3810000" cy="3810000"/>
          </a:xfrm>
          <a:prstGeom prst="rect">
            <a:avLst/>
          </a:prstGeom>
        </p:spPr>
      </p:pic>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692468"/>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11: Image (CSS filter)</a:t>
            </a:r>
            <a:endParaRPr lang="en-US" sz="3480" dirty="0"/>
          </a:p>
        </p:txBody>
      </p:sp>
      <p:sp>
        <p:nvSpPr>
          <p:cNvPr id="3" name="Text 1"/>
          <p:cNvSpPr/>
          <p:nvPr/>
        </p:nvSpPr>
        <p:spPr>
          <a:xfrm>
            <a:off x="747713" y="1515963"/>
            <a:ext cx="11231404"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Verify the following are processed correctly compared to a normal image:</a:t>
            </a:r>
            <a:endParaRPr lang="en-US" sz="2175" dirty="0"/>
          </a:p>
        </p:txBody>
      </p:sp>
      <p:sp>
        <p:nvSpPr>
          <p:cNvPr id="4" name="Text 2"/>
          <p:cNvSpPr/>
          <p:nvPr/>
        </p:nvSpPr>
        <p:spPr>
          <a:xfrm>
            <a:off x="747713" y="4940201"/>
            <a:ext cx="11231404" cy="514350"/>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No filter (left)</a:t>
            </a:r>
            <a:endParaRPr lang="en-US" sz="2175" dirty="0"/>
          </a:p>
        </p:txBody>
      </p:sp>
      <p:pic>
        <p:nvPicPr>
          <p:cNvPr id="5" name="Image 0" descr="preencoded.png">    </p:cNvPr>
          <p:cNvPicPr>
            <a:picLocks noChangeAspect="1"/>
          </p:cNvPicPr>
          <p:nvPr/>
        </p:nvPicPr>
        <p:blipFill>
          <a:blip r:embed="rId1"/>
          <a:stretch>
            <a:fillRect/>
          </a:stretch>
        </p:blipFill>
        <p:spPr>
          <a:xfrm>
            <a:off x="747713" y="2151757"/>
            <a:ext cx="2857500" cy="2857500"/>
          </a:xfrm>
          <a:prstGeom prst="rect">
            <a:avLst/>
          </a:prstGeom>
        </p:spPr>
      </p:pic>
      <p:pic>
        <p:nvPicPr>
          <p:cNvPr id="6" name="Image 1" descr="preencoded.png">    </p:cNvPr>
          <p:cNvPicPr>
            <a:picLocks noChangeAspect="1"/>
          </p:cNvPicPr>
          <p:nvPr/>
        </p:nvPicPr>
        <p:blipFill>
          <a:blip r:embed="rId2"/>
          <a:stretch>
            <a:fillRect/>
          </a:stretch>
        </p:blipFill>
        <p:spPr>
          <a:xfrm>
            <a:off x="747713" y="5676007"/>
            <a:ext cx="2857500" cy="2857500"/>
          </a:xfrm>
          <a:prstGeom prst="rect">
            <a:avLst/>
          </a:prstGeom>
        </p:spPr>
      </p:pic>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7713" y="2464564"/>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12: Background image (full slide)</a:t>
            </a:r>
            <a:endParaRPr lang="en-US" sz="3480" dirty="0"/>
          </a:p>
        </p:txBody>
      </p:sp>
      <p:sp>
        <p:nvSpPr>
          <p:cNvPr id="3" name="Text 1"/>
          <p:cNvSpPr/>
          <p:nvPr/>
        </p:nvSpPr>
        <p:spPr>
          <a:xfrm>
            <a:off x="747713" y="3288060"/>
            <a:ext cx="10696575" cy="981075"/>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This background image has no filter. Verify that text is not duplicated.</a:t>
            </a:r>
            <a:pPr algn="l" indent="0" marL="0">
              <a:lnSpc>
                <a:spcPct val="130000"/>
              </a:lnSpc>
              <a:buNone/>
            </a:pPr>
            <a:endParaRPr lang="en-US" sz="2175" dirty="0"/>
          </a:p>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Body text. Verify it is correctly placed on top of the background.</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7713" y="2333595"/>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13: Background image + Grayscale filter</a:t>
            </a:r>
            <a:endParaRPr lang="en-US" sz="3480" dirty="0"/>
          </a:p>
        </p:txBody>
      </p:sp>
      <p:sp>
        <p:nvSpPr>
          <p:cNvPr id="3" name="Text 1"/>
          <p:cNvSpPr/>
          <p:nvPr/>
        </p:nvSpPr>
        <p:spPr>
          <a:xfrm>
            <a:off x="747713" y="3157091"/>
            <a:ext cx="10696575" cy="1243013"/>
          </a:xfrm>
          <a:prstGeom prst="rect">
            <a:avLst/>
          </a:prstGeom>
          <a:noFill/>
          <a:ln/>
        </p:spPr>
        <p:txBody>
          <a:bodyPr wrap="square" lIns="0" tIns="0" rIns="0" bIns="0" rtlCol="0" anchor="t"/>
          <a:lstStyle/>
          <a:p>
            <a:pPr algn="l" indent="0" marL="0">
              <a:lnSpc>
                <a:spcPct val="125000"/>
              </a:lnSpc>
              <a:buNone/>
            </a:pPr>
            <a:r>
              <a:rPr lang="en-US" sz="2175" dirty="0">
                <a:solidFill>
                  <a:srgbClr val="FFFFFF"/>
                </a:solidFill>
                <a:latin typeface="Segoe UI" pitchFamily="34" charset="0"/>
                <a:ea typeface="Segoe UI" pitchFamily="34" charset="-122"/>
                <a:cs typeface="Segoe UI" pitchFamily="34" charset="-120"/>
              </a:rPr>
              <a:t>This background should have a grayscale filter applied.</a:t>
            </a:r>
            <a:pPr algn="l" indent="0" marL="0">
              <a:lnSpc>
                <a:spcPct val="125000"/>
              </a:lnSpc>
              <a:buNone/>
            </a:pPr>
            <a:endParaRPr lang="en-US" sz="2175" dirty="0"/>
          </a:p>
          <a:p>
            <a:pPr algn="l" indent="0" marL="0">
              <a:lnSpc>
                <a:spcPct val="125000"/>
              </a:lnSpc>
              <a:buNone/>
            </a:pPr>
            <a:r>
              <a:rPr lang="en-US" sz="2175" b="1" dirty="0">
                <a:solidFill>
                  <a:srgbClr val="FFFFFF"/>
                </a:solidFill>
                <a:latin typeface="Segoe UI" pitchFamily="34" charset="0"/>
                <a:ea typeface="Segoe UI" pitchFamily="34" charset="-122"/>
                <a:cs typeface="Segoe UI" pitchFamily="34" charset="-120"/>
              </a:rPr>
              <a:t>Important</a:t>
            </a:r>
            <a:pPr algn="l" indent="0" marL="0">
              <a:lnSpc>
                <a:spcPct val="125000"/>
              </a:lnSpc>
              <a:buNone/>
            </a:pPr>
            <a:r>
              <a:rPr lang="en-US" sz="2175" dirty="0">
                <a:solidFill>
                  <a:srgbClr val="FFFFFF"/>
                </a:solidFill>
                <a:latin typeface="Segoe UI" pitchFamily="34" charset="0"/>
                <a:ea typeface="Segoe UI" pitchFamily="34" charset="-122"/>
                <a:cs typeface="Segoe UI" pitchFamily="34" charset="-120"/>
              </a:rPr>
              <a:t>: Verify that text is NOT displayed twice.</a:t>
            </a:r>
            <a:pPr algn="l" indent="0" marL="0">
              <a:lnSpc>
                <a:spcPct val="125000"/>
              </a:lnSpc>
              <a:buNone/>
            </a:pPr>
            <a:endParaRPr lang="en-US" sz="2175" dirty="0"/>
          </a:p>
          <a:p>
            <a:pPr algn="l" indent="0" marL="0">
              <a:lnSpc>
                <a:spcPct val="125000"/>
              </a:lnSpc>
              <a:buNone/>
            </a:pPr>
            <a:r>
              <a:rPr lang="en-US" sz="2175" dirty="0">
                <a:solidFill>
                  <a:srgbClr val="FFFFFF"/>
                </a:solidFill>
                <a:latin typeface="Segoe UI" pitchFamily="34" charset="0"/>
                <a:ea typeface="Segoe UI" pitchFamily="34" charset="-122"/>
                <a:cs typeface="Segoe UI" pitchFamily="34" charset="-120"/>
              </a:rPr>
              <a:t>The background should be gray, and this text should appear only once.</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954976"/>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14: Inline-only div (important edge case)</a:t>
            </a:r>
            <a:endParaRPr lang="en-US" sz="3480" dirty="0"/>
          </a:p>
        </p:txBody>
      </p:sp>
      <p:sp>
        <p:nvSpPr>
          <p:cNvPr id="3" name="Text 1"/>
          <p:cNvSpPr/>
          <p:nvPr/>
        </p:nvSpPr>
        <p:spPr>
          <a:xfrm>
            <a:off x="747713" y="2847529"/>
            <a:ext cx="10696575" cy="1171575"/>
          </a:xfrm>
          <a:prstGeom prst="roundRect">
            <a:avLst>
              <a:gd name="adj" fmla="val 10153"/>
            </a:avLst>
          </a:prstGeom>
          <a:solidFill>
            <a:srgbClr val="F0F4FF"/>
          </a:solidFill>
          <a:ln w="19050">
            <a:solidFill>
              <a:srgbClr val="333366"/>
            </a:solid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This container provides </a:t>
            </a:r>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val-7 items</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ready to use right away.</a:t>
            </a:r>
            <a:pPr algn="l" indent="0" marL="0">
              <a:lnSpc>
                <a:spcPct val="130000"/>
              </a:lnSpc>
              <a:buNone/>
            </a:pPr>
            <a:endParaRPr lang="en-US" sz="2175" dirty="0"/>
          </a:p>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They cover the full set: alpha, beta, gamma, delta, epsilon, zeta, eta.</a:t>
            </a:r>
            <a:endParaRPr lang="en-US" sz="2175" dirty="0"/>
          </a:p>
        </p:txBody>
      </p:sp>
      <p:sp>
        <p:nvSpPr>
          <p:cNvPr id="4" name="Text 2"/>
          <p:cNvSpPr/>
          <p:nvPr/>
        </p:nvSpPr>
        <p:spPr>
          <a:xfrm>
            <a:off x="747713" y="3950047"/>
            <a:ext cx="10696575" cy="828675"/>
          </a:xfrm>
          <a:prstGeom prst="rect">
            <a:avLst/>
          </a:prstGeom>
          <a:noFill/>
          <a:ln/>
        </p:spPr>
        <p:txBody>
          <a:bodyPr wrap="square" lIns="0" tIns="0" rIns="0" bIns="0" rtlCol="0" anchor="t"/>
          <a:lstStyle/>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The div above is an "inline-only container". Text should be displayed correctly inside the frame.</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887706"/>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15: Card component (border + background)</a:t>
            </a:r>
            <a:endParaRPr lang="en-US" sz="3480" dirty="0"/>
          </a:p>
        </p:txBody>
      </p:sp>
      <p:sp>
        <p:nvSpPr>
          <p:cNvPr id="3" name="Text 1"/>
          <p:cNvSpPr/>
          <p:nvPr/>
        </p:nvSpPr>
        <p:spPr>
          <a:xfrm>
            <a:off x="747713" y="2780258"/>
            <a:ext cx="5272088" cy="2134791"/>
          </a:xfrm>
          <a:prstGeom prst="roundRect">
            <a:avLst>
              <a:gd name="adj" fmla="val 4587"/>
            </a:avLst>
          </a:prstGeom>
          <a:solidFill>
            <a:srgbClr val="F8F9FF"/>
          </a:solidFill>
          <a:ln w="9525">
            <a:solidFill>
              <a:srgbClr val="CCCCCC"/>
            </a:solidFill>
          </a:ln>
        </p:spPr>
        <p:txBody>
          <a:bodyPr wrap="square" lIns="161925" tIns="390525" rIns="161925" bIns="369243" rtlCol="0" anchor="t"/>
          <a:lstStyle/>
          <a:p>
            <a:pPr algn="l" indent="0" marL="0">
              <a:lnSpc>
                <a:spcPct val="109000"/>
              </a:lnSpc>
              <a:buNone/>
            </a:pPr>
            <a:r>
              <a:rPr lang="en-US" sz="2392" b="1" dirty="0">
                <a:solidFill>
                  <a:srgbClr val="1F2328"/>
                </a:solidFill>
                <a:latin typeface="Segoe UI" pitchFamily="34" charset="0"/>
                <a:ea typeface="Segoe UI" pitchFamily="34" charset="-122"/>
                <a:cs typeface="Segoe UI" pitchFamily="34" charset="-120"/>
              </a:rPr>
              <a:t>🎯</a:t>
            </a:r>
            <a:pPr algn="l" indent="0" marL="0">
              <a:lnSpc>
                <a:spcPct val="109000"/>
              </a:lnSpc>
              <a:buNone/>
            </a:pPr>
            <a:r>
              <a:rPr lang="en-US" sz="2392" b="1" dirty="0">
                <a:solidFill>
                  <a:srgbClr val="1F2328"/>
                </a:solidFill>
                <a:latin typeface="Segoe UI" pitchFamily="34" charset="0"/>
                <a:ea typeface="Segoe UI" pitchFamily="34" charset="-122"/>
                <a:cs typeface="Segoe UI" pitchFamily="34" charset="-120"/>
              </a:rPr>
              <a:t> Card A</a:t>
            </a:r>
            <a:pPr algn="l" indent="0" marL="0">
              <a:lnSpc>
                <a:spcPct val="109000"/>
              </a:lnSpc>
              <a:buNone/>
            </a:pPr>
            <a:endParaRPr lang="en-US" sz="2392" dirty="0"/>
          </a:p>
          <a:p>
            <a:pPr algn="l" indent="0" marL="0">
              <a:lnSpc>
                <a:spcPct val="109000"/>
              </a:lnSpc>
              <a:buNone/>
            </a:pPr>
            <a:r>
              <a:rPr lang="en-US" sz="2175" dirty="0">
                <a:solidFill>
                  <a:srgbClr val="1F2328"/>
                </a:solidFill>
                <a:latin typeface="Segoe UI" pitchFamily="34" charset="0"/>
                <a:ea typeface="Segoe UI" pitchFamily="34" charset="-122"/>
                <a:cs typeface="Segoe UI" pitchFamily="34" charset="-120"/>
              </a:rPr>
              <a:t>A mix of text, </a:t>
            </a:r>
            <a:pPr algn="l" indent="0" marL="0">
              <a:lnSpc>
                <a:spcPct val="109000"/>
              </a:lnSpc>
              <a:buNone/>
            </a:pPr>
            <a:r>
              <a:rPr lang="en-US" sz="2175" b="1" dirty="0">
                <a:solidFill>
                  <a:srgbClr val="1F2328"/>
                </a:solidFill>
                <a:latin typeface="Segoe UI" pitchFamily="34" charset="0"/>
                <a:ea typeface="Segoe UI" pitchFamily="34" charset="-122"/>
                <a:cs typeface="Segoe UI" pitchFamily="34" charset="-120"/>
              </a:rPr>
              <a:t>bold</a:t>
            </a:r>
            <a:pPr algn="l" indent="0" marL="0">
              <a:lnSpc>
                <a:spcPct val="109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09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code</a:t>
            </a:r>
            <a:pPr algn="l" indent="0" marL="0">
              <a:lnSpc>
                <a:spcPct val="109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09000"/>
              </a:lnSpc>
              <a:buNone/>
            </a:pPr>
            <a:endParaRPr lang="en-US" sz="2392" dirty="0"/>
          </a:p>
          <a:p>
            <a:pPr algn="l" indent="0" marL="0">
              <a:lnSpc>
                <a:spcPct val="109000"/>
              </a:lnSpc>
              <a:buNone/>
            </a:pPr>
            <a:r>
              <a:rPr lang="en-US" sz="2175" dirty="0">
                <a:solidFill>
                  <a:srgbClr val="1F2328"/>
                </a:solidFill>
                <a:latin typeface="Segoe UI" pitchFamily="34" charset="0"/>
                <a:ea typeface="Segoe UI" pitchFamily="34" charset="-122"/>
                <a:cs typeface="Segoe UI" pitchFamily="34" charset="-120"/>
              </a:rPr>
              <a:t>Emoji are also included.</a:t>
            </a:r>
            <a:endParaRPr lang="en-US" sz="2392" dirty="0"/>
          </a:p>
        </p:txBody>
      </p:sp>
      <p:sp>
        <p:nvSpPr>
          <p:cNvPr id="4" name="Text 2"/>
          <p:cNvSpPr/>
          <p:nvPr/>
        </p:nvSpPr>
        <p:spPr>
          <a:xfrm>
            <a:off x="6172200" y="2780258"/>
            <a:ext cx="5272088" cy="2134791"/>
          </a:xfrm>
          <a:prstGeom prst="roundRect">
            <a:avLst>
              <a:gd name="adj" fmla="val 4587"/>
            </a:avLst>
          </a:prstGeom>
          <a:solidFill>
            <a:srgbClr val="FFF8F0"/>
          </a:solidFill>
          <a:ln w="9525">
            <a:solidFill>
              <a:srgbClr val="CCCCCC"/>
            </a:solidFill>
          </a:ln>
        </p:spPr>
        <p:txBody>
          <a:bodyPr wrap="square" lIns="161925" tIns="390525" rIns="161925" bIns="314325" rtlCol="0" anchor="t"/>
          <a:lstStyle/>
          <a:p>
            <a:pPr algn="l" indent="0" marL="0">
              <a:lnSpc>
                <a:spcPct val="109000"/>
              </a:lnSpc>
              <a:buNone/>
            </a:pPr>
            <a:r>
              <a:rPr lang="en-US" sz="2392" b="1" dirty="0">
                <a:solidFill>
                  <a:srgbClr val="1F2328"/>
                </a:solidFill>
                <a:latin typeface="Segoe UI" pitchFamily="34" charset="0"/>
                <a:ea typeface="Segoe UI" pitchFamily="34" charset="-122"/>
                <a:cs typeface="Segoe UI" pitchFamily="34" charset="-120"/>
              </a:rPr>
              <a:t>🔧</a:t>
            </a:r>
            <a:pPr algn="l" indent="0" marL="0">
              <a:lnSpc>
                <a:spcPct val="109000"/>
              </a:lnSpc>
              <a:buNone/>
            </a:pPr>
            <a:r>
              <a:rPr lang="en-US" sz="2392" b="1" dirty="0">
                <a:solidFill>
                  <a:srgbClr val="1F2328"/>
                </a:solidFill>
                <a:latin typeface="Segoe UI" pitchFamily="34" charset="0"/>
                <a:ea typeface="Segoe UI" pitchFamily="34" charset="-122"/>
                <a:cs typeface="Segoe UI" pitchFamily="34" charset="-120"/>
              </a:rPr>
              <a:t> Card B</a:t>
            </a:r>
            <a:pPr algn="l" indent="0" marL="0">
              <a:lnSpc>
                <a:spcPct val="109000"/>
              </a:lnSpc>
              <a:buNone/>
            </a:pPr>
            <a:endParaRPr lang="en-US" sz="2392" dirty="0"/>
          </a:p>
          <a:p>
            <a:pPr algn="l" marL="342900" indent="-342900">
              <a:lnSpc>
                <a:spcPct val="109000"/>
              </a:lnSpc>
              <a:buSzPct val="100000"/>
              <a:buChar char="•"/>
            </a:pPr>
            <a:r>
              <a:rPr lang="en-US" sz="2175" dirty="0">
                <a:solidFill>
                  <a:srgbClr val="1F2328"/>
                </a:solidFill>
                <a:latin typeface="Segoe UI" pitchFamily="34" charset="0"/>
                <a:ea typeface="Segoe UI" pitchFamily="34" charset="-122"/>
                <a:cs typeface="Segoe UI" pitchFamily="34" charset="-120"/>
              </a:rPr>
              <a:t>List item 1</a:t>
            </a:r>
            <a:endParaRPr lang="en-US" sz="2392" dirty="0"/>
          </a:p>
          <a:p>
            <a:pPr algn="l" marL="342900" indent="-342900">
              <a:lnSpc>
                <a:spcPct val="109000"/>
              </a:lnSpc>
              <a:buSzPct val="100000"/>
              <a:buChar char="•"/>
            </a:pPr>
            <a:r>
              <a:rPr lang="en-US" sz="2175" dirty="0">
                <a:solidFill>
                  <a:srgbClr val="1F2328"/>
                </a:solidFill>
                <a:latin typeface="Segoe UI" pitchFamily="34" charset="0"/>
                <a:ea typeface="Segoe UI" pitchFamily="34" charset="-122"/>
                <a:cs typeface="Segoe UI" pitchFamily="34" charset="-120"/>
              </a:rPr>
              <a:t>List item 2 </a:t>
            </a:r>
            <a:pPr algn="l" marL="342900" indent="-342900">
              <a:lnSpc>
                <a:spcPct val="109000"/>
              </a:lnSpc>
              <a:buSzPct val="100000"/>
              <a:buChar char="•"/>
            </a:pPr>
            <a:r>
              <a:rPr lang="en-US" sz="2175" dirty="0">
                <a:solidFill>
                  <a:srgbClr val="1F2328"/>
                </a:solidFill>
                <a:latin typeface="Segoe UI" pitchFamily="34" charset="0"/>
                <a:ea typeface="Segoe UI" pitchFamily="34" charset="-122"/>
                <a:cs typeface="Segoe UI" pitchFamily="34" charset="-120"/>
              </a:rPr>
              <a:t>✅</a:t>
            </a:r>
            <a:endParaRPr lang="en-US" sz="2392"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054989"/>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16: Card component (border only, no background)</a:t>
            </a:r>
            <a:endParaRPr lang="en-US" sz="3480" dirty="0"/>
          </a:p>
        </p:txBody>
      </p:sp>
      <p:sp>
        <p:nvSpPr>
          <p:cNvPr id="3" name="Text 1"/>
          <p:cNvSpPr/>
          <p:nvPr/>
        </p:nvSpPr>
        <p:spPr>
          <a:xfrm>
            <a:off x="747713" y="3499991"/>
            <a:ext cx="3489275" cy="1247775"/>
          </a:xfrm>
          <a:prstGeom prst="roundRect">
            <a:avLst>
              <a:gd name="adj" fmla="val 8951"/>
            </a:avLst>
          </a:prstGeom>
          <a:ln w="19050">
            <a:solidFill>
              <a:srgbClr val="0066CC"/>
            </a:solidFill>
          </a:ln>
        </p:spPr>
        <p:txBody>
          <a:bodyPr wrap="square" lIns="133350" tIns="133350" rIns="133350" bIns="285750" rtlCol="0" anchor="t"/>
          <a:lstStyle/>
          <a:p>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Blue border card</a:t>
            </a:r>
            <a:pPr algn="l" indent="0" marL="0">
              <a:lnSpc>
                <a:spcPct val="130000"/>
              </a:lnSpc>
              <a:buNone/>
            </a:pPr>
            <a:endParaRPr lang="en-US" sz="2175" dirty="0"/>
          </a:p>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No background</a:t>
            </a:r>
            <a:endParaRPr lang="en-US" sz="2175" dirty="0"/>
          </a:p>
        </p:txBody>
      </p:sp>
      <p:sp>
        <p:nvSpPr>
          <p:cNvPr id="4" name="Text 2"/>
          <p:cNvSpPr/>
          <p:nvPr/>
        </p:nvSpPr>
        <p:spPr>
          <a:xfrm>
            <a:off x="4351288" y="3499991"/>
            <a:ext cx="3489275" cy="1247775"/>
          </a:xfrm>
          <a:prstGeom prst="roundRect">
            <a:avLst>
              <a:gd name="adj" fmla="val 8951"/>
            </a:avLst>
          </a:prstGeom>
          <a:ln w="19050">
            <a:solidFill>
              <a:srgbClr val="CC6600"/>
            </a:solidFill>
          </a:ln>
        </p:spPr>
        <p:txBody>
          <a:bodyPr wrap="square" lIns="133350" tIns="133350" rIns="133350" bIns="285750" rtlCol="0" anchor="t"/>
          <a:lstStyle/>
          <a:p>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Orange border card</a:t>
            </a:r>
            <a:pPr algn="l" indent="0" marL="0">
              <a:lnSpc>
                <a:spcPct val="130000"/>
              </a:lnSpc>
              <a:buNone/>
            </a:pPr>
            <a:endParaRPr lang="en-US" sz="2175" dirty="0"/>
          </a:p>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No background</a:t>
            </a:r>
            <a:endParaRPr lang="en-US" sz="2175" dirty="0"/>
          </a:p>
        </p:txBody>
      </p:sp>
      <p:sp>
        <p:nvSpPr>
          <p:cNvPr id="5" name="Text 3"/>
          <p:cNvSpPr/>
          <p:nvPr/>
        </p:nvSpPr>
        <p:spPr>
          <a:xfrm>
            <a:off x="7954863" y="3499991"/>
            <a:ext cx="3489424" cy="1247775"/>
          </a:xfrm>
          <a:prstGeom prst="roundRect">
            <a:avLst>
              <a:gd name="adj" fmla="val 8951"/>
            </a:avLst>
          </a:prstGeom>
          <a:ln w="19050">
            <a:solidFill>
              <a:srgbClr val="006600"/>
            </a:solidFill>
          </a:ln>
        </p:spPr>
        <p:txBody>
          <a:bodyPr wrap="square" lIns="133350" tIns="133350" rIns="133350" bIns="285750" rtlCol="0" anchor="t"/>
          <a:lstStyle/>
          <a:p>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Green border card</a:t>
            </a:r>
            <a:pPr algn="l" indent="0" marL="0">
              <a:lnSpc>
                <a:spcPct val="130000"/>
              </a:lnSpc>
              <a:buNone/>
            </a:pPr>
            <a:endParaRPr lang="en-US" sz="2175" dirty="0"/>
          </a:p>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No background</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809720"/>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17: Nested containers (3 levels)</a:t>
            </a:r>
            <a:endParaRPr lang="en-US" sz="3480" dirty="0"/>
          </a:p>
        </p:txBody>
      </p:sp>
      <p:sp>
        <p:nvSpPr>
          <p:cNvPr id="3" name="Shape 1"/>
          <p:cNvSpPr/>
          <p:nvPr/>
        </p:nvSpPr>
        <p:spPr>
          <a:xfrm>
            <a:off x="747713" y="2702272"/>
            <a:ext cx="10696575" cy="2290763"/>
          </a:xfrm>
          <a:prstGeom prst="roundRect">
            <a:avLst>
              <a:gd name="adj" fmla="val 2656"/>
            </a:avLst>
          </a:prstGeom>
          <a:solidFill>
            <a:srgbClr val="F5F5F5"/>
          </a:solidFill>
          <a:ln w="19050">
            <a:solidFill>
              <a:srgbClr val="333333"/>
            </a:solidFill>
            <a:prstDash val="solid"/>
          </a:ln>
        </p:spPr>
      </p:sp>
      <p:sp>
        <p:nvSpPr>
          <p:cNvPr id="4" name="Text 2"/>
          <p:cNvSpPr/>
          <p:nvPr/>
        </p:nvSpPr>
        <p:spPr>
          <a:xfrm>
            <a:off x="919162" y="2804666"/>
            <a:ext cx="10871359" cy="414338"/>
          </a:xfrm>
          <a:prstGeom prst="rect">
            <a:avLst/>
          </a:prstGeom>
          <a:noFill/>
          <a:ln/>
        </p:spPr>
        <p:txBody>
          <a:bodyPr wrap="square" lIns="0" tIns="0" rIns="0" bIns="0" rtlCol="0" anchor="t"/>
          <a:lstStyle/>
          <a:p>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Outer container</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 has background and border</a:t>
            </a:r>
            <a:endParaRPr lang="en-US" sz="2175" dirty="0"/>
          </a:p>
        </p:txBody>
      </p:sp>
      <p:sp>
        <p:nvSpPr>
          <p:cNvPr id="5" name="Shape 3"/>
          <p:cNvSpPr/>
          <p:nvPr/>
        </p:nvSpPr>
        <p:spPr>
          <a:xfrm>
            <a:off x="919162" y="3440460"/>
            <a:ext cx="10353675" cy="1381125"/>
          </a:xfrm>
          <a:prstGeom prst="roundRect">
            <a:avLst>
              <a:gd name="adj" fmla="val 3653"/>
            </a:avLst>
          </a:prstGeom>
          <a:solidFill>
            <a:srgbClr val="FFFFFF"/>
          </a:solidFill>
          <a:ln w="9525">
            <a:solidFill>
              <a:srgbClr val="999999"/>
            </a:solidFill>
            <a:prstDash val="solid"/>
          </a:ln>
        </p:spPr>
      </p:sp>
      <p:sp>
        <p:nvSpPr>
          <p:cNvPr id="6" name="Text 4"/>
          <p:cNvSpPr/>
          <p:nvPr/>
        </p:nvSpPr>
        <p:spPr>
          <a:xfrm>
            <a:off x="1042988" y="3495229"/>
            <a:ext cx="10611326"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Middle container — white background</a:t>
            </a:r>
            <a:endParaRPr lang="en-US" sz="2175" dirty="0"/>
          </a:p>
        </p:txBody>
      </p:sp>
      <p:sp>
        <p:nvSpPr>
          <p:cNvPr id="7" name="Text 5"/>
          <p:cNvSpPr/>
          <p:nvPr/>
        </p:nvSpPr>
        <p:spPr>
          <a:xfrm>
            <a:off x="1042988" y="4131022"/>
            <a:ext cx="10106025" cy="566738"/>
          </a:xfrm>
          <a:prstGeom prst="roundRect">
            <a:avLst>
              <a:gd name="adj" fmla="val 21693"/>
            </a:avLst>
          </a:prstGeom>
          <a:solidFill>
            <a:srgbClr val="FFF3CD"/>
          </a:solid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Inner container — yellow background</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212151"/>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18: Step badges (circled numbers)</a:t>
            </a:r>
            <a:endParaRPr lang="en-US" sz="3480" dirty="0"/>
          </a:p>
        </p:txBody>
      </p:sp>
      <p:sp>
        <p:nvSpPr>
          <p:cNvPr id="3" name="Text 1"/>
          <p:cNvSpPr/>
          <p:nvPr/>
        </p:nvSpPr>
        <p:spPr>
          <a:xfrm>
            <a:off x="747713" y="3159472"/>
            <a:ext cx="304800" cy="304800"/>
          </a:xfrm>
          <a:prstGeom prst="roundRect">
            <a:avLst>
              <a:gd name="adj" fmla="val 150000"/>
            </a:avLst>
          </a:prstGeom>
          <a:solidFill>
            <a:srgbClr val="0066CC"/>
          </a:solidFill>
          <a:ln/>
        </p:spPr>
        <p:txBody>
          <a:bodyPr wrap="square" lIns="0" tIns="0" rIns="0" bIns="0" rtlCol="0" anchor="ctr"/>
          <a:lstStyle/>
          <a:p>
            <a:pPr algn="ctr" indent="0" marL="0">
              <a:lnSpc>
                <a:spcPct val="100000"/>
              </a:lnSpc>
              <a:buNone/>
            </a:pPr>
            <a:r>
              <a:rPr lang="en-US" sz="2175" b="1" dirty="0">
                <a:solidFill>
                  <a:srgbClr val="FFFFFF"/>
                </a:solidFill>
                <a:latin typeface="Segoe UI" pitchFamily="34" charset="0"/>
                <a:ea typeface="Segoe UI" pitchFamily="34" charset="-122"/>
                <a:cs typeface="Segoe UI" pitchFamily="34" charset="-120"/>
              </a:rPr>
              <a:t>1</a:t>
            </a:r>
            <a:endParaRPr lang="en-US" sz="2175" dirty="0"/>
          </a:p>
        </p:txBody>
      </p:sp>
      <p:sp>
        <p:nvSpPr>
          <p:cNvPr id="4" name="Text 2"/>
          <p:cNvSpPr/>
          <p:nvPr/>
        </p:nvSpPr>
        <p:spPr>
          <a:xfrm>
            <a:off x="1147763" y="3035647"/>
            <a:ext cx="3890799"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Label-1: Alpha beta gamma</a:t>
            </a:r>
            <a:endParaRPr lang="en-US" sz="2175" dirty="0"/>
          </a:p>
        </p:txBody>
      </p:sp>
      <p:sp>
        <p:nvSpPr>
          <p:cNvPr id="5" name="Text 3"/>
          <p:cNvSpPr/>
          <p:nvPr/>
        </p:nvSpPr>
        <p:spPr>
          <a:xfrm>
            <a:off x="747713" y="3695105"/>
            <a:ext cx="304800" cy="304800"/>
          </a:xfrm>
          <a:prstGeom prst="roundRect">
            <a:avLst>
              <a:gd name="adj" fmla="val 150000"/>
            </a:avLst>
          </a:prstGeom>
          <a:solidFill>
            <a:srgbClr val="0066CC"/>
          </a:solidFill>
          <a:ln/>
        </p:spPr>
        <p:txBody>
          <a:bodyPr wrap="square" lIns="0" tIns="0" rIns="0" bIns="0" rtlCol="0" anchor="ctr"/>
          <a:lstStyle/>
          <a:p>
            <a:pPr algn="ctr" indent="0" marL="0">
              <a:lnSpc>
                <a:spcPct val="100000"/>
              </a:lnSpc>
              <a:buNone/>
            </a:pPr>
            <a:r>
              <a:rPr lang="en-US" sz="2175" b="1" dirty="0">
                <a:solidFill>
                  <a:srgbClr val="FFFFFF"/>
                </a:solidFill>
                <a:latin typeface="Segoe UI" pitchFamily="34" charset="0"/>
                <a:ea typeface="Segoe UI" pitchFamily="34" charset="-122"/>
                <a:cs typeface="Segoe UI" pitchFamily="34" charset="-120"/>
              </a:rPr>
              <a:t>2</a:t>
            </a:r>
            <a:endParaRPr lang="en-US" sz="2175" dirty="0"/>
          </a:p>
        </p:txBody>
      </p:sp>
      <p:sp>
        <p:nvSpPr>
          <p:cNvPr id="6" name="Text 4"/>
          <p:cNvSpPr/>
          <p:nvPr/>
        </p:nvSpPr>
        <p:spPr>
          <a:xfrm>
            <a:off x="1147763" y="3564285"/>
            <a:ext cx="6183273" cy="428476"/>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Create a </a:t>
            </a:r>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delta item</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and save it as </a:t>
            </a:r>
            <a:pPr algn="l" indent="0" marL="0">
              <a:lnSpc>
                <a:spcPct val="13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item.dat</a:t>
            </a:r>
            <a:endParaRPr lang="en-US" sz="2175" dirty="0"/>
          </a:p>
        </p:txBody>
      </p:sp>
      <p:sp>
        <p:nvSpPr>
          <p:cNvPr id="7" name="Text 5"/>
          <p:cNvSpPr/>
          <p:nvPr/>
        </p:nvSpPr>
        <p:spPr>
          <a:xfrm>
            <a:off x="747713" y="4230886"/>
            <a:ext cx="304800" cy="304800"/>
          </a:xfrm>
          <a:prstGeom prst="roundRect">
            <a:avLst>
              <a:gd name="adj" fmla="val 150000"/>
            </a:avLst>
          </a:prstGeom>
          <a:solidFill>
            <a:srgbClr val="0066CC"/>
          </a:solidFill>
          <a:ln/>
        </p:spPr>
        <p:txBody>
          <a:bodyPr wrap="square" lIns="0" tIns="0" rIns="0" bIns="0" rtlCol="0" anchor="ctr"/>
          <a:lstStyle/>
          <a:p>
            <a:pPr algn="ctr" indent="0" marL="0">
              <a:lnSpc>
                <a:spcPct val="100000"/>
              </a:lnSpc>
              <a:buNone/>
            </a:pPr>
            <a:r>
              <a:rPr lang="en-US" sz="2175" b="1" dirty="0">
                <a:solidFill>
                  <a:srgbClr val="FFFFFF"/>
                </a:solidFill>
                <a:latin typeface="Segoe UI" pitchFamily="34" charset="0"/>
                <a:ea typeface="Segoe UI" pitchFamily="34" charset="-122"/>
                <a:cs typeface="Segoe UI" pitchFamily="34" charset="-120"/>
              </a:rPr>
              <a:t>3</a:t>
            </a:r>
            <a:endParaRPr lang="en-US" sz="2175" dirty="0"/>
          </a:p>
        </p:txBody>
      </p:sp>
      <p:sp>
        <p:nvSpPr>
          <p:cNvPr id="8" name="Text 6"/>
          <p:cNvSpPr/>
          <p:nvPr/>
        </p:nvSpPr>
        <p:spPr>
          <a:xfrm>
            <a:off x="1147763" y="4107061"/>
            <a:ext cx="10811351"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Check result ✅</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593622"/>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19: Text and image mixed container</a:t>
            </a:r>
            <a:endParaRPr lang="en-US" sz="3480" dirty="0"/>
          </a:p>
        </p:txBody>
      </p:sp>
      <p:sp>
        <p:nvSpPr>
          <p:cNvPr id="3" name="Text 1"/>
          <p:cNvSpPr/>
          <p:nvPr/>
        </p:nvSpPr>
        <p:spPr>
          <a:xfrm>
            <a:off x="747713" y="2676793"/>
            <a:ext cx="5515689" cy="379809"/>
          </a:xfrm>
          <a:prstGeom prst="rect">
            <a:avLst/>
          </a:prstGeom>
          <a:noFill/>
          <a:ln/>
        </p:spPr>
        <p:txBody>
          <a:bodyPr wrap="square" lIns="0" tIns="0" rIns="0" bIns="0" rtlCol="0" anchor="t"/>
          <a:lstStyle/>
          <a:p>
            <a:pPr algn="l" indent="0" marL="0">
              <a:lnSpc>
                <a:spcPct val="109000"/>
              </a:lnSpc>
              <a:buNone/>
            </a:pPr>
            <a:r>
              <a:rPr lang="en-US" sz="2392" b="1" dirty="0">
                <a:solidFill>
                  <a:srgbClr val="1F2328"/>
                </a:solidFill>
                <a:latin typeface="Segoe UI" pitchFamily="34" charset="0"/>
                <a:ea typeface="Segoe UI" pitchFamily="34" charset="-122"/>
                <a:cs typeface="Segoe UI" pitchFamily="34" charset="-120"/>
              </a:rPr>
              <a:t>Text side</a:t>
            </a:r>
            <a:endParaRPr lang="en-US" sz="2392" dirty="0"/>
          </a:p>
        </p:txBody>
      </p:sp>
      <p:sp>
        <p:nvSpPr>
          <p:cNvPr id="4" name="Text 2"/>
          <p:cNvSpPr/>
          <p:nvPr/>
        </p:nvSpPr>
        <p:spPr>
          <a:xfrm>
            <a:off x="747713" y="3177927"/>
            <a:ext cx="5253038" cy="1243013"/>
          </a:xfrm>
          <a:prstGeom prst="rect">
            <a:avLst/>
          </a:prstGeom>
          <a:noFill/>
          <a:ln/>
        </p:spPr>
        <p:txBody>
          <a:bodyPr wrap="square" lIns="0" tIns="0" rIns="0" bIns="0" rtlCol="0" anchor="t"/>
          <a:lstStyle/>
          <a:p>
            <a:pPr algn="l" indent="0" marL="0">
              <a:lnSpc>
                <a:spcPct val="125000"/>
              </a:lnSpc>
              <a:buNone/>
            </a:pPr>
            <a:r>
              <a:rPr lang="en-US" sz="2175" b="1" dirty="0">
                <a:solidFill>
                  <a:srgbClr val="1F2328"/>
                </a:solidFill>
                <a:latin typeface="Segoe UI" pitchFamily="34" charset="0"/>
                <a:ea typeface="Segoe UI" pitchFamily="34" charset="-122"/>
                <a:cs typeface="Segoe UI" pitchFamily="34" charset="-120"/>
              </a:rPr>
              <a:t>Label-A</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Alpha beta gamma</a:t>
            </a:r>
            <a:pPr algn="l" indent="0" marL="0">
              <a:lnSpc>
                <a:spcPct val="125000"/>
              </a:lnSpc>
              <a:buNone/>
            </a:pPr>
            <a:endParaRPr lang="en-US" sz="2175" dirty="0"/>
          </a:p>
          <a:p>
            <a:pPr algn="l" indent="0" marL="0">
              <a:lnSpc>
                <a:spcPct val="125000"/>
              </a:lnSpc>
              <a:buNone/>
            </a:pPr>
            <a:r>
              <a:rPr lang="en-US" sz="2175" b="1" dirty="0">
                <a:solidFill>
                  <a:srgbClr val="1F2328"/>
                </a:solidFill>
                <a:latin typeface="Segoe UI" pitchFamily="34" charset="0"/>
                <a:ea typeface="Segoe UI" pitchFamily="34" charset="-122"/>
                <a:cs typeface="Segoe UI" pitchFamily="34" charset="-120"/>
              </a:rPr>
              <a:t>Label-B</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Delta epsilon</a:t>
            </a:r>
            <a:pPr algn="l" indent="0" marL="0">
              <a:lnSpc>
                <a:spcPct val="125000"/>
              </a:lnSpc>
              <a:buNone/>
            </a:pPr>
            <a:endParaRPr lang="en-US" sz="2175" dirty="0"/>
          </a:p>
          <a:p>
            <a:pPr algn="l" indent="0" marL="0">
              <a:lnSpc>
                <a:spcPct val="125000"/>
              </a:lnSpc>
              <a:buNone/>
            </a:pPr>
            <a:r>
              <a:rPr lang="en-US" sz="2175" b="1" dirty="0">
                <a:solidFill>
                  <a:srgbClr val="1F2328"/>
                </a:solidFill>
                <a:latin typeface="Segoe UI" pitchFamily="34" charset="0"/>
                <a:ea typeface="Segoe UI" pitchFamily="34" charset="-122"/>
                <a:cs typeface="Segoe UI" pitchFamily="34" charset="-120"/>
              </a:rPr>
              <a:t>Label-C</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Zeta eta </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5" name="Text 3"/>
          <p:cNvSpPr/>
          <p:nvPr/>
        </p:nvSpPr>
        <p:spPr>
          <a:xfrm>
            <a:off x="747713" y="4573339"/>
            <a:ext cx="5515689"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Theta iota kappa lambda.</a:t>
            </a:r>
            <a:endParaRPr lang="en-US" sz="2175" dirty="0"/>
          </a:p>
        </p:txBody>
      </p:sp>
      <p:sp>
        <p:nvSpPr>
          <p:cNvPr id="6" name="Shape 4"/>
          <p:cNvSpPr/>
          <p:nvPr/>
        </p:nvSpPr>
        <p:spPr>
          <a:xfrm>
            <a:off x="6191250" y="2486174"/>
            <a:ext cx="5253038" cy="585788"/>
          </a:xfrm>
          <a:prstGeom prst="roundRect">
            <a:avLst>
              <a:gd name="adj" fmla="val 40611"/>
            </a:avLst>
          </a:prstGeom>
          <a:ln w="9525">
            <a:solidFill>
              <a:srgbClr val="DDDDDD"/>
            </a:solidFill>
            <a:prstDash val="solid"/>
          </a:ln>
        </p:spPr>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85750" y="200025"/>
            <a:ext cx="11906250" cy="257175"/>
          </a:xfrm>
          <a:prstGeom prst="rect">
            <a:avLst/>
          </a:prstGeom>
          <a:noFill/>
          <a:ln/>
        </p:spPr>
        <p:txBody>
          <a:bodyPr wrap="square" lIns="0" tIns="0" rIns="0" bIns="0" rtlCol="0" anchor="t"/>
          <a:lstStyle/>
          <a:p>
            <a:pPr algn="l" indent="0" marL="0">
              <a:lnSpc>
                <a:spcPct val="130000"/>
              </a:lnSpc>
              <a:buNone/>
            </a:pPr>
            <a:r>
              <a:rPr lang="en-US" sz="1350" dirty="0">
                <a:solidFill>
                  <a:srgbClr val="666666"/>
                </a:solidFill>
                <a:latin typeface="Segoe UI" pitchFamily="34" charset="0"/>
                <a:ea typeface="Segoe UI" pitchFamily="34" charset="-122"/>
                <a:cs typeface="Segoe UI" pitchFamily="34" charset="-120"/>
              </a:rPr>
              <a:t>Test Header Text</a:t>
            </a:r>
            <a:endParaRPr lang="en-US" sz="1350" dirty="0"/>
          </a:p>
        </p:txBody>
      </p:sp>
      <p:sp>
        <p:nvSpPr>
          <p:cNvPr id="3" name="Text 1"/>
          <p:cNvSpPr/>
          <p:nvPr/>
        </p:nvSpPr>
        <p:spPr>
          <a:xfrm>
            <a:off x="747713" y="2464564"/>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20: Header &amp; Footer</a:t>
            </a:r>
            <a:endParaRPr lang="en-US" sz="3480" dirty="0"/>
          </a:p>
        </p:txBody>
      </p:sp>
      <p:sp>
        <p:nvSpPr>
          <p:cNvPr id="4" name="Text 2"/>
          <p:cNvSpPr/>
          <p:nvPr/>
        </p:nvSpPr>
        <p:spPr>
          <a:xfrm>
            <a:off x="747713" y="3288060"/>
            <a:ext cx="10696575" cy="981075"/>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This slide verifies that the header and footer are positioned correctly.</a:t>
            </a:r>
            <a:pPr algn="l" indent="0" marL="0">
              <a:lnSpc>
                <a:spcPct val="130000"/>
              </a:lnSpc>
              <a:buNone/>
            </a:pPr>
            <a:endParaRPr lang="en-US" sz="2175" dirty="0"/>
          </a:p>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Body text.</a:t>
            </a:r>
            <a:endParaRPr lang="en-US" sz="2175" dirty="0"/>
          </a:p>
        </p:txBody>
      </p:sp>
      <p:sp>
        <p:nvSpPr>
          <p:cNvPr id="5" name="Text 3"/>
          <p:cNvSpPr/>
          <p:nvPr/>
        </p:nvSpPr>
        <p:spPr>
          <a:xfrm>
            <a:off x="285750" y="6400800"/>
            <a:ext cx="11906250" cy="257175"/>
          </a:xfrm>
          <a:prstGeom prst="rect">
            <a:avLst/>
          </a:prstGeom>
          <a:noFill/>
          <a:ln/>
        </p:spPr>
        <p:txBody>
          <a:bodyPr wrap="square" lIns="0" tIns="0" rIns="0" bIns="0" rtlCol="0" anchor="t"/>
          <a:lstStyle/>
          <a:p>
            <a:pPr algn="l" indent="0" marL="0">
              <a:lnSpc>
                <a:spcPct val="130000"/>
              </a:lnSpc>
              <a:buNone/>
            </a:pPr>
            <a:r>
              <a:rPr lang="en-US" sz="1350" dirty="0">
                <a:solidFill>
                  <a:srgbClr val="666666"/>
                </a:solidFill>
                <a:latin typeface="Segoe UI" pitchFamily="34" charset="0"/>
                <a:ea typeface="Segoe UI" pitchFamily="34" charset="-122"/>
                <a:cs typeface="Segoe UI" pitchFamily="34" charset="-120"/>
              </a:rPr>
              <a:t>Test Footer — Page number: {{ paginate }}</a:t>
            </a:r>
            <a:endParaRPr lang="en-US" sz="1350"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041767"/>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21: Special characters &amp; HTML entities</a:t>
            </a:r>
            <a:endParaRPr lang="en-US" sz="3480" dirty="0"/>
          </a:p>
        </p:txBody>
      </p:sp>
      <p:sp>
        <p:nvSpPr>
          <p:cNvPr id="3" name="Text 1"/>
          <p:cNvSpPr/>
          <p:nvPr/>
        </p:nvSpPr>
        <p:spPr>
          <a:xfrm>
            <a:off x="747713" y="1865263"/>
            <a:ext cx="11231404"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Verify the following special characters display correctly:</a:t>
            </a:r>
            <a:endParaRPr lang="en-US" sz="2175" dirty="0"/>
          </a:p>
        </p:txBody>
      </p:sp>
      <p:sp>
        <p:nvSpPr>
          <p:cNvPr id="4" name="Text 2"/>
          <p:cNvSpPr/>
          <p:nvPr/>
        </p:nvSpPr>
        <p:spPr>
          <a:xfrm>
            <a:off x="747713" y="2432000"/>
            <a:ext cx="10696575" cy="3328839"/>
          </a:xfrm>
          <a:prstGeom prst="rect">
            <a:avLst/>
          </a:prstGeom>
          <a:noFill/>
          <a:ln/>
        </p:spPr>
        <p:txBody>
          <a:bodyPr wrap="square" lIns="0" tIns="0" rIns="0" bIns="0" rtlCol="0" anchor="t"/>
          <a:lstStyle/>
          <a:p>
            <a:pPr algn="l" marL="342900" indent="-342900">
              <a:lnSpc>
                <a:spcPct val="125000"/>
              </a:lnSpc>
              <a:buSzPct val="100000"/>
              <a:buChar char="•"/>
            </a:pPr>
            <a:r>
              <a:rPr lang="en-US" sz="1849" dirty="0">
                <a:solidFill>
                  <a:srgbClr val="1F2328"/>
                </a:solidFill>
                <a:highlight>
                  <a:srgbClr val="F0F1F3"/>
                </a:highlight>
                <a:latin typeface="Consolas" pitchFamily="34" charset="0"/>
                <a:ea typeface="Consolas" pitchFamily="34" charset="-122"/>
                <a:cs typeface="Consolas" pitchFamily="34" charset="-120"/>
              </a:rPr>
              <a:t>&lt;</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 </a:t>
            </a:r>
            <a:pPr algn="l" marL="342900" indent="-342900">
              <a:lnSpc>
                <a:spcPct val="125000"/>
              </a:lnSpc>
              <a:buSzPct val="100000"/>
              <a:buChar char="•"/>
            </a:pPr>
            <a:r>
              <a:rPr lang="en-US" sz="1849" dirty="0">
                <a:solidFill>
                  <a:srgbClr val="1F2328"/>
                </a:solidFill>
                <a:highlight>
                  <a:srgbClr val="F0F1F3"/>
                </a:highlight>
                <a:latin typeface="Consolas" pitchFamily="34" charset="0"/>
                <a:ea typeface="Consolas" pitchFamily="34" charset="-122"/>
                <a:cs typeface="Consolas" pitchFamily="34" charset="-120"/>
              </a:rPr>
              <a:t>&gt;</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 </a:t>
            </a:r>
            <a:pPr algn="l" marL="342900" indent="-342900">
              <a:lnSpc>
                <a:spcPct val="125000"/>
              </a:lnSpc>
              <a:buSzPct val="100000"/>
              <a:buChar char="•"/>
            </a:pPr>
            <a:r>
              <a:rPr lang="en-US" sz="1849" dirty="0">
                <a:solidFill>
                  <a:srgbClr val="1F2328"/>
                </a:solidFill>
                <a:highlight>
                  <a:srgbClr val="F0F1F3"/>
                </a:highlight>
                <a:latin typeface="Consolas" pitchFamily="34" charset="0"/>
                <a:ea typeface="Consolas" pitchFamily="34" charset="-122"/>
                <a:cs typeface="Consolas" pitchFamily="34" charset="-120"/>
              </a:rPr>
              <a:t>&amp;</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 </a:t>
            </a:r>
            <a:pPr algn="l" marL="342900" indent="-342900">
              <a:lnSpc>
                <a:spcPct val="125000"/>
              </a:lnSpc>
              <a:buSzPct val="100000"/>
              <a:buChar char="•"/>
            </a:pPr>
            <a:r>
              <a:rPr lang="en-US" sz="1849" dirty="0">
                <a:solidFill>
                  <a:srgbClr val="1F2328"/>
                </a:solidFill>
                <a:highlight>
                  <a:srgbClr val="F0F1F3"/>
                </a:highlight>
                <a:latin typeface="Consolas" pitchFamily="34" charset="0"/>
                <a:ea typeface="Consolas" pitchFamily="34" charset="-122"/>
                <a:cs typeface="Consolas" pitchFamily="34" charset="-120"/>
              </a:rPr>
              <a:t>"</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 </a:t>
            </a:r>
            <a:pPr algn="l" marL="342900" indent="-342900">
              <a:lnSpc>
                <a:spcPct val="125000"/>
              </a:lnSpc>
              <a:buSzPct val="100000"/>
              <a:buChar char="•"/>
            </a:pPr>
            <a:r>
              <a:rPr lang="en-US" sz="1849" dirty="0">
                <a:solidFill>
                  <a:srgbClr val="1F2328"/>
                </a:solidFill>
                <a:highlight>
                  <a:srgbClr val="F0F1F3"/>
                </a:highlight>
                <a:latin typeface="Consolas" pitchFamily="34" charset="0"/>
                <a:ea typeface="Consolas" pitchFamily="34" charset="-122"/>
                <a:cs typeface="Consolas" pitchFamily="34" charset="-120"/>
              </a:rPr>
              <a:t>'</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 (HTML entities)</a:t>
            </a:r>
            <a:endParaRPr lang="en-US" sz="1849" dirty="0"/>
          </a:p>
          <a:p>
            <a:pPr algn="l" marL="342900" indent="-342900">
              <a:lnSpc>
                <a:spcPct val="125000"/>
              </a:lnSpc>
              <a:buSzPct val="100000"/>
              <a:buChar char="•"/>
            </a:pPr>
            <a:r>
              <a:rPr lang="en-US" sz="2175" dirty="0">
                <a:solidFill>
                  <a:srgbClr val="1F2328"/>
                </a:solidFill>
                <a:latin typeface="Yu Gothic UI" pitchFamily="34" charset="0"/>
                <a:ea typeface="Yu Gothic UI" pitchFamily="34" charset="-122"/>
                <a:cs typeface="Yu Gothic UI" pitchFamily="34" charset="-120"/>
              </a:rPr>
              <a:t>Fullwidth symbols: 「括弧」『二重括弧』【太括弧】〔亀甲括弧〕</a:t>
            </a:r>
            <a:endParaRPr lang="en-US" sz="1849" dirty="0"/>
          </a:p>
          <a:p>
            <a:pPr algn="l" marL="342900" indent="-342900">
              <a:lnSpc>
                <a:spcPct val="125000"/>
              </a:lnSpc>
              <a:buSzPct val="100000"/>
              <a:buChar char="•"/>
            </a:pPr>
            <a:r>
              <a:rPr lang="en-US" sz="2175" dirty="0">
                <a:solidFill>
                  <a:srgbClr val="1F2328"/>
                </a:solidFill>
                <a:latin typeface="Yu Gothic UI" pitchFamily="34" charset="0"/>
                <a:ea typeface="Yu Gothic UI" pitchFamily="34" charset="-122"/>
                <a:cs typeface="Yu Gothic UI" pitchFamily="34" charset="-120"/>
              </a:rPr>
              <a:t>Math-like: x² + y² = z², α・β・γ</a:t>
            </a:r>
            <a:endParaRPr lang="en-US" sz="1849" dirty="0"/>
          </a:p>
          <a:p>
            <a:pPr algn="l" marL="342900" indent="-342900">
              <a:lnSpc>
                <a:spcPct val="125000"/>
              </a:lnSpc>
              <a:buSzPct val="100000"/>
              <a:buChar char="•"/>
            </a:pPr>
            <a:r>
              <a:rPr lang="en-US" sz="2175" dirty="0">
                <a:solidFill>
                  <a:srgbClr val="1F2328"/>
                </a:solidFill>
                <a:latin typeface="Yu Gothic UI" pitchFamily="34" charset="0"/>
                <a:ea typeface="Yu Gothic UI" pitchFamily="34" charset="-122"/>
                <a:cs typeface="Yu Gothic UI" pitchFamily="34" charset="-120"/>
              </a:rPr>
              <a:t>Long vowel mark: ー (katakana) included in words</a:t>
            </a:r>
            <a:endParaRPr lang="en-US" sz="1849" dirty="0"/>
          </a:p>
          <a:p>
            <a:pPr algn="l" marL="342900" indent="-342900">
              <a:lnSpc>
                <a:spcPct val="125000"/>
              </a:lnSpc>
              <a:buSzPct val="100000"/>
              <a:buChar char="•"/>
            </a:pPr>
            <a:r>
              <a:rPr lang="en-US" sz="2175" dirty="0">
                <a:solidFill>
                  <a:srgbClr val="1F2328"/>
                </a:solidFill>
                <a:latin typeface="Yu Gothic UI" pitchFamily="34" charset="0"/>
                <a:ea typeface="Yu Gothic UI" pitchFamily="34" charset="-122"/>
                <a:cs typeface="Yu Gothic UI" pitchFamily="34" charset="-120"/>
              </a:rPr>
              <a:t>Repetition mark: 〜がテ゛スト〜</a:t>
            </a:r>
            <a:endParaRPr lang="en-US" sz="1849" dirty="0"/>
          </a:p>
          <a:p>
            <a:pPr algn="l" marL="342900" indent="-342900">
              <a:lnSpc>
                <a:spcPct val="125000"/>
              </a:lnSpc>
              <a:buSzPct val="100000"/>
              <a:buChar char="•"/>
            </a:pPr>
            <a:r>
              <a:rPr lang="en-US" sz="2175" dirty="0">
                <a:solidFill>
                  <a:srgbClr val="1F2328"/>
                </a:solidFill>
                <a:latin typeface="Yu Gothic UI" pitchFamily="34" charset="0"/>
                <a:ea typeface="Yu Gothic UI" pitchFamily="34" charset="-122"/>
                <a:cs typeface="Yu Gothic UI" pitchFamily="34" charset="-120"/>
              </a:rPr>
              <a:t>Zero-width character check: 通常テキスト (verify no invisible characters are mixed in)</a:t>
            </a:r>
            <a:endParaRPr lang="en-US" sz="1849"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145351"/>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22: Long paragraph text (wrapping test)</a:t>
            </a:r>
            <a:endParaRPr lang="en-US" sz="3480" dirty="0"/>
          </a:p>
        </p:txBody>
      </p:sp>
      <p:sp>
        <p:nvSpPr>
          <p:cNvPr id="3" name="Text 1"/>
          <p:cNvSpPr/>
          <p:nvPr/>
        </p:nvSpPr>
        <p:spPr>
          <a:xfrm>
            <a:off x="747713" y="1968847"/>
            <a:ext cx="10696575" cy="2486025"/>
          </a:xfrm>
          <a:prstGeom prst="rect">
            <a:avLst/>
          </a:prstGeom>
          <a:noFill/>
          <a:ln/>
        </p:spPr>
        <p:txBody>
          <a:bodyPr wrap="square" lIns="0" tIns="0" rIns="0" bIns="0" rtlCol="0" anchor="t"/>
          <a:lstStyle/>
          <a:p>
            <a:pPr algn="l" indent="0" marL="0">
              <a:lnSpc>
                <a:spcPct val="125000"/>
              </a:lnSpc>
              <a:buNone/>
            </a:pPr>
            <a:r>
              <a:rPr lang="en-US" sz="2175" dirty="0">
                <a:solidFill>
                  <a:srgbClr val="1F2328"/>
                </a:solidFill>
                <a:latin typeface="Yu Gothic UI" pitchFamily="34" charset="0"/>
                <a:ea typeface="Yu Gothic UI" pitchFamily="34" charset="-122"/>
                <a:cs typeface="Yu Gothic UI" pitchFamily="34" charset="-120"/>
              </a:rPr>
              <a:t>これは非常に長い段落テキストのテストです。日本語のテキストが長くなった場合に正しく折り返し表示されるか確認します。英語テキストも混在させます：The quick brown fox jumps over the lazy dog. この文章には特に意味がありません。段落が長くなっても途中でクリップされないことを確認します。改行なしでどこまで続くか試してみます。そしてまだ続きます。長い長いテキストがどこかの時点で折り返されることを期待します。</a:t>
            </a:r>
            <a:endParaRPr lang="en-US" sz="2175" dirty="0"/>
          </a:p>
        </p:txBody>
      </p:sp>
      <p:sp>
        <p:nvSpPr>
          <p:cNvPr id="4" name="Text 2"/>
          <p:cNvSpPr/>
          <p:nvPr/>
        </p:nvSpPr>
        <p:spPr>
          <a:xfrm>
            <a:off x="747713" y="4607272"/>
            <a:ext cx="10696575" cy="981075"/>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Next paragraph. Also checking the spacing between paragraphs.</a:t>
            </a:r>
            <a:pPr algn="l" indent="0" marL="0">
              <a:lnSpc>
                <a:spcPct val="130000"/>
              </a:lnSpc>
              <a:buNone/>
            </a:pPr>
            <a:endParaRPr lang="en-US" sz="2175" dirty="0"/>
          </a:p>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Third paragraph. Verify that three paragraphs are displayed independently.</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594098"/>
            <a:ext cx="11291888" cy="472380"/>
          </a:xfrm>
          <a:prstGeom prst="rect">
            <a:avLst/>
          </a:prstGeom>
          <a:noFill/>
          <a:ln/>
        </p:spPr>
        <p:txBody>
          <a:bodyPr wrap="square" lIns="0" tIns="0" rIns="0" bIns="91440" rtlCol="0" anchor="t"/>
          <a:lstStyle/>
          <a:p>
            <a:pPr algn="l" indent="0" marL="0">
              <a:lnSpc>
                <a:spcPct val="109000"/>
              </a:lnSpc>
              <a:buNone/>
            </a:pPr>
            <a:r>
              <a:rPr lang="en-US" sz="2400" b="1" dirty="0">
                <a:solidFill>
                  <a:srgbClr val="224466"/>
                </a:solidFill>
                <a:latin typeface="Segoe UI" pitchFamily="34" charset="0"/>
                <a:ea typeface="Segoe UI" pitchFamily="34" charset="-122"/>
                <a:cs typeface="Segoe UI" pitchFamily="34" charset="-120"/>
              </a:rPr>
              <a:t>Slide 23: Content overflow at bottom of slide</a:t>
            </a:r>
            <a:endParaRPr lang="en-US" sz="2400" dirty="0"/>
          </a:p>
        </p:txBody>
      </p:sp>
      <p:sp>
        <p:nvSpPr>
          <p:cNvPr id="3" name="Text 1"/>
          <p:cNvSpPr/>
          <p:nvPr/>
        </p:nvSpPr>
        <p:spPr>
          <a:xfrm>
            <a:off x="747713" y="2302222"/>
            <a:ext cx="11291888" cy="383828"/>
          </a:xfrm>
          <a:prstGeom prst="rect">
            <a:avLst/>
          </a:prstGeom>
          <a:noFill/>
          <a:ln/>
        </p:spPr>
        <p:txBody>
          <a:bodyPr wrap="square" lIns="0" tIns="0" rIns="0" bIns="74295" rtlCol="0" anchor="t"/>
          <a:lstStyle/>
          <a:p>
            <a:pPr algn="l" indent="0" marL="0">
              <a:lnSpc>
                <a:spcPct val="109000"/>
              </a:lnSpc>
              <a:buNone/>
            </a:pPr>
            <a:r>
              <a:rPr lang="en-US" sz="1950" b="1" dirty="0">
                <a:solidFill>
                  <a:srgbClr val="1F2328"/>
                </a:solidFill>
                <a:latin typeface="Segoe UI" pitchFamily="34" charset="0"/>
                <a:ea typeface="Segoe UI" pitchFamily="34" charset="-122"/>
                <a:cs typeface="Segoe UI" pitchFamily="34" charset="-120"/>
              </a:rPr>
              <a:t>Main section</a:t>
            </a:r>
            <a:endParaRPr lang="en-US" sz="1950" dirty="0"/>
          </a:p>
        </p:txBody>
      </p:sp>
      <p:sp>
        <p:nvSpPr>
          <p:cNvPr id="4" name="Text 2"/>
          <p:cNvSpPr/>
          <p:nvPr/>
        </p:nvSpPr>
        <p:spPr>
          <a:xfrm>
            <a:off x="747713" y="2821781"/>
            <a:ext cx="11231404" cy="285750"/>
          </a:xfrm>
          <a:prstGeom prst="rect">
            <a:avLst/>
          </a:prstGeom>
          <a:noFill/>
          <a:ln/>
        </p:spPr>
        <p:txBody>
          <a:bodyPr wrap="square" lIns="0" tIns="0" rIns="0" bIns="0" rtlCol="0" anchor="t"/>
          <a:lstStyle/>
          <a:p>
            <a:pPr algn="l" indent="0" marL="0">
              <a:lnSpc>
                <a:spcPct val="130000"/>
              </a:lnSpc>
              <a:buNone/>
            </a:pPr>
            <a:r>
              <a:rPr lang="en-US" sz="1500" dirty="0">
                <a:solidFill>
                  <a:srgbClr val="1F2328"/>
                </a:solidFill>
                <a:latin typeface="Segoe UI" pitchFamily="34" charset="0"/>
                <a:ea typeface="Segoe UI" pitchFamily="34" charset="-122"/>
                <a:cs typeface="Segoe UI" pitchFamily="34" charset="-120"/>
              </a:rPr>
              <a:t>Normal content.</a:t>
            </a:r>
            <a:endParaRPr lang="en-US" sz="1500" dirty="0"/>
          </a:p>
        </p:txBody>
      </p:sp>
      <p:sp>
        <p:nvSpPr>
          <p:cNvPr id="5" name="Text 3"/>
          <p:cNvSpPr/>
          <p:nvPr/>
        </p:nvSpPr>
        <p:spPr>
          <a:xfrm>
            <a:off x="747713" y="3307556"/>
            <a:ext cx="5291138" cy="1390650"/>
          </a:xfrm>
          <a:prstGeom prst="roundRect">
            <a:avLst>
              <a:gd name="adj" fmla="val 7206"/>
            </a:avLst>
          </a:prstGeom>
          <a:solidFill>
            <a:srgbClr val="F0F8FF"/>
          </a:solidFill>
          <a:ln w="9525">
            <a:solidFill>
              <a:srgbClr val="CCCCCC"/>
            </a:solidFill>
          </a:ln>
        </p:spPr>
        <p:txBody>
          <a:bodyPr wrap="square" lIns="0" tIns="0" rIns="0" bIns="0" rtlCol="0" anchor="t"/>
          <a:lstStyle/>
          <a:p>
            <a:pPr algn="l" indent="0" marL="0">
              <a:lnSpc>
                <a:spcPct val="130000"/>
              </a:lnSpc>
              <a:buNone/>
            </a:pPr>
            <a:r>
              <a:rPr lang="en-US" sz="1500" b="1" dirty="0">
                <a:solidFill>
                  <a:srgbClr val="1F2328"/>
                </a:solidFill>
                <a:latin typeface="Segoe UI" pitchFamily="34" charset="0"/>
                <a:ea typeface="Segoe UI" pitchFamily="34" charset="-122"/>
                <a:cs typeface="Segoe UI" pitchFamily="34" charset="-120"/>
              </a:rPr>
              <a:t>Left card</a:t>
            </a:r>
            <a:pPr algn="l" indent="0" marL="0">
              <a:lnSpc>
                <a:spcPct val="130000"/>
              </a:lnSpc>
              <a:buNone/>
            </a:pPr>
            <a:endParaRPr lang="en-US" sz="1500" dirty="0"/>
          </a:p>
          <a:p>
            <a:pPr algn="l" indent="0" marL="0">
              <a:lnSpc>
                <a:spcPct val="130000"/>
              </a:lnSpc>
              <a:buNone/>
            </a:pPr>
            <a:r>
              <a:rPr lang="en-US" sz="1500" dirty="0">
                <a:solidFill>
                  <a:srgbClr val="1F2328"/>
                </a:solidFill>
                <a:latin typeface="Segoe UI" pitchFamily="34" charset="0"/>
                <a:ea typeface="Segoe UI" pitchFamily="34" charset="-122"/>
                <a:cs typeface="Segoe UI" pitchFamily="34" charset="-120"/>
              </a:rPr>
              <a:t>Content line 1</a:t>
            </a:r>
            <a:pPr algn="l" indent="0" marL="0">
              <a:lnSpc>
                <a:spcPct val="130000"/>
              </a:lnSpc>
              <a:buNone/>
            </a:pPr>
            <a:endParaRPr lang="en-US" sz="1500" dirty="0"/>
          </a:p>
          <a:p>
            <a:pPr algn="l" indent="0" marL="0">
              <a:lnSpc>
                <a:spcPct val="130000"/>
              </a:lnSpc>
              <a:buNone/>
            </a:pPr>
            <a:r>
              <a:rPr lang="en-US" sz="1500" dirty="0">
                <a:solidFill>
                  <a:srgbClr val="1F2328"/>
                </a:solidFill>
                <a:latin typeface="Segoe UI" pitchFamily="34" charset="0"/>
                <a:ea typeface="Segoe UI" pitchFamily="34" charset="-122"/>
                <a:cs typeface="Segoe UI" pitchFamily="34" charset="-120"/>
              </a:rPr>
              <a:t>Content line 2</a:t>
            </a:r>
            <a:pPr algn="l" indent="0" marL="0">
              <a:lnSpc>
                <a:spcPct val="130000"/>
              </a:lnSpc>
              <a:buNone/>
            </a:pPr>
            <a:endParaRPr lang="en-US" sz="1500" dirty="0"/>
          </a:p>
          <a:p>
            <a:pPr algn="l" indent="0" marL="0">
              <a:lnSpc>
                <a:spcPct val="130000"/>
              </a:lnSpc>
              <a:buNone/>
            </a:pPr>
            <a:r>
              <a:rPr lang="en-US" sz="1500" dirty="0">
                <a:solidFill>
                  <a:srgbClr val="1F2328"/>
                </a:solidFill>
                <a:latin typeface="Segoe UI" pitchFamily="34" charset="0"/>
                <a:ea typeface="Segoe UI" pitchFamily="34" charset="-122"/>
                <a:cs typeface="Segoe UI" pitchFamily="34" charset="-120"/>
              </a:rPr>
              <a:t>Content line 3</a:t>
            </a:r>
            <a:endParaRPr lang="en-US" sz="1500" dirty="0"/>
          </a:p>
        </p:txBody>
      </p:sp>
      <p:sp>
        <p:nvSpPr>
          <p:cNvPr id="6" name="Text 4"/>
          <p:cNvSpPr/>
          <p:nvPr/>
        </p:nvSpPr>
        <p:spPr>
          <a:xfrm>
            <a:off x="6153150" y="3307556"/>
            <a:ext cx="5291138" cy="1390650"/>
          </a:xfrm>
          <a:prstGeom prst="roundRect">
            <a:avLst>
              <a:gd name="adj" fmla="val 7206"/>
            </a:avLst>
          </a:prstGeom>
          <a:solidFill>
            <a:srgbClr val="FFF0F0"/>
          </a:solidFill>
          <a:ln w="9525">
            <a:solidFill>
              <a:srgbClr val="CCCCCC"/>
            </a:solidFill>
          </a:ln>
        </p:spPr>
        <p:txBody>
          <a:bodyPr wrap="square" lIns="0" tIns="0" rIns="0" bIns="0" rtlCol="0" anchor="t"/>
          <a:lstStyle/>
          <a:p>
            <a:pPr algn="l" indent="0" marL="0">
              <a:lnSpc>
                <a:spcPct val="130000"/>
              </a:lnSpc>
              <a:buNone/>
            </a:pPr>
            <a:r>
              <a:rPr lang="en-US" sz="1500" b="1" dirty="0">
                <a:solidFill>
                  <a:srgbClr val="1F2328"/>
                </a:solidFill>
                <a:latin typeface="Segoe UI" pitchFamily="34" charset="0"/>
                <a:ea typeface="Segoe UI" pitchFamily="34" charset="-122"/>
                <a:cs typeface="Segoe UI" pitchFamily="34" charset="-120"/>
              </a:rPr>
              <a:t>Right card</a:t>
            </a:r>
            <a:pPr algn="l" indent="0" marL="0">
              <a:lnSpc>
                <a:spcPct val="130000"/>
              </a:lnSpc>
              <a:buNone/>
            </a:pPr>
            <a:endParaRPr lang="en-US" sz="1500" dirty="0"/>
          </a:p>
          <a:p>
            <a:pPr algn="l" indent="0" marL="0">
              <a:lnSpc>
                <a:spcPct val="130000"/>
              </a:lnSpc>
              <a:buNone/>
            </a:pPr>
            <a:r>
              <a:rPr lang="en-US" sz="1500" dirty="0">
                <a:solidFill>
                  <a:srgbClr val="1F2328"/>
                </a:solidFill>
                <a:latin typeface="Segoe UI" pitchFamily="34" charset="0"/>
                <a:ea typeface="Segoe UI" pitchFamily="34" charset="-122"/>
                <a:cs typeface="Segoe UI" pitchFamily="34" charset="-120"/>
              </a:rPr>
              <a:t>Content line 1</a:t>
            </a:r>
            <a:pPr algn="l" indent="0" marL="0">
              <a:lnSpc>
                <a:spcPct val="130000"/>
              </a:lnSpc>
              <a:buNone/>
            </a:pPr>
            <a:endParaRPr lang="en-US" sz="1500" dirty="0"/>
          </a:p>
          <a:p>
            <a:pPr algn="l" indent="0" marL="0">
              <a:lnSpc>
                <a:spcPct val="130000"/>
              </a:lnSpc>
              <a:buNone/>
            </a:pPr>
            <a:r>
              <a:rPr lang="en-US" sz="1500" dirty="0">
                <a:solidFill>
                  <a:srgbClr val="1F2328"/>
                </a:solidFill>
                <a:latin typeface="Segoe UI" pitchFamily="34" charset="0"/>
                <a:ea typeface="Segoe UI" pitchFamily="34" charset="-122"/>
                <a:cs typeface="Segoe UI" pitchFamily="34" charset="-120"/>
              </a:rPr>
              <a:t>Content line 2</a:t>
            </a:r>
            <a:pPr algn="l" indent="0" marL="0">
              <a:lnSpc>
                <a:spcPct val="130000"/>
              </a:lnSpc>
              <a:buNone/>
            </a:pPr>
            <a:endParaRPr lang="en-US" sz="1500" dirty="0"/>
          </a:p>
          <a:p>
            <a:pPr algn="l" indent="0" marL="0">
              <a:lnSpc>
                <a:spcPct val="130000"/>
              </a:lnSpc>
              <a:buNone/>
            </a:pPr>
            <a:r>
              <a:rPr lang="en-US" sz="1500" dirty="0">
                <a:solidFill>
                  <a:srgbClr val="1F2328"/>
                </a:solidFill>
                <a:latin typeface="Segoe UI" pitchFamily="34" charset="0"/>
                <a:ea typeface="Segoe UI" pitchFamily="34" charset="-122"/>
                <a:cs typeface="Segoe UI" pitchFamily="34" charset="-120"/>
              </a:rPr>
              <a:t>Content line 3</a:t>
            </a:r>
            <a:endParaRPr lang="en-US" sz="1500" dirty="0"/>
          </a:p>
        </p:txBody>
      </p:sp>
      <p:sp>
        <p:nvSpPr>
          <p:cNvPr id="7" name="Text 5"/>
          <p:cNvSpPr/>
          <p:nvPr/>
        </p:nvSpPr>
        <p:spPr>
          <a:xfrm>
            <a:off x="747713" y="4774406"/>
            <a:ext cx="10696575" cy="451396"/>
          </a:xfrm>
          <a:prstGeom prst="roundRect">
            <a:avLst>
              <a:gd name="adj" fmla="val 51294"/>
            </a:avLst>
          </a:prstGeom>
          <a:solidFill>
            <a:srgbClr val="FFFDE7"/>
          </a:solidFill>
          <a:ln w="9525">
            <a:solidFill>
              <a:srgbClr val="F0C040"/>
            </a:solidFill>
          </a:ln>
        </p:spPr>
        <p:txBody>
          <a:bodyPr wrap="square" lIns="0" tIns="0" rIns="0" bIns="0" rtlCol="0" anchor="t"/>
          <a:lstStyle/>
          <a:p>
            <a:pPr algn="l" indent="0" marL="0">
              <a:lnSpc>
                <a:spcPct val="130000"/>
              </a:lnSpc>
              <a:buNone/>
            </a:pPr>
            <a:r>
              <a:rPr lang="en-US" sz="1200" dirty="0">
                <a:solidFill>
                  <a:srgbClr val="1F2328"/>
                </a:solidFill>
                <a:latin typeface="Segoe UI" pitchFamily="34" charset="0"/>
                <a:ea typeface="Segoe UI" pitchFamily="34" charset="-122"/>
                <a:cs typeface="Segoe UI" pitchFamily="34" charset="-120"/>
              </a:rPr>
              <a:t>⚠ This is a note box at the bottom of the slide. For overflow testing. Do not replace </a:t>
            </a:r>
            <a:pPr algn="l" indent="0" marL="0">
              <a:lnSpc>
                <a:spcPct val="130000"/>
              </a:lnSpc>
              <a:buNone/>
            </a:pPr>
            <a:r>
              <a:rPr lang="en-US" sz="1020" dirty="0">
                <a:solidFill>
                  <a:srgbClr val="1F2328"/>
                </a:solidFill>
                <a:highlight>
                  <a:srgbClr val="F0F1F3"/>
                </a:highlight>
                <a:latin typeface="Consolas" pitchFamily="34" charset="0"/>
                <a:ea typeface="Consolas" pitchFamily="34" charset="-122"/>
                <a:cs typeface="Consolas" pitchFamily="34" charset="-120"/>
              </a:rPr>
              <a:t>item.cfg</a:t>
            </a:r>
            <a:pPr algn="l" indent="0" marL="0">
              <a:lnSpc>
                <a:spcPct val="130000"/>
              </a:lnSpc>
              <a:buNone/>
            </a:pPr>
            <a:r>
              <a:rPr lang="en-US" sz="1200" dirty="0">
                <a:solidFill>
                  <a:srgbClr val="1F2328"/>
                </a:solidFill>
                <a:latin typeface="Segoe UI" pitchFamily="34" charset="0"/>
                <a:ea typeface="Segoe UI" pitchFamily="34" charset="-122"/>
                <a:cs typeface="Segoe UI" pitchFamily="34" charset="-120"/>
              </a:rPr>
              <a:t> — append to it instead.</a:t>
            </a:r>
            <a:endParaRPr lang="en-US" sz="1200"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759714"/>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24: Blockquote variations</a:t>
            </a:r>
            <a:endParaRPr lang="en-US" sz="3480" dirty="0"/>
          </a:p>
        </p:txBody>
      </p:sp>
      <p:sp>
        <p:nvSpPr>
          <p:cNvPr id="3" name="Shape 1"/>
          <p:cNvSpPr/>
          <p:nvPr/>
        </p:nvSpPr>
        <p:spPr>
          <a:xfrm>
            <a:off x="747713" y="2652266"/>
            <a:ext cx="66675" cy="414338"/>
          </a:xfrm>
          <a:prstGeom prst="rect">
            <a:avLst/>
          </a:prstGeom>
          <a:solidFill>
            <a:srgbClr val="D1D9E0"/>
          </a:solidFill>
          <a:ln/>
        </p:spPr>
      </p:sp>
      <p:sp>
        <p:nvSpPr>
          <p:cNvPr id="4" name="Text 2"/>
          <p:cNvSpPr/>
          <p:nvPr/>
        </p:nvSpPr>
        <p:spPr>
          <a:xfrm>
            <a:off x="814388" y="2652266"/>
            <a:ext cx="10629900" cy="414338"/>
          </a:xfrm>
          <a:prstGeom prst="rect">
            <a:avLst/>
          </a:prstGeom>
          <a:noFill/>
          <a:ln/>
        </p:spPr>
        <p:txBody>
          <a:bodyPr wrap="square" lIns="276225" tIns="0" rIns="276225" bIns="0" rtlCol="0" anchor="t"/>
          <a:lstStyle/>
          <a:p>
            <a:pPr algn="l" indent="0" marL="0">
              <a:lnSpc>
                <a:spcPct val="130000"/>
              </a:lnSpc>
              <a:buNone/>
            </a:pPr>
            <a:r>
              <a:rPr lang="en-US" sz="2175" dirty="0">
                <a:solidFill>
                  <a:srgbClr val="59636E"/>
                </a:solidFill>
                <a:latin typeface="Segoe UI" pitchFamily="34" charset="0"/>
                <a:ea typeface="Segoe UI" pitchFamily="34" charset="-122"/>
                <a:cs typeface="Segoe UI" pitchFamily="34" charset="-120"/>
              </a:rPr>
              <a:t>Single-line blockquote</a:t>
            </a:r>
            <a:endParaRPr lang="en-US" sz="2175" dirty="0"/>
          </a:p>
        </p:txBody>
      </p:sp>
      <p:sp>
        <p:nvSpPr>
          <p:cNvPr id="5" name="Shape 3"/>
          <p:cNvSpPr/>
          <p:nvPr/>
        </p:nvSpPr>
        <p:spPr>
          <a:xfrm>
            <a:off x="747713" y="3219004"/>
            <a:ext cx="66675" cy="1243013"/>
          </a:xfrm>
          <a:prstGeom prst="rect">
            <a:avLst/>
          </a:prstGeom>
          <a:solidFill>
            <a:srgbClr val="D1D9E0"/>
          </a:solidFill>
          <a:ln/>
        </p:spPr>
      </p:sp>
      <p:sp>
        <p:nvSpPr>
          <p:cNvPr id="6" name="Text 4"/>
          <p:cNvSpPr/>
          <p:nvPr/>
        </p:nvSpPr>
        <p:spPr>
          <a:xfrm>
            <a:off x="814388" y="3219004"/>
            <a:ext cx="10629900" cy="1243013"/>
          </a:xfrm>
          <a:prstGeom prst="rect">
            <a:avLst/>
          </a:prstGeom>
          <a:noFill/>
          <a:ln/>
        </p:spPr>
        <p:txBody>
          <a:bodyPr wrap="square" lIns="276225" tIns="0" rIns="276225" bIns="0" rtlCol="0" anchor="t"/>
          <a:lstStyle/>
          <a:p>
            <a:pPr algn="l" indent="0" marL="0">
              <a:lnSpc>
                <a:spcPct val="125000"/>
              </a:lnSpc>
              <a:buNone/>
            </a:pPr>
            <a:r>
              <a:rPr lang="en-US" sz="2175" dirty="0">
                <a:solidFill>
                  <a:srgbClr val="59636E"/>
                </a:solidFill>
                <a:latin typeface="Segoe UI" pitchFamily="34" charset="0"/>
                <a:ea typeface="Segoe UI" pitchFamily="34" charset="-122"/>
                <a:cs typeface="Segoe UI" pitchFamily="34" charset="-120"/>
              </a:rPr>
              <a:t>Multi-line</a:t>
            </a:r>
            <a:pPr algn="l" indent="0" marL="0">
              <a:lnSpc>
                <a:spcPct val="125000"/>
              </a:lnSpc>
              <a:buNone/>
            </a:pPr>
            <a:endParaRPr lang="en-US" sz="2175" dirty="0"/>
          </a:p>
          <a:p>
            <a:pPr algn="l" indent="0" marL="0">
              <a:lnSpc>
                <a:spcPct val="125000"/>
              </a:lnSpc>
              <a:buNone/>
            </a:pPr>
            <a:r>
              <a:rPr lang="en-US" sz="2175" dirty="0">
                <a:solidFill>
                  <a:srgbClr val="59636E"/>
                </a:solidFill>
                <a:latin typeface="Segoe UI" pitchFamily="34" charset="0"/>
                <a:ea typeface="Segoe UI" pitchFamily="34" charset="-122"/>
                <a:cs typeface="Segoe UI" pitchFamily="34" charset="-120"/>
              </a:rPr>
              <a:t>blockquote</a:t>
            </a:r>
            <a:pPr algn="l" indent="0" marL="0">
              <a:lnSpc>
                <a:spcPct val="125000"/>
              </a:lnSpc>
              <a:buNone/>
            </a:pPr>
            <a:endParaRPr lang="en-US" sz="2175" dirty="0"/>
          </a:p>
          <a:p>
            <a:pPr algn="l" indent="0" marL="0">
              <a:lnSpc>
                <a:spcPct val="125000"/>
              </a:lnSpc>
              <a:buNone/>
            </a:pPr>
            <a:r>
              <a:rPr lang="en-US" sz="2175" dirty="0">
                <a:solidFill>
                  <a:srgbClr val="59636E"/>
                </a:solidFill>
                <a:latin typeface="Segoe UI" pitchFamily="34" charset="0"/>
                <a:ea typeface="Segoe UI" pitchFamily="34" charset="-122"/>
                <a:cs typeface="Segoe UI" pitchFamily="34" charset="-120"/>
              </a:rPr>
              <a:t>test</a:t>
            </a:r>
            <a:endParaRPr lang="en-US" sz="2175" dirty="0"/>
          </a:p>
        </p:txBody>
      </p:sp>
      <p:sp>
        <p:nvSpPr>
          <p:cNvPr id="7" name="Shape 5"/>
          <p:cNvSpPr/>
          <p:nvPr/>
        </p:nvSpPr>
        <p:spPr>
          <a:xfrm>
            <a:off x="747713" y="4614416"/>
            <a:ext cx="66675" cy="428476"/>
          </a:xfrm>
          <a:prstGeom prst="rect">
            <a:avLst/>
          </a:prstGeom>
          <a:solidFill>
            <a:srgbClr val="D1D9E0"/>
          </a:solidFill>
          <a:ln/>
        </p:spPr>
      </p:sp>
      <p:sp>
        <p:nvSpPr>
          <p:cNvPr id="8" name="Text 6"/>
          <p:cNvSpPr/>
          <p:nvPr/>
        </p:nvSpPr>
        <p:spPr>
          <a:xfrm>
            <a:off x="814388" y="4614416"/>
            <a:ext cx="10629900" cy="428476"/>
          </a:xfrm>
          <a:prstGeom prst="rect">
            <a:avLst/>
          </a:prstGeom>
          <a:noFill/>
          <a:ln/>
        </p:spPr>
        <p:txBody>
          <a:bodyPr wrap="square" lIns="276225" tIns="0" rIns="276225" bIns="0" rtlCol="0" anchor="t"/>
          <a:lstStyle/>
          <a:p>
            <a:pPr algn="l" indent="0" marL="0">
              <a:lnSpc>
                <a:spcPct val="130000"/>
              </a:lnSpc>
              <a:buNone/>
            </a:pPr>
            <a:r>
              <a:rPr lang="en-US" sz="2175" dirty="0">
                <a:solidFill>
                  <a:srgbClr val="59636E"/>
                </a:solidFill>
                <a:latin typeface="Segoe UI" pitchFamily="34" charset="0"/>
                <a:ea typeface="Segoe UI" pitchFamily="34" charset="-122"/>
                <a:cs typeface="Segoe UI" pitchFamily="34" charset="-120"/>
              </a:rPr>
              <a:t>Blockquote containing </a:t>
            </a:r>
            <a:pPr algn="l" indent="0" marL="0">
              <a:lnSpc>
                <a:spcPct val="130000"/>
              </a:lnSpc>
              <a:buNone/>
            </a:pPr>
            <a:r>
              <a:rPr lang="en-US" sz="2175" b="1" dirty="0">
                <a:solidFill>
                  <a:srgbClr val="59636E"/>
                </a:solidFill>
                <a:latin typeface="Segoe UI" pitchFamily="34" charset="0"/>
                <a:ea typeface="Segoe UI" pitchFamily="34" charset="-122"/>
                <a:cs typeface="Segoe UI" pitchFamily="34" charset="-120"/>
              </a:rPr>
              <a:t>bold</a:t>
            </a:r>
            <a:pPr algn="l" indent="0" marL="0">
              <a:lnSpc>
                <a:spcPct val="130000"/>
              </a:lnSpc>
              <a:buNone/>
            </a:pPr>
            <a:r>
              <a:rPr lang="en-US" sz="2175" dirty="0">
                <a:solidFill>
                  <a:srgbClr val="59636E"/>
                </a:solidFill>
                <a:latin typeface="Segoe UI" pitchFamily="34" charset="0"/>
                <a:ea typeface="Segoe UI" pitchFamily="34" charset="-122"/>
                <a:cs typeface="Segoe UI" pitchFamily="34" charset="-120"/>
              </a:rPr>
              <a:t>, </a:t>
            </a:r>
            <a:pPr algn="l" indent="0" marL="0">
              <a:lnSpc>
                <a:spcPct val="130000"/>
              </a:lnSpc>
              <a:buNone/>
            </a:pPr>
            <a:r>
              <a:rPr lang="en-US" sz="2175" i="1" dirty="0">
                <a:solidFill>
                  <a:srgbClr val="59636E"/>
                </a:solidFill>
                <a:latin typeface="Segoe UI" pitchFamily="34" charset="0"/>
                <a:ea typeface="Segoe UI" pitchFamily="34" charset="-122"/>
                <a:cs typeface="Segoe UI" pitchFamily="34" charset="-120"/>
              </a:rPr>
              <a:t>italic</a:t>
            </a:r>
            <a:pPr algn="l" indent="0" marL="0">
              <a:lnSpc>
                <a:spcPct val="130000"/>
              </a:lnSpc>
              <a:buNone/>
            </a:pPr>
            <a:r>
              <a:rPr lang="en-US" sz="2175" dirty="0">
                <a:solidFill>
                  <a:srgbClr val="59636E"/>
                </a:solidFill>
                <a:latin typeface="Segoe UI" pitchFamily="34" charset="0"/>
                <a:ea typeface="Segoe UI" pitchFamily="34" charset="-122"/>
                <a:cs typeface="Segoe UI" pitchFamily="34" charset="-120"/>
              </a:rPr>
              <a:t>, and </a:t>
            </a:r>
            <a:pPr algn="l" indent="0" marL="0">
              <a:lnSpc>
                <a:spcPct val="130000"/>
              </a:lnSpc>
              <a:buNone/>
            </a:pPr>
            <a:r>
              <a:rPr lang="en-US" sz="1849" dirty="0">
                <a:solidFill>
                  <a:srgbClr val="59636E"/>
                </a:solidFill>
                <a:highlight>
                  <a:srgbClr val="F0F1F3"/>
                </a:highlight>
                <a:latin typeface="Consolas" pitchFamily="34" charset="0"/>
                <a:ea typeface="Consolas" pitchFamily="34" charset="-122"/>
                <a:cs typeface="Consolas" pitchFamily="34" charset="-120"/>
              </a:rPr>
              <a:t>code</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328708"/>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25: Table (complex cells)</a:t>
            </a:r>
            <a:endParaRPr lang="en-US" sz="348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47713" y="2221260"/>
          <a:ext cx="6542633" cy="914400"/>
        </p:xfrm>
        <a:graphic>
          <a:graphicData uri="http://schemas.openxmlformats.org/drawingml/2006/table">
            <a:tbl>
              <a:tblPr/>
              <a:tblGrid>
                <a:gridCol w="900113"/>
                <a:gridCol w="1530191"/>
                <a:gridCol w="2890361"/>
                <a:gridCol w="1550194"/>
              </a:tblGrid>
              <a:tr h="0">
                <a:tc>
                  <a:txBody>
                    <a:bodyPr/>
                    <a:lstStyle/>
                    <a:p>
                      <a:pPr algn="ctr" indent="0" marL="0">
                        <a:buNone/>
                      </a:pPr>
                      <a:r>
                        <a:rPr lang="en-US" sz="2175" b="1" dirty="0">
                          <a:solidFill>
                            <a:srgbClr val="1F2328"/>
                          </a:solidFill>
                          <a:latin typeface="Segoe UI" pitchFamily="34" charset="0"/>
                          <a:ea typeface="Segoe UI" pitchFamily="34" charset="-122"/>
                          <a:cs typeface="Segoe UI" pitchFamily="34" charset="-120"/>
                        </a:rPr>
                        <a:t>Step</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2175" b="1" dirty="0">
                          <a:solidFill>
                            <a:srgbClr val="1F2328"/>
                          </a:solidFill>
                          <a:latin typeface="Segoe UI" pitchFamily="34" charset="0"/>
                          <a:ea typeface="Segoe UI" pitchFamily="34" charset="-122"/>
                          <a:cs typeface="Segoe UI" pitchFamily="34" charset="-120"/>
                        </a:rPr>
                        <a:t>Role</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b="1" dirty="0">
                          <a:solidFill>
                            <a:srgbClr val="1F2328"/>
                          </a:solidFill>
                          <a:latin typeface="Segoe UI" pitchFamily="34" charset="0"/>
                          <a:ea typeface="Segoe UI" pitchFamily="34" charset="-122"/>
                          <a:cs typeface="Segoe UI" pitchFamily="34" charset="-120"/>
                        </a:rPr>
                        <a:t>Input</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b="1" dirty="0">
                          <a:solidFill>
                            <a:srgbClr val="1F2328"/>
                          </a:solidFill>
                          <a:latin typeface="Segoe UI" pitchFamily="34" charset="0"/>
                          <a:ea typeface="Segoe UI" pitchFamily="34" charset="-122"/>
                          <a:cs typeface="Segoe UI" pitchFamily="34" charset="-120"/>
                        </a:rPr>
                        <a:t>Output</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1</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Role-A</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Input-A</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Output-A</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2</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2175" b="1" dirty="0">
                          <a:solidFill>
                            <a:srgbClr val="1F2328"/>
                          </a:solidFill>
                          <a:latin typeface="Segoe UI" pitchFamily="34" charset="0"/>
                          <a:ea typeface="Segoe UI" pitchFamily="34" charset="-122"/>
                          <a:cs typeface="Segoe UI" pitchFamily="34" charset="-120"/>
                        </a:rPr>
                        <a:t>Role-B</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Input-B + Input-C</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Output-B</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r h="0">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3</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Role-C</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Output-B</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Output-C</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4</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1849" dirty="0">
                          <a:solidFill>
                            <a:srgbClr val="1F2328"/>
                          </a:solidFill>
                          <a:highlight>
                            <a:srgbClr val="E8EBEE"/>
                          </a:highlight>
                          <a:latin typeface="Consolas" pitchFamily="34" charset="0"/>
                          <a:ea typeface="Consolas" pitchFamily="34" charset="-122"/>
                          <a:cs typeface="Consolas" pitchFamily="34" charset="-120"/>
                        </a:rPr>
                        <a:t>Role-D</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Output-C + Input-A</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Output-D</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r h="0">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5</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Role-E </a:t>
                      </a:r>
                      <a:pPr algn="ctr" indent="0" marL="0">
                        <a:buNone/>
                      </a:pPr>
                      <a:r>
                        <a:rPr lang="en-US" sz="2175" dirty="0">
                          <a:solidFill>
                            <a:srgbClr val="1F2328"/>
                          </a:solidFill>
                          <a:latin typeface="Segoe UI" pitchFamily="34" charset="0"/>
                          <a:ea typeface="Segoe UI" pitchFamily="34" charset="-122"/>
                          <a:cs typeface="Segoe UI" pitchFamily="34" charset="-120"/>
                        </a:rPr>
                        <a:t>✅</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Input-D + Output-B</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Output-E</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692468"/>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26: Code block (background color, long lines)</a:t>
            </a:r>
            <a:endParaRPr lang="en-US" sz="3480" dirty="0"/>
          </a:p>
        </p:txBody>
      </p:sp>
      <p:sp>
        <p:nvSpPr>
          <p:cNvPr id="3" name="Text 1"/>
          <p:cNvSpPr/>
          <p:nvPr/>
        </p:nvSpPr>
        <p:spPr>
          <a:xfrm>
            <a:off x="747713" y="2137470"/>
            <a:ext cx="10696575" cy="4105275"/>
          </a:xfrm>
          <a:prstGeom prst="rect">
            <a:avLst/>
          </a:prstGeom>
          <a:solidFill>
            <a:srgbClr val="F6F8FA"/>
          </a:solidFill>
          <a:ln/>
        </p:spPr>
        <p:txBody>
          <a:bodyPr wrap="none" lIns="0" tIns="0" rIns="0" bIns="0" rtlCol="0" anchor="t"/>
          <a:lstStyle/>
          <a:p>
            <a:pPr indent="0" marL="0">
              <a:buNone/>
            </a:pPr>
            <a:r>
              <a:rPr lang="en-US" sz="1735" dirty="0">
                <a:solidFill>
                  <a:srgbClr val="59636E"/>
                </a:solidFill>
                <a:latin typeface="Consolas" pitchFamily="34" charset="0"/>
                <a:ea typeface="Consolas" pitchFamily="34" charset="-122"/>
                <a:cs typeface="Consolas" pitchFamily="34" charset="-120"/>
              </a:rPr>
              <a:t>// Very long single line of code — wrapping/clipping test</a:t>
            </a:r>
            <a:pPr indent="0" marL="0">
              <a:buNone/>
            </a:pPr>
            <a:endParaRPr lang="en-US" sz="1735" dirty="0"/>
          </a:p>
          <a:p>
            <a:pPr indent="0" marL="0">
              <a:buNone/>
            </a:pPr>
            <a:r>
              <a:rPr lang="en-US" sz="1735" dirty="0">
                <a:solidFill>
                  <a:srgbClr val="CF222E"/>
                </a:solidFill>
                <a:latin typeface="Consolas" pitchFamily="34" charset="0"/>
                <a:ea typeface="Consolas" pitchFamily="34" charset="-122"/>
                <a:cs typeface="Consolas" pitchFamily="34" charset="-120"/>
              </a:rPr>
              <a:t>const</a:t>
            </a:r>
            <a:pPr indent="0" marL="0">
              <a:buNone/>
            </a:pPr>
            <a:r>
              <a:rPr lang="en-US" sz="1735" dirty="0">
                <a:solidFill>
                  <a:srgbClr val="1F2328"/>
                </a:solidFill>
                <a:latin typeface="Consolas" pitchFamily="34" charset="0"/>
                <a:ea typeface="Consolas" pitchFamily="34" charset="-122"/>
                <a:cs typeface="Consolas" pitchFamily="34" charset="-120"/>
              </a:rPr>
              <a:t> veryLongVariableName = </a:t>
            </a:r>
            <a:pPr indent="0" marL="0">
              <a:buNone/>
            </a:pPr>
            <a:r>
              <a:rPr lang="en-US" sz="1735" dirty="0">
                <a:solidFill>
                  <a:srgbClr val="6639BA"/>
                </a:solidFill>
                <a:latin typeface="Consolas" pitchFamily="34" charset="0"/>
                <a:ea typeface="Consolas" pitchFamily="34" charset="-122"/>
                <a:cs typeface="Consolas" pitchFamily="34" charset="-120"/>
              </a:rPr>
              <a:t>someFunction</a:t>
            </a:r>
            <a:pPr indent="0" marL="0">
              <a:buNone/>
            </a:pPr>
            <a:r>
              <a:rPr lang="en-US" sz="1735" dirty="0">
                <a:solidFill>
                  <a:srgbClr val="1F2328"/>
                </a:solidFill>
                <a:latin typeface="Consolas" pitchFamily="34" charset="0"/>
                <a:ea typeface="Consolas" pitchFamily="34" charset="-122"/>
                <a:cs typeface="Consolas" pitchFamily="34" charset="-120"/>
              </a:rPr>
              <a:t>({</a:t>
            </a:r>
            <a:pPr indent="0" marL="0">
              <a:buNone/>
            </a:pPr>
            <a:endParaRPr lang="en-US" sz="1735" dirty="0"/>
          </a:p>
          <a:p>
            <a:pPr indent="0" marL="0">
              <a:buNone/>
            </a:pPr>
            <a:r>
              <a:rPr lang="en-US" sz="1735" dirty="0">
                <a:solidFill>
                  <a:srgbClr val="1F2328"/>
                </a:solidFill>
                <a:latin typeface="Consolas" pitchFamily="34" charset="0"/>
                <a:ea typeface="Consolas" pitchFamily="34" charset="-122"/>
                <a:cs typeface="Consolas" pitchFamily="34" charset="-120"/>
              </a:rPr>
              <a:t>  </a:t>
            </a:r>
            <a:pPr indent="0" marL="0">
              <a:buNone/>
            </a:pPr>
            <a:r>
              <a:rPr lang="en-US" sz="1735" dirty="0">
                <a:solidFill>
                  <a:srgbClr val="0550AE"/>
                </a:solidFill>
                <a:latin typeface="Consolas" pitchFamily="34" charset="0"/>
                <a:ea typeface="Consolas" pitchFamily="34" charset="-122"/>
                <a:cs typeface="Consolas" pitchFamily="34" charset="-120"/>
              </a:rPr>
              <a:t>key1</a:t>
            </a:r>
            <a:pPr indent="0" marL="0">
              <a:buNone/>
            </a:pPr>
            <a:r>
              <a:rPr lang="en-US" sz="1735" dirty="0">
                <a:solidFill>
                  <a:srgbClr val="1F2328"/>
                </a:solidFill>
                <a:latin typeface="Consolas" pitchFamily="34" charset="0"/>
                <a:ea typeface="Consolas" pitchFamily="34" charset="-122"/>
                <a:cs typeface="Consolas" pitchFamily="34" charset="-120"/>
              </a:rPr>
              <a:t>: </a:t>
            </a:r>
            <a:pPr indent="0" marL="0">
              <a:buNone/>
            </a:pPr>
            <a:r>
              <a:rPr lang="en-US" sz="1735" dirty="0">
                <a:solidFill>
                  <a:srgbClr val="0A3069"/>
                </a:solidFill>
                <a:latin typeface="Consolas" pitchFamily="34" charset="0"/>
                <a:ea typeface="Consolas" pitchFamily="34" charset="-122"/>
                <a:cs typeface="Consolas" pitchFamily="34" charset="-120"/>
              </a:rPr>
              <a:t>'value1'</a:t>
            </a:r>
            <a:pPr indent="0" marL="0">
              <a:buNone/>
            </a:pPr>
            <a:r>
              <a:rPr lang="en-US" sz="1735" dirty="0">
                <a:solidFill>
                  <a:srgbClr val="1F2328"/>
                </a:solidFill>
                <a:latin typeface="Consolas" pitchFamily="34" charset="0"/>
                <a:ea typeface="Consolas" pitchFamily="34" charset="-122"/>
                <a:cs typeface="Consolas" pitchFamily="34" charset="-120"/>
              </a:rPr>
              <a:t>,</a:t>
            </a:r>
            <a:pPr indent="0" marL="0">
              <a:buNone/>
            </a:pPr>
            <a:endParaRPr lang="en-US" sz="1735" dirty="0"/>
          </a:p>
          <a:p>
            <a:pPr indent="0" marL="0">
              <a:buNone/>
            </a:pPr>
            <a:r>
              <a:rPr lang="en-US" sz="1735" dirty="0">
                <a:solidFill>
                  <a:srgbClr val="1F2328"/>
                </a:solidFill>
                <a:latin typeface="Consolas" pitchFamily="34" charset="0"/>
                <a:ea typeface="Consolas" pitchFamily="34" charset="-122"/>
                <a:cs typeface="Consolas" pitchFamily="34" charset="-120"/>
              </a:rPr>
              <a:t>  </a:t>
            </a:r>
            <a:pPr indent="0" marL="0">
              <a:buNone/>
            </a:pPr>
            <a:r>
              <a:rPr lang="en-US" sz="1735" dirty="0">
                <a:solidFill>
                  <a:srgbClr val="0550AE"/>
                </a:solidFill>
                <a:latin typeface="Consolas" pitchFamily="34" charset="0"/>
                <a:ea typeface="Consolas" pitchFamily="34" charset="-122"/>
                <a:cs typeface="Consolas" pitchFamily="34" charset="-120"/>
              </a:rPr>
              <a:t>key2</a:t>
            </a:r>
            <a:pPr indent="0" marL="0">
              <a:buNone/>
            </a:pPr>
            <a:r>
              <a:rPr lang="en-US" sz="1735" dirty="0">
                <a:solidFill>
                  <a:srgbClr val="1F2328"/>
                </a:solidFill>
                <a:latin typeface="Consolas" pitchFamily="34" charset="0"/>
                <a:ea typeface="Consolas" pitchFamily="34" charset="-122"/>
                <a:cs typeface="Consolas" pitchFamily="34" charset="-120"/>
              </a:rPr>
              <a:t>: </a:t>
            </a:r>
            <a:pPr indent="0" marL="0">
              <a:buNone/>
            </a:pPr>
            <a:r>
              <a:rPr lang="en-US" sz="1735" dirty="0">
                <a:solidFill>
                  <a:srgbClr val="0A3069"/>
                </a:solidFill>
                <a:latin typeface="Consolas" pitchFamily="34" charset="0"/>
                <a:ea typeface="Consolas" pitchFamily="34" charset="-122"/>
                <a:cs typeface="Consolas" pitchFamily="34" charset="-120"/>
              </a:rPr>
              <a:t>'value2'</a:t>
            </a:r>
            <a:pPr indent="0" marL="0">
              <a:buNone/>
            </a:pPr>
            <a:r>
              <a:rPr lang="en-US" sz="1735" dirty="0">
                <a:solidFill>
                  <a:srgbClr val="1F2328"/>
                </a:solidFill>
                <a:latin typeface="Consolas" pitchFamily="34" charset="0"/>
                <a:ea typeface="Consolas" pitchFamily="34" charset="-122"/>
                <a:cs typeface="Consolas" pitchFamily="34" charset="-120"/>
              </a:rPr>
              <a:t>,</a:t>
            </a:r>
            <a:pPr indent="0" marL="0">
              <a:buNone/>
            </a:pPr>
            <a:endParaRPr lang="en-US" sz="1735" dirty="0"/>
          </a:p>
          <a:p>
            <a:pPr indent="0" marL="0">
              <a:buNone/>
            </a:pPr>
            <a:r>
              <a:rPr lang="en-US" sz="1735" dirty="0">
                <a:solidFill>
                  <a:srgbClr val="1F2328"/>
                </a:solidFill>
                <a:latin typeface="Consolas" pitchFamily="34" charset="0"/>
                <a:ea typeface="Consolas" pitchFamily="34" charset="-122"/>
                <a:cs typeface="Consolas" pitchFamily="34" charset="-120"/>
              </a:rPr>
              <a:t>  </a:t>
            </a:r>
            <a:pPr indent="0" marL="0">
              <a:buNone/>
            </a:pPr>
            <a:r>
              <a:rPr lang="en-US" sz="1735" dirty="0">
                <a:solidFill>
                  <a:srgbClr val="0550AE"/>
                </a:solidFill>
                <a:latin typeface="Consolas" pitchFamily="34" charset="0"/>
                <a:ea typeface="Consolas" pitchFamily="34" charset="-122"/>
                <a:cs typeface="Consolas" pitchFamily="34" charset="-120"/>
              </a:rPr>
              <a:t>key3</a:t>
            </a:r>
            <a:pPr indent="0" marL="0">
              <a:buNone/>
            </a:pPr>
            <a:r>
              <a:rPr lang="en-US" sz="1735" dirty="0">
                <a:solidFill>
                  <a:srgbClr val="1F2328"/>
                </a:solidFill>
                <a:latin typeface="Consolas" pitchFamily="34" charset="0"/>
                <a:ea typeface="Consolas" pitchFamily="34" charset="-122"/>
                <a:cs typeface="Consolas" pitchFamily="34" charset="-120"/>
              </a:rPr>
              <a:t>: </a:t>
            </a:r>
            <a:pPr indent="0" marL="0">
              <a:buNone/>
            </a:pPr>
            <a:r>
              <a:rPr lang="en-US" sz="1735" dirty="0">
                <a:solidFill>
                  <a:srgbClr val="0A3069"/>
                </a:solidFill>
                <a:latin typeface="Consolas" pitchFamily="34" charset="0"/>
                <a:ea typeface="Consolas" pitchFamily="34" charset="-122"/>
                <a:cs typeface="Consolas" pitchFamily="34" charset="-120"/>
              </a:rPr>
              <a:t>'value3'</a:t>
            </a:r>
            <a:pPr indent="0" marL="0">
              <a:buNone/>
            </a:pPr>
            <a:r>
              <a:rPr lang="en-US" sz="1735" dirty="0">
                <a:solidFill>
                  <a:srgbClr val="1F2328"/>
                </a:solidFill>
                <a:latin typeface="Consolas" pitchFamily="34" charset="0"/>
                <a:ea typeface="Consolas" pitchFamily="34" charset="-122"/>
                <a:cs typeface="Consolas" pitchFamily="34" charset="-120"/>
              </a:rPr>
              <a:t>,</a:t>
            </a:r>
            <a:pPr indent="0" marL="0">
              <a:buNone/>
            </a:pPr>
            <a:endParaRPr lang="en-US" sz="1735" dirty="0"/>
          </a:p>
          <a:p>
            <a:pPr indent="0" marL="0">
              <a:buNone/>
            </a:pPr>
            <a:r>
              <a:rPr lang="en-US" sz="1735" dirty="0">
                <a:solidFill>
                  <a:srgbClr val="1F2328"/>
                </a:solidFill>
                <a:latin typeface="Consolas" pitchFamily="34" charset="0"/>
                <a:ea typeface="Consolas" pitchFamily="34" charset="-122"/>
                <a:cs typeface="Consolas" pitchFamily="34" charset="-120"/>
              </a:rPr>
              <a:t>  </a:t>
            </a:r>
            <a:pPr indent="0" marL="0">
              <a:buNone/>
            </a:pPr>
            <a:r>
              <a:rPr lang="en-US" sz="1735" dirty="0">
                <a:solidFill>
                  <a:srgbClr val="0550AE"/>
                </a:solidFill>
                <a:latin typeface="Consolas" pitchFamily="34" charset="0"/>
                <a:ea typeface="Consolas" pitchFamily="34" charset="-122"/>
                <a:cs typeface="Consolas" pitchFamily="34" charset="-120"/>
              </a:rPr>
              <a:t>key4</a:t>
            </a:r>
            <a:pPr indent="0" marL="0">
              <a:buNone/>
            </a:pPr>
            <a:r>
              <a:rPr lang="en-US" sz="1735" dirty="0">
                <a:solidFill>
                  <a:srgbClr val="1F2328"/>
                </a:solidFill>
                <a:latin typeface="Consolas" pitchFamily="34" charset="0"/>
                <a:ea typeface="Consolas" pitchFamily="34" charset="-122"/>
                <a:cs typeface="Consolas" pitchFamily="34" charset="-120"/>
              </a:rPr>
              <a:t>: </a:t>
            </a:r>
            <a:pPr indent="0" marL="0">
              <a:buNone/>
            </a:pPr>
            <a:r>
              <a:rPr lang="en-US" sz="1735" dirty="0">
                <a:solidFill>
                  <a:srgbClr val="0A3069"/>
                </a:solidFill>
                <a:latin typeface="Consolas" pitchFamily="34" charset="0"/>
                <a:ea typeface="Consolas" pitchFamily="34" charset="-122"/>
                <a:cs typeface="Consolas" pitchFamily="34" charset="-120"/>
              </a:rPr>
              <a:t>'value4'</a:t>
            </a:r>
            <a:pPr indent="0" marL="0">
              <a:buNone/>
            </a:pPr>
            <a:r>
              <a:rPr lang="en-US" sz="1735" dirty="0">
                <a:solidFill>
                  <a:srgbClr val="1F2328"/>
                </a:solidFill>
                <a:latin typeface="Consolas" pitchFamily="34" charset="0"/>
                <a:ea typeface="Consolas" pitchFamily="34" charset="-122"/>
                <a:cs typeface="Consolas" pitchFamily="34" charset="-120"/>
              </a:rPr>
              <a:t>,</a:t>
            </a:r>
            <a:pPr indent="0" marL="0">
              <a:buNone/>
            </a:pPr>
            <a:endParaRPr lang="en-US" sz="1735" dirty="0"/>
          </a:p>
          <a:p>
            <a:pPr indent="0" marL="0">
              <a:buNone/>
            </a:pPr>
            <a:r>
              <a:rPr lang="en-US" sz="1735" dirty="0">
                <a:solidFill>
                  <a:srgbClr val="1F2328"/>
                </a:solidFill>
                <a:latin typeface="Consolas" pitchFamily="34" charset="0"/>
                <a:ea typeface="Consolas" pitchFamily="34" charset="-122"/>
                <a:cs typeface="Consolas" pitchFamily="34" charset="-120"/>
              </a:rPr>
              <a:t>})</a:t>
            </a:r>
            <a:pPr indent="0" marL="0">
              <a:buNone/>
            </a:pPr>
            <a:endParaRPr lang="en-US" sz="1735" dirty="0"/>
          </a:p>
          <a:p>
            <a:pPr indent="0" marL="0">
              <a:buNone/>
            </a:pPr>
            <a:endParaRPr lang="en-US" sz="1735" dirty="0"/>
          </a:p>
          <a:p>
            <a:pPr indent="0" marL="0">
              <a:buNone/>
            </a:pPr>
            <a:r>
              <a:rPr lang="en-US" sz="1735" dirty="0">
                <a:solidFill>
                  <a:srgbClr val="59636E"/>
                </a:solidFill>
                <a:latin typeface="Consolas" pitchFamily="34" charset="0"/>
                <a:ea typeface="Consolas" pitchFamily="34" charset="-122"/>
                <a:cs typeface="Consolas" pitchFamily="34" charset="-120"/>
              </a:rPr>
              <a:t>// Code with comments</a:t>
            </a:r>
            <a:pPr indent="0" marL="0">
              <a:buNone/>
            </a:pPr>
            <a:endParaRPr lang="en-US" sz="1735" dirty="0"/>
          </a:p>
          <a:p>
            <a:pPr indent="0" marL="0">
              <a:buNone/>
            </a:pPr>
            <a:r>
              <a:rPr lang="en-US" sz="1735" dirty="0">
                <a:solidFill>
                  <a:srgbClr val="CF222E"/>
                </a:solidFill>
                <a:latin typeface="Consolas" pitchFamily="34" charset="0"/>
                <a:ea typeface="Consolas" pitchFamily="34" charset="-122"/>
                <a:cs typeface="Consolas" pitchFamily="34" charset="-120"/>
              </a:rPr>
              <a:t>const</a:t>
            </a:r>
            <a:pPr indent="0" marL="0">
              <a:buNone/>
            </a:pPr>
            <a:r>
              <a:rPr lang="en-US" sz="1735" dirty="0">
                <a:solidFill>
                  <a:srgbClr val="1F2328"/>
                </a:solidFill>
                <a:latin typeface="Consolas" pitchFamily="34" charset="0"/>
                <a:ea typeface="Consolas" pitchFamily="34" charset="-122"/>
                <a:cs typeface="Consolas" pitchFamily="34" charset="-120"/>
              </a:rPr>
              <a:t> config = {</a:t>
            </a:r>
            <a:pPr indent="0" marL="0">
              <a:buNone/>
            </a:pPr>
            <a:endParaRPr lang="en-US" sz="1735" dirty="0"/>
          </a:p>
          <a:p>
            <a:pPr indent="0" marL="0">
              <a:buNone/>
            </a:pPr>
            <a:r>
              <a:rPr lang="en-US" sz="1735" dirty="0">
                <a:solidFill>
                  <a:srgbClr val="1F2328"/>
                </a:solidFill>
                <a:latin typeface="Consolas" pitchFamily="34" charset="0"/>
                <a:ea typeface="Consolas" pitchFamily="34" charset="-122"/>
                <a:cs typeface="Consolas" pitchFamily="34" charset="-120"/>
              </a:rPr>
              <a:t>  </a:t>
            </a:r>
            <a:pPr indent="0" marL="0">
              <a:buNone/>
            </a:pPr>
            <a:r>
              <a:rPr lang="en-US" sz="1735" dirty="0">
                <a:solidFill>
                  <a:srgbClr val="0550AE"/>
                </a:solidFill>
                <a:latin typeface="Consolas" pitchFamily="34" charset="0"/>
                <a:ea typeface="Consolas" pitchFamily="34" charset="-122"/>
                <a:cs typeface="Consolas" pitchFamily="34" charset="-120"/>
              </a:rPr>
              <a:t>apiKey</a:t>
            </a:r>
            <a:pPr indent="0" marL="0">
              <a:buNone/>
            </a:pPr>
            <a:r>
              <a:rPr lang="en-US" sz="1735" dirty="0">
                <a:solidFill>
                  <a:srgbClr val="1F2328"/>
                </a:solidFill>
                <a:latin typeface="Consolas" pitchFamily="34" charset="0"/>
                <a:ea typeface="Consolas" pitchFamily="34" charset="-122"/>
                <a:cs typeface="Consolas" pitchFamily="34" charset="-120"/>
              </a:rPr>
              <a:t>: process.</a:t>
            </a:r>
            <a:pPr indent="0" marL="0">
              <a:buNone/>
            </a:pPr>
            <a:r>
              <a:rPr lang="en-US" sz="1735" dirty="0">
                <a:solidFill>
                  <a:srgbClr val="1F2328"/>
                </a:solidFill>
                <a:latin typeface="Consolas" pitchFamily="34" charset="0"/>
                <a:ea typeface="Consolas" pitchFamily="34" charset="-122"/>
                <a:cs typeface="Consolas" pitchFamily="34" charset="-120"/>
              </a:rPr>
              <a:t>env</a:t>
            </a:r>
            <a:pPr indent="0" marL="0">
              <a:buNone/>
            </a:pPr>
            <a:r>
              <a:rPr lang="en-US" sz="1735" dirty="0">
                <a:solidFill>
                  <a:srgbClr val="1F2328"/>
                </a:solidFill>
                <a:latin typeface="Consolas" pitchFamily="34" charset="0"/>
                <a:ea typeface="Consolas" pitchFamily="34" charset="-122"/>
                <a:cs typeface="Consolas" pitchFamily="34" charset="-120"/>
              </a:rPr>
              <a:t>.</a:t>
            </a:r>
            <a:pPr indent="0" marL="0">
              <a:buNone/>
            </a:pPr>
            <a:r>
              <a:rPr lang="en-US" sz="1735" dirty="0">
                <a:solidFill>
                  <a:srgbClr val="1F2328"/>
                </a:solidFill>
                <a:latin typeface="Consolas" pitchFamily="34" charset="0"/>
                <a:ea typeface="Consolas" pitchFamily="34" charset="-122"/>
                <a:cs typeface="Consolas" pitchFamily="34" charset="-120"/>
              </a:rPr>
              <a:t>API_KEY</a:t>
            </a:r>
            <a:pPr indent="0" marL="0">
              <a:buNone/>
            </a:pPr>
            <a:r>
              <a:rPr lang="en-US" sz="1735" dirty="0">
                <a:solidFill>
                  <a:srgbClr val="1F2328"/>
                </a:solidFill>
                <a:latin typeface="Consolas" pitchFamily="34" charset="0"/>
                <a:ea typeface="Consolas" pitchFamily="34" charset="-122"/>
                <a:cs typeface="Consolas" pitchFamily="34" charset="-120"/>
              </a:rPr>
              <a:t>, </a:t>
            </a:r>
            <a:pPr indent="0" marL="0">
              <a:buNone/>
            </a:pPr>
            <a:r>
              <a:rPr lang="en-US" sz="1735" dirty="0">
                <a:solidFill>
                  <a:srgbClr val="59636E"/>
                </a:solidFill>
                <a:latin typeface="Consolas" pitchFamily="34" charset="0"/>
                <a:ea typeface="Consolas" pitchFamily="34" charset="-122"/>
                <a:cs typeface="Consolas" pitchFamily="34" charset="-120"/>
              </a:rPr>
              <a:t>// Loaded from environment variable</a:t>
            </a:r>
            <a:pPr indent="0" marL="0">
              <a:buNone/>
            </a:pPr>
            <a:endParaRPr lang="en-US" sz="1735" dirty="0"/>
          </a:p>
          <a:p>
            <a:pPr indent="0" marL="0">
              <a:buNone/>
            </a:pPr>
            <a:r>
              <a:rPr lang="en-US" sz="1735" dirty="0">
                <a:solidFill>
                  <a:srgbClr val="1F2328"/>
                </a:solidFill>
                <a:latin typeface="Consolas" pitchFamily="34" charset="0"/>
                <a:ea typeface="Consolas" pitchFamily="34" charset="-122"/>
                <a:cs typeface="Consolas" pitchFamily="34" charset="-120"/>
              </a:rPr>
              <a:t>  </a:t>
            </a:r>
            <a:pPr indent="0" marL="0">
              <a:buNone/>
            </a:pPr>
            <a:r>
              <a:rPr lang="en-US" sz="1735" dirty="0">
                <a:solidFill>
                  <a:srgbClr val="0550AE"/>
                </a:solidFill>
                <a:latin typeface="Consolas" pitchFamily="34" charset="0"/>
                <a:ea typeface="Consolas" pitchFamily="34" charset="-122"/>
                <a:cs typeface="Consolas" pitchFamily="34" charset="-120"/>
              </a:rPr>
              <a:t>timeout</a:t>
            </a:r>
            <a:pPr indent="0" marL="0">
              <a:buNone/>
            </a:pPr>
            <a:r>
              <a:rPr lang="en-US" sz="1735" dirty="0">
                <a:solidFill>
                  <a:srgbClr val="1F2328"/>
                </a:solidFill>
                <a:latin typeface="Consolas" pitchFamily="34" charset="0"/>
                <a:ea typeface="Consolas" pitchFamily="34" charset="-122"/>
                <a:cs typeface="Consolas" pitchFamily="34" charset="-120"/>
              </a:rPr>
              <a:t>: </a:t>
            </a:r>
            <a:pPr indent="0" marL="0">
              <a:buNone/>
            </a:pPr>
            <a:r>
              <a:rPr lang="en-US" sz="1735" dirty="0">
                <a:solidFill>
                  <a:srgbClr val="0550AE"/>
                </a:solidFill>
                <a:latin typeface="Consolas" pitchFamily="34" charset="0"/>
                <a:ea typeface="Consolas" pitchFamily="34" charset="-122"/>
                <a:cs typeface="Consolas" pitchFamily="34" charset="-120"/>
              </a:rPr>
              <a:t>30000</a:t>
            </a:r>
            <a:pPr indent="0" marL="0">
              <a:buNone/>
            </a:pPr>
            <a:r>
              <a:rPr lang="en-US" sz="1735" dirty="0">
                <a:solidFill>
                  <a:srgbClr val="1F2328"/>
                </a:solidFill>
                <a:latin typeface="Consolas" pitchFamily="34" charset="0"/>
                <a:ea typeface="Consolas" pitchFamily="34" charset="-122"/>
                <a:cs typeface="Consolas" pitchFamily="34" charset="-120"/>
              </a:rPr>
              <a:t>, </a:t>
            </a:r>
            <a:pPr indent="0" marL="0">
              <a:buNone/>
            </a:pPr>
            <a:r>
              <a:rPr lang="en-US" sz="1735" dirty="0">
                <a:solidFill>
                  <a:srgbClr val="59636E"/>
                </a:solidFill>
                <a:latin typeface="Consolas" pitchFamily="34" charset="0"/>
                <a:ea typeface="Consolas" pitchFamily="34" charset="-122"/>
                <a:cs typeface="Consolas" pitchFamily="34" charset="-120"/>
              </a:rPr>
              <a:t>// Timeout: 30 seconds</a:t>
            </a:r>
            <a:pPr indent="0" marL="0">
              <a:buNone/>
            </a:pPr>
            <a:endParaRPr lang="en-US" sz="1735" dirty="0"/>
          </a:p>
          <a:p>
            <a:pPr indent="0" marL="0">
              <a:buNone/>
            </a:pPr>
            <a:r>
              <a:rPr lang="en-US" sz="1735" dirty="0">
                <a:solidFill>
                  <a:srgbClr val="1F2328"/>
                </a:solidFill>
                <a:latin typeface="Consolas" pitchFamily="34" charset="0"/>
                <a:ea typeface="Consolas" pitchFamily="34" charset="-122"/>
                <a:cs typeface="Consolas" pitchFamily="34" charset="-120"/>
              </a:rPr>
              <a:t>  </a:t>
            </a:r>
            <a:pPr indent="0" marL="0">
              <a:buNone/>
            </a:pPr>
            <a:r>
              <a:rPr lang="en-US" sz="1735" dirty="0">
                <a:solidFill>
                  <a:srgbClr val="0550AE"/>
                </a:solidFill>
                <a:latin typeface="Consolas" pitchFamily="34" charset="0"/>
                <a:ea typeface="Consolas" pitchFamily="34" charset="-122"/>
                <a:cs typeface="Consolas" pitchFamily="34" charset="-120"/>
              </a:rPr>
              <a:t>retries</a:t>
            </a:r>
            <a:pPr indent="0" marL="0">
              <a:buNone/>
            </a:pPr>
            <a:r>
              <a:rPr lang="en-US" sz="1735" dirty="0">
                <a:solidFill>
                  <a:srgbClr val="1F2328"/>
                </a:solidFill>
                <a:latin typeface="Consolas" pitchFamily="34" charset="0"/>
                <a:ea typeface="Consolas" pitchFamily="34" charset="-122"/>
                <a:cs typeface="Consolas" pitchFamily="34" charset="-120"/>
              </a:rPr>
              <a:t>: </a:t>
            </a:r>
            <a:pPr indent="0" marL="0">
              <a:buNone/>
            </a:pPr>
            <a:r>
              <a:rPr lang="en-US" sz="1735" dirty="0">
                <a:solidFill>
                  <a:srgbClr val="0550AE"/>
                </a:solidFill>
                <a:latin typeface="Consolas" pitchFamily="34" charset="0"/>
                <a:ea typeface="Consolas" pitchFamily="34" charset="-122"/>
                <a:cs typeface="Consolas" pitchFamily="34" charset="-120"/>
              </a:rPr>
              <a:t>3</a:t>
            </a:r>
            <a:pPr indent="0" marL="0">
              <a:buNone/>
            </a:pPr>
            <a:r>
              <a:rPr lang="en-US" sz="1735" dirty="0">
                <a:solidFill>
                  <a:srgbClr val="1F2328"/>
                </a:solidFill>
                <a:latin typeface="Consolas" pitchFamily="34" charset="0"/>
                <a:ea typeface="Consolas" pitchFamily="34" charset="-122"/>
                <a:cs typeface="Consolas" pitchFamily="34" charset="-120"/>
              </a:rPr>
              <a:t>, </a:t>
            </a:r>
            <a:pPr indent="0" marL="0">
              <a:buNone/>
            </a:pPr>
            <a:r>
              <a:rPr lang="en-US" sz="1735" dirty="0">
                <a:solidFill>
                  <a:srgbClr val="59636E"/>
                </a:solidFill>
                <a:latin typeface="Consolas" pitchFamily="34" charset="0"/>
                <a:ea typeface="Consolas" pitchFamily="34" charset="-122"/>
                <a:cs typeface="Consolas" pitchFamily="34" charset="-120"/>
              </a:rPr>
              <a:t>// Retry count</a:t>
            </a:r>
            <a:pPr indent="0" marL="0">
              <a:buNone/>
            </a:pPr>
            <a:endParaRPr lang="en-US" sz="1735" dirty="0"/>
          </a:p>
          <a:p>
            <a:pPr indent="0" marL="0">
              <a:buNone/>
            </a:pPr>
            <a:r>
              <a:rPr lang="en-US" sz="1735" dirty="0">
                <a:solidFill>
                  <a:srgbClr val="1F2328"/>
                </a:solidFill>
                <a:latin typeface="Consolas" pitchFamily="34" charset="0"/>
                <a:ea typeface="Consolas" pitchFamily="34" charset="-122"/>
                <a:cs typeface="Consolas" pitchFamily="34" charset="-120"/>
              </a:rPr>
              <a:t>}</a:t>
            </a:r>
            <a:pPr indent="0" marL="0">
              <a:buNone/>
            </a:pPr>
            <a:endParaRPr lang="en-US" sz="173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999500"/>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27: Container with image (same-dir image test)</a:t>
            </a:r>
            <a:endParaRPr lang="en-US" sz="3480" dirty="0"/>
          </a:p>
        </p:txBody>
      </p:sp>
      <p:sp>
        <p:nvSpPr>
          <p:cNvPr id="3" name="Text 1"/>
          <p:cNvSpPr/>
          <p:nvPr/>
        </p:nvSpPr>
        <p:spPr>
          <a:xfrm>
            <a:off x="747713" y="2635121"/>
            <a:ext cx="6642705" cy="379809"/>
          </a:xfrm>
          <a:prstGeom prst="rect">
            <a:avLst/>
          </a:prstGeom>
          <a:noFill/>
          <a:ln/>
        </p:spPr>
        <p:txBody>
          <a:bodyPr wrap="square" lIns="0" tIns="0" rIns="0" bIns="0" rtlCol="0" anchor="t"/>
          <a:lstStyle/>
          <a:p>
            <a:pPr algn="l" indent="0" marL="0">
              <a:lnSpc>
                <a:spcPct val="109000"/>
              </a:lnSpc>
              <a:buNone/>
            </a:pPr>
            <a:r>
              <a:rPr lang="en-US" sz="2392" b="1" dirty="0">
                <a:solidFill>
                  <a:srgbClr val="1F2328"/>
                </a:solidFill>
                <a:latin typeface="Segoe UI" pitchFamily="34" charset="0"/>
                <a:ea typeface="Segoe UI" pitchFamily="34" charset="-122"/>
                <a:cs typeface="Segoe UI" pitchFamily="34" charset="-120"/>
              </a:rPr>
              <a:t>Left column (text)</a:t>
            </a:r>
            <a:endParaRPr lang="en-US" sz="2392" dirty="0"/>
          </a:p>
        </p:txBody>
      </p:sp>
      <p:sp>
        <p:nvSpPr>
          <p:cNvPr id="4" name="Text 2"/>
          <p:cNvSpPr/>
          <p:nvPr/>
        </p:nvSpPr>
        <p:spPr>
          <a:xfrm>
            <a:off x="747713" y="3136255"/>
            <a:ext cx="6326386" cy="1947714"/>
          </a:xfrm>
          <a:prstGeom prst="rect">
            <a:avLst/>
          </a:prstGeom>
          <a:noFill/>
          <a:ln/>
        </p:spPr>
        <p:txBody>
          <a:bodyPr wrap="square" lIns="0" tIns="0" rIns="0" bIns="0" rtlCol="0" anchor="t"/>
          <a:lstStyle/>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Item 1 </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t>
            </a:r>
            <a:endParaRPr lang="en-US" sz="2175" dirty="0"/>
          </a:p>
          <a:p>
            <a:pPr algn="l" marL="342900" indent="-342900">
              <a:lnSpc>
                <a:spcPct val="125000"/>
              </a:lnSpc>
              <a:buSzPct val="100000"/>
              <a:buChar char="•"/>
            </a:pPr>
            <a:r>
              <a:rPr lang="en-US" sz="2175" b="1" dirty="0">
                <a:solidFill>
                  <a:srgbClr val="1F2328"/>
                </a:solidFill>
                <a:latin typeface="Segoe UI" pitchFamily="34" charset="0"/>
                <a:ea typeface="Segoe UI" pitchFamily="34" charset="-122"/>
                <a:cs typeface="Segoe UI" pitchFamily="34" charset="-120"/>
              </a:rPr>
              <a:t>Important item 2</a:t>
            </a:r>
            <a:endParaRPr lang="en-US" sz="2175" dirty="0"/>
          </a:p>
          <a:p>
            <a:pPr algn="l" marL="342900" indent="-342900">
              <a:lnSpc>
                <a:spcPct val="125000"/>
              </a:lnSpc>
              <a:buSzPct val="100000"/>
              <a:buChar char="•"/>
            </a:pPr>
            <a:r>
              <a:rPr lang="en-US" sz="1849" dirty="0">
                <a:solidFill>
                  <a:srgbClr val="1F2328"/>
                </a:solidFill>
                <a:highlight>
                  <a:srgbClr val="F0F1F3"/>
                </a:highlight>
                <a:latin typeface="Consolas" pitchFamily="34" charset="0"/>
                <a:ea typeface="Consolas" pitchFamily="34" charset="-122"/>
                <a:cs typeface="Consolas" pitchFamily="34" charset="-120"/>
              </a:rPr>
              <a:t>Item with code 3</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Normal item 4</a:t>
            </a:r>
            <a:endParaRPr lang="en-US" sz="2175" dirty="0"/>
          </a:p>
        </p:txBody>
      </p:sp>
      <p:sp>
        <p:nvSpPr>
          <p:cNvPr id="5" name="Text 3"/>
          <p:cNvSpPr/>
          <p:nvPr/>
        </p:nvSpPr>
        <p:spPr>
          <a:xfrm>
            <a:off x="747713" y="5167313"/>
            <a:ext cx="6642705"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Additional text below.</a:t>
            </a:r>
            <a:endParaRPr lang="en-US" sz="2175" dirty="0"/>
          </a:p>
        </p:txBody>
      </p:sp>
      <p:sp>
        <p:nvSpPr>
          <p:cNvPr id="6" name="Shape 4"/>
          <p:cNvSpPr/>
          <p:nvPr/>
        </p:nvSpPr>
        <p:spPr>
          <a:xfrm>
            <a:off x="7226498" y="2444502"/>
            <a:ext cx="4217789" cy="661988"/>
          </a:xfrm>
          <a:prstGeom prst="roundRect">
            <a:avLst>
              <a:gd name="adj" fmla="val 31800"/>
            </a:avLst>
          </a:prstGeom>
          <a:ln w="9525">
            <a:solidFill>
              <a:srgbClr val="DDDDDD"/>
            </a:solidFill>
            <a:prstDash val="solid"/>
          </a:ln>
        </p:spPr>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752570"/>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28: Empty container / minimal content</a:t>
            </a:r>
            <a:endParaRPr lang="en-US" sz="3480" dirty="0"/>
          </a:p>
        </p:txBody>
      </p:sp>
      <p:sp>
        <p:nvSpPr>
          <p:cNvPr id="3" name="Text 1"/>
          <p:cNvSpPr/>
          <p:nvPr/>
        </p:nvSpPr>
        <p:spPr>
          <a:xfrm>
            <a:off x="747713" y="2576066"/>
            <a:ext cx="11231404"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Empty div (border only, no child elements):</a:t>
            </a:r>
            <a:endParaRPr lang="en-US" sz="2175" dirty="0"/>
          </a:p>
        </p:txBody>
      </p:sp>
      <p:sp>
        <p:nvSpPr>
          <p:cNvPr id="4" name="Shape 2"/>
          <p:cNvSpPr/>
          <p:nvPr/>
        </p:nvSpPr>
        <p:spPr>
          <a:xfrm>
            <a:off x="747713" y="3211860"/>
            <a:ext cx="10696575" cy="609600"/>
          </a:xfrm>
          <a:prstGeom prst="roundRect">
            <a:avLst>
              <a:gd name="adj" fmla="val 37500"/>
            </a:avLst>
          </a:prstGeom>
          <a:ln w="19050">
            <a:solidFill>
              <a:srgbClr val="999999"/>
            </a:solidFill>
            <a:prstDash val="dash"/>
          </a:ln>
        </p:spPr>
      </p:sp>
      <p:sp>
        <p:nvSpPr>
          <p:cNvPr id="5" name="Text 3"/>
          <p:cNvSpPr/>
          <p:nvPr/>
        </p:nvSpPr>
        <p:spPr>
          <a:xfrm>
            <a:off x="747713" y="3752404"/>
            <a:ext cx="11231404"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Text-only div (no child elements, inline only):</a:t>
            </a:r>
            <a:endParaRPr lang="en-US" sz="2175" dirty="0"/>
          </a:p>
        </p:txBody>
      </p:sp>
      <p:sp>
        <p:nvSpPr>
          <p:cNvPr id="6" name="Text 4"/>
          <p:cNvSpPr/>
          <p:nvPr/>
        </p:nvSpPr>
        <p:spPr>
          <a:xfrm>
            <a:off x="747713" y="4388197"/>
            <a:ext cx="10696575" cy="661988"/>
          </a:xfrm>
          <a:prstGeom prst="roundRect">
            <a:avLst>
              <a:gd name="adj" fmla="val 23850"/>
            </a:avLst>
          </a:prstGeom>
          <a:solidFill>
            <a:srgbClr val="E8F4FF"/>
          </a:solidFill>
          <a:ln w="9525">
            <a:solidFill>
              <a:srgbClr val="336699"/>
            </a:solid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Text only. Contains </a:t>
            </a:r>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bold</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30000"/>
              </a:lnSpc>
              <a:buNone/>
            </a:pPr>
            <a:r>
              <a:rPr lang="en-US" sz="2175" i="1" dirty="0">
                <a:solidFill>
                  <a:srgbClr val="1F2328"/>
                </a:solidFill>
                <a:latin typeface="Segoe UI" pitchFamily="34" charset="0"/>
                <a:ea typeface="Segoe UI" pitchFamily="34" charset="-122"/>
                <a:cs typeface="Segoe UI" pitchFamily="34" charset="-120"/>
              </a:rPr>
              <a:t>italic</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290733"/>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29: Incremental font sizes</a:t>
            </a:r>
            <a:endParaRPr lang="en-US" sz="3480" dirty="0"/>
          </a:p>
        </p:txBody>
      </p:sp>
      <p:sp>
        <p:nvSpPr>
          <p:cNvPr id="3" name="Text 1"/>
          <p:cNvSpPr/>
          <p:nvPr/>
        </p:nvSpPr>
        <p:spPr>
          <a:xfrm>
            <a:off x="747713" y="3116610"/>
            <a:ext cx="10696575" cy="1328738"/>
          </a:xfrm>
          <a:prstGeom prst="rect">
            <a:avLst/>
          </a:prstGeom>
          <a:noFill/>
          <a:ln/>
        </p:spPr>
        <p:txBody>
          <a:bodyPr wrap="square" lIns="0" tIns="0" rIns="0" bIns="0" rtlCol="0" anchor="t"/>
          <a:lstStyle/>
          <a:p>
            <a:pPr algn="l" indent="0" marL="0">
              <a:lnSpc>
                <a:spcPct val="130000"/>
              </a:lnSpc>
              <a:buNone/>
            </a:pPr>
            <a:r>
              <a:rPr lang="en-US" sz="2100" dirty="0">
                <a:solidFill>
                  <a:srgbClr val="1F2328"/>
                </a:solidFill>
                <a:latin typeface="Segoe UI" pitchFamily="34" charset="0"/>
                <a:ea typeface="Segoe UI" pitchFamily="34" charset="-122"/>
                <a:cs typeface="Segoe UI" pitchFamily="34" charset="-120"/>
              </a:rPr>
              <a:t>Large text (28px)</a:t>
            </a:r>
            <a:pPr algn="l" indent="0" marL="0">
              <a:lnSpc>
                <a:spcPct val="130000"/>
              </a:lnSpc>
              <a:buNone/>
            </a:pPr>
            <a:endParaRPr lang="en-US" sz="2100" dirty="0"/>
          </a:p>
          <a:p>
            <a:pPr algn="l" indent="0" marL="0">
              <a:lnSpc>
                <a:spcPct val="130000"/>
              </a:lnSpc>
              <a:buNone/>
            </a:pPr>
            <a:r>
              <a:rPr lang="en-US" sz="1650" dirty="0">
                <a:solidFill>
                  <a:srgbClr val="1F2328"/>
                </a:solidFill>
                <a:latin typeface="Segoe UI" pitchFamily="34" charset="0"/>
                <a:ea typeface="Segoe UI" pitchFamily="34" charset="-122"/>
                <a:cs typeface="Segoe UI" pitchFamily="34" charset="-120"/>
              </a:rPr>
              <a:t>Normal text (22px)</a:t>
            </a:r>
            <a:pPr algn="l" indent="0" marL="0">
              <a:lnSpc>
                <a:spcPct val="130000"/>
              </a:lnSpc>
              <a:buNone/>
            </a:pPr>
            <a:endParaRPr lang="en-US" sz="2100" dirty="0"/>
          </a:p>
          <a:p>
            <a:pPr algn="l" indent="0" marL="0">
              <a:lnSpc>
                <a:spcPct val="130000"/>
              </a:lnSpc>
              <a:buNone/>
            </a:pPr>
            <a:r>
              <a:rPr lang="en-US" sz="1350" dirty="0">
                <a:solidFill>
                  <a:srgbClr val="1F2328"/>
                </a:solidFill>
                <a:latin typeface="Segoe UI" pitchFamily="34" charset="0"/>
                <a:ea typeface="Segoe UI" pitchFamily="34" charset="-122"/>
                <a:cs typeface="Segoe UI" pitchFamily="34" charset="-120"/>
              </a:rPr>
              <a:t>Slightly smaller text (18px)</a:t>
            </a:r>
            <a:pPr algn="l" indent="0" marL="0">
              <a:lnSpc>
                <a:spcPct val="130000"/>
              </a:lnSpc>
              <a:buNone/>
            </a:pPr>
            <a:endParaRPr lang="en-US" sz="2100" dirty="0"/>
          </a:p>
          <a:p>
            <a:pPr algn="l" indent="0" marL="0">
              <a:lnSpc>
                <a:spcPct val="130000"/>
              </a:lnSpc>
              <a:buNone/>
            </a:pPr>
            <a:r>
              <a:rPr lang="en-US" sz="1050" dirty="0">
                <a:solidFill>
                  <a:srgbClr val="1F2328"/>
                </a:solidFill>
                <a:latin typeface="Segoe UI" pitchFamily="34" charset="0"/>
                <a:ea typeface="Segoe UI" pitchFamily="34" charset="-122"/>
                <a:cs typeface="Segoe UI" pitchFamily="34" charset="-120"/>
              </a:rPr>
              <a:t>Small text (14px)</a:t>
            </a:r>
            <a:pPr algn="l" indent="0" marL="0">
              <a:lnSpc>
                <a:spcPct val="130000"/>
              </a:lnSpc>
              <a:buNone/>
            </a:pPr>
            <a:endParaRPr lang="en-US" sz="2100" dirty="0"/>
          </a:p>
          <a:p>
            <a:pPr algn="l" indent="0" marL="0">
              <a:lnSpc>
                <a:spcPct val="130000"/>
              </a:lnSpc>
              <a:buNone/>
            </a:pPr>
            <a:r>
              <a:rPr lang="en-US" sz="825" dirty="0">
                <a:solidFill>
                  <a:srgbClr val="1F2328"/>
                </a:solidFill>
                <a:latin typeface="Segoe UI" pitchFamily="34" charset="0"/>
                <a:ea typeface="Segoe UI" pitchFamily="34" charset="-122"/>
                <a:cs typeface="Segoe UI" pitchFamily="34" charset="-120"/>
              </a:rPr>
              <a:t>Very small text (11px) — Check the minimum pt size in PPTX</a:t>
            </a:r>
            <a:endParaRPr lang="en-US" sz="2100"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859726"/>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30: Color variations</a:t>
            </a:r>
            <a:endParaRPr lang="en-US" sz="3480" dirty="0"/>
          </a:p>
        </p:txBody>
      </p:sp>
      <p:sp>
        <p:nvSpPr>
          <p:cNvPr id="3" name="Text 1"/>
          <p:cNvSpPr/>
          <p:nvPr/>
        </p:nvSpPr>
        <p:spPr>
          <a:xfrm>
            <a:off x="747713" y="2752279"/>
            <a:ext cx="3514725" cy="1057275"/>
          </a:xfrm>
          <a:prstGeom prst="roundRect">
            <a:avLst>
              <a:gd name="adj" fmla="val 9350"/>
            </a:avLst>
          </a:prstGeom>
          <a:solidFill>
            <a:srgbClr val="1A73E8"/>
          </a:solidFill>
          <a:ln/>
        </p:spPr>
        <p:txBody>
          <a:bodyPr wrap="square" lIns="0" tIns="0" rIns="0" bIns="0" rtlCol="0" anchor="t"/>
          <a:lstStyle/>
          <a:p>
            <a:pPr algn="l" indent="0" marL="0">
              <a:lnSpc>
                <a:spcPct val="130000"/>
              </a:lnSpc>
              <a:buNone/>
            </a:pPr>
            <a:r>
              <a:rPr lang="en-US" sz="2175" dirty="0">
                <a:solidFill>
                  <a:srgbClr val="FFFFFF"/>
                </a:solidFill>
                <a:latin typeface="Segoe UI" pitchFamily="34" charset="0"/>
                <a:ea typeface="Segoe UI" pitchFamily="34" charset="-122"/>
                <a:cs typeface="Segoe UI" pitchFamily="34" charset="-120"/>
              </a:rPr>
              <a:t>Blue bg</a:t>
            </a:r>
            <a:pPr algn="l" indent="0" marL="0">
              <a:lnSpc>
                <a:spcPct val="130000"/>
              </a:lnSpc>
              <a:buNone/>
            </a:pPr>
            <a:endParaRPr lang="en-US" sz="2175" dirty="0"/>
          </a:p>
          <a:p>
            <a:pPr algn="l" indent="0" marL="0">
              <a:lnSpc>
                <a:spcPct val="130000"/>
              </a:lnSpc>
              <a:buNone/>
            </a:pPr>
            <a:r>
              <a:rPr lang="en-US" sz="2175" dirty="0">
                <a:solidFill>
                  <a:srgbClr val="FFFFFF"/>
                </a:solidFill>
                <a:latin typeface="Segoe UI" pitchFamily="34" charset="0"/>
                <a:ea typeface="Segoe UI" pitchFamily="34" charset="-122"/>
                <a:cs typeface="Segoe UI" pitchFamily="34" charset="-120"/>
              </a:rPr>
              <a:t>White text</a:t>
            </a:r>
            <a:endParaRPr lang="en-US" sz="2175" dirty="0"/>
          </a:p>
        </p:txBody>
      </p:sp>
      <p:sp>
        <p:nvSpPr>
          <p:cNvPr id="4" name="Text 2"/>
          <p:cNvSpPr/>
          <p:nvPr/>
        </p:nvSpPr>
        <p:spPr>
          <a:xfrm>
            <a:off x="4338638" y="2752279"/>
            <a:ext cx="3514725" cy="1057275"/>
          </a:xfrm>
          <a:prstGeom prst="roundRect">
            <a:avLst>
              <a:gd name="adj" fmla="val 9350"/>
            </a:avLst>
          </a:prstGeom>
          <a:solidFill>
            <a:srgbClr val="34A853"/>
          </a:solidFill>
          <a:ln/>
        </p:spPr>
        <p:txBody>
          <a:bodyPr wrap="square" lIns="0" tIns="0" rIns="0" bIns="0" rtlCol="0" anchor="t"/>
          <a:lstStyle/>
          <a:p>
            <a:pPr algn="l" indent="0" marL="0">
              <a:lnSpc>
                <a:spcPct val="130000"/>
              </a:lnSpc>
              <a:buNone/>
            </a:pPr>
            <a:r>
              <a:rPr lang="en-US" sz="2175" dirty="0">
                <a:solidFill>
                  <a:srgbClr val="FFFFFF"/>
                </a:solidFill>
                <a:latin typeface="Segoe UI" pitchFamily="34" charset="0"/>
                <a:ea typeface="Segoe UI" pitchFamily="34" charset="-122"/>
                <a:cs typeface="Segoe UI" pitchFamily="34" charset="-120"/>
              </a:rPr>
              <a:t>Green bg</a:t>
            </a:r>
            <a:pPr algn="l" indent="0" marL="0">
              <a:lnSpc>
                <a:spcPct val="130000"/>
              </a:lnSpc>
              <a:buNone/>
            </a:pPr>
            <a:endParaRPr lang="en-US" sz="2175" dirty="0"/>
          </a:p>
          <a:p>
            <a:pPr algn="l" indent="0" marL="0">
              <a:lnSpc>
                <a:spcPct val="130000"/>
              </a:lnSpc>
              <a:buNone/>
            </a:pPr>
            <a:r>
              <a:rPr lang="en-US" sz="2175" dirty="0">
                <a:solidFill>
                  <a:srgbClr val="FFFFFF"/>
                </a:solidFill>
                <a:latin typeface="Segoe UI" pitchFamily="34" charset="0"/>
                <a:ea typeface="Segoe UI" pitchFamily="34" charset="-122"/>
                <a:cs typeface="Segoe UI" pitchFamily="34" charset="-120"/>
              </a:rPr>
              <a:t>White text</a:t>
            </a:r>
            <a:endParaRPr lang="en-US" sz="2175" dirty="0"/>
          </a:p>
        </p:txBody>
      </p:sp>
      <p:sp>
        <p:nvSpPr>
          <p:cNvPr id="5" name="Text 3"/>
          <p:cNvSpPr/>
          <p:nvPr/>
        </p:nvSpPr>
        <p:spPr>
          <a:xfrm>
            <a:off x="7929563" y="2752279"/>
            <a:ext cx="3514725" cy="1057275"/>
          </a:xfrm>
          <a:prstGeom prst="roundRect">
            <a:avLst>
              <a:gd name="adj" fmla="val 9350"/>
            </a:avLst>
          </a:prstGeom>
          <a:solidFill>
            <a:srgbClr val="EA4335"/>
          </a:solidFill>
          <a:ln/>
        </p:spPr>
        <p:txBody>
          <a:bodyPr wrap="square" lIns="0" tIns="0" rIns="0" bIns="0" rtlCol="0" anchor="t"/>
          <a:lstStyle/>
          <a:p>
            <a:pPr algn="l" indent="0" marL="0">
              <a:lnSpc>
                <a:spcPct val="130000"/>
              </a:lnSpc>
              <a:buNone/>
            </a:pPr>
            <a:r>
              <a:rPr lang="en-US" sz="2175" dirty="0">
                <a:solidFill>
                  <a:srgbClr val="FFFFFF"/>
                </a:solidFill>
                <a:latin typeface="Segoe UI" pitchFamily="34" charset="0"/>
                <a:ea typeface="Segoe UI" pitchFamily="34" charset="-122"/>
                <a:cs typeface="Segoe UI" pitchFamily="34" charset="-120"/>
              </a:rPr>
              <a:t>Red bg</a:t>
            </a:r>
            <a:pPr algn="l" indent="0" marL="0">
              <a:lnSpc>
                <a:spcPct val="130000"/>
              </a:lnSpc>
              <a:buNone/>
            </a:pPr>
            <a:endParaRPr lang="en-US" sz="2175" dirty="0"/>
          </a:p>
          <a:p>
            <a:pPr algn="l" indent="0" marL="0">
              <a:lnSpc>
                <a:spcPct val="130000"/>
              </a:lnSpc>
              <a:buNone/>
            </a:pPr>
            <a:r>
              <a:rPr lang="en-US" sz="2175" dirty="0">
                <a:solidFill>
                  <a:srgbClr val="FFFFFF"/>
                </a:solidFill>
                <a:latin typeface="Segoe UI" pitchFamily="34" charset="0"/>
                <a:ea typeface="Segoe UI" pitchFamily="34" charset="-122"/>
                <a:cs typeface="Segoe UI" pitchFamily="34" charset="-120"/>
              </a:rPr>
              <a:t>White text</a:t>
            </a:r>
            <a:endParaRPr lang="en-US" sz="2175" dirty="0"/>
          </a:p>
        </p:txBody>
      </p:sp>
      <p:sp>
        <p:nvSpPr>
          <p:cNvPr id="6" name="Text 4"/>
          <p:cNvSpPr/>
          <p:nvPr/>
        </p:nvSpPr>
        <p:spPr>
          <a:xfrm>
            <a:off x="747713" y="3885754"/>
            <a:ext cx="3514725" cy="1057275"/>
          </a:xfrm>
          <a:prstGeom prst="roundRect">
            <a:avLst>
              <a:gd name="adj" fmla="val 9350"/>
            </a:avLst>
          </a:prstGeom>
          <a:solidFill>
            <a:srgbClr val="FBBC04"/>
          </a:solidFill>
          <a:ln/>
        </p:spPr>
        <p:txBody>
          <a:bodyPr wrap="square" lIns="0" tIns="0" rIns="0" bIns="0" rtlCol="0" anchor="t"/>
          <a:lstStyle/>
          <a:p>
            <a:pPr algn="l" indent="0" marL="0">
              <a:lnSpc>
                <a:spcPct val="130000"/>
              </a:lnSpc>
              <a:buNone/>
            </a:pPr>
            <a:r>
              <a:rPr lang="en-US" sz="2175" dirty="0">
                <a:solidFill>
                  <a:srgbClr val="333333"/>
                </a:solidFill>
                <a:latin typeface="Segoe UI" pitchFamily="34" charset="0"/>
                <a:ea typeface="Segoe UI" pitchFamily="34" charset="-122"/>
                <a:cs typeface="Segoe UI" pitchFamily="34" charset="-120"/>
              </a:rPr>
              <a:t>Yellow bg</a:t>
            </a:r>
            <a:pPr algn="l" indent="0" marL="0">
              <a:lnSpc>
                <a:spcPct val="130000"/>
              </a:lnSpc>
              <a:buNone/>
            </a:pPr>
            <a:endParaRPr lang="en-US" sz="2175" dirty="0"/>
          </a:p>
          <a:p>
            <a:pPr algn="l" indent="0" marL="0">
              <a:lnSpc>
                <a:spcPct val="130000"/>
              </a:lnSpc>
              <a:buNone/>
            </a:pPr>
            <a:r>
              <a:rPr lang="en-US" sz="2175" dirty="0">
                <a:solidFill>
                  <a:srgbClr val="333333"/>
                </a:solidFill>
                <a:latin typeface="Segoe UI" pitchFamily="34" charset="0"/>
                <a:ea typeface="Segoe UI" pitchFamily="34" charset="-122"/>
                <a:cs typeface="Segoe UI" pitchFamily="34" charset="-120"/>
              </a:rPr>
              <a:t>Dark text</a:t>
            </a:r>
            <a:endParaRPr lang="en-US" sz="2175" dirty="0"/>
          </a:p>
        </p:txBody>
      </p:sp>
      <p:sp>
        <p:nvSpPr>
          <p:cNvPr id="7" name="Text 5"/>
          <p:cNvSpPr/>
          <p:nvPr/>
        </p:nvSpPr>
        <p:spPr>
          <a:xfrm>
            <a:off x="4338638" y="3885754"/>
            <a:ext cx="3514725" cy="1057275"/>
          </a:xfrm>
          <a:prstGeom prst="roundRect">
            <a:avLst>
              <a:gd name="adj" fmla="val 9350"/>
            </a:avLst>
          </a:prstGeom>
          <a:solidFill>
            <a:srgbClr val="9C27B0"/>
          </a:solidFill>
          <a:ln/>
        </p:spPr>
        <p:txBody>
          <a:bodyPr wrap="square" lIns="0" tIns="0" rIns="0" bIns="0" rtlCol="0" anchor="t"/>
          <a:lstStyle/>
          <a:p>
            <a:pPr algn="l" indent="0" marL="0">
              <a:lnSpc>
                <a:spcPct val="130000"/>
              </a:lnSpc>
              <a:buNone/>
            </a:pPr>
            <a:r>
              <a:rPr lang="en-US" sz="2175" dirty="0">
                <a:solidFill>
                  <a:srgbClr val="FFFFFF"/>
                </a:solidFill>
                <a:latin typeface="Segoe UI" pitchFamily="34" charset="0"/>
                <a:ea typeface="Segoe UI" pitchFamily="34" charset="-122"/>
                <a:cs typeface="Segoe UI" pitchFamily="34" charset="-120"/>
              </a:rPr>
              <a:t>Purple bg</a:t>
            </a:r>
            <a:pPr algn="l" indent="0" marL="0">
              <a:lnSpc>
                <a:spcPct val="130000"/>
              </a:lnSpc>
              <a:buNone/>
            </a:pPr>
            <a:endParaRPr lang="en-US" sz="2175" dirty="0"/>
          </a:p>
          <a:p>
            <a:pPr algn="l" indent="0" marL="0">
              <a:lnSpc>
                <a:spcPct val="130000"/>
              </a:lnSpc>
              <a:buNone/>
            </a:pPr>
            <a:r>
              <a:rPr lang="en-US" sz="2175" dirty="0">
                <a:solidFill>
                  <a:srgbClr val="FFFFFF"/>
                </a:solidFill>
                <a:latin typeface="Segoe UI" pitchFamily="34" charset="0"/>
                <a:ea typeface="Segoe UI" pitchFamily="34" charset="-122"/>
                <a:cs typeface="Segoe UI" pitchFamily="34" charset="-120"/>
              </a:rPr>
              <a:t>White text</a:t>
            </a:r>
            <a:endParaRPr lang="en-US" sz="2175" dirty="0"/>
          </a:p>
        </p:txBody>
      </p:sp>
      <p:sp>
        <p:nvSpPr>
          <p:cNvPr id="8" name="Text 6"/>
          <p:cNvSpPr/>
          <p:nvPr/>
        </p:nvSpPr>
        <p:spPr>
          <a:xfrm>
            <a:off x="7929563" y="3885754"/>
            <a:ext cx="3514725" cy="1057275"/>
          </a:xfrm>
          <a:prstGeom prst="roundRect">
            <a:avLst>
              <a:gd name="adj" fmla="val 9350"/>
            </a:avLst>
          </a:prstGeom>
          <a:solidFill>
            <a:srgbClr val="FF5722"/>
          </a:solidFill>
          <a:ln/>
        </p:spPr>
        <p:txBody>
          <a:bodyPr wrap="square" lIns="0" tIns="0" rIns="0" bIns="0" rtlCol="0" anchor="t"/>
          <a:lstStyle/>
          <a:p>
            <a:pPr algn="l" indent="0" marL="0">
              <a:lnSpc>
                <a:spcPct val="130000"/>
              </a:lnSpc>
              <a:buNone/>
            </a:pPr>
            <a:r>
              <a:rPr lang="en-US" sz="2175" dirty="0">
                <a:solidFill>
                  <a:srgbClr val="FFFFFF"/>
                </a:solidFill>
                <a:latin typeface="Segoe UI" pitchFamily="34" charset="0"/>
                <a:ea typeface="Segoe UI" pitchFamily="34" charset="-122"/>
                <a:cs typeface="Segoe UI" pitchFamily="34" charset="-120"/>
              </a:rPr>
              <a:t>Orange bg</a:t>
            </a:r>
            <a:pPr algn="l" indent="0" marL="0">
              <a:lnSpc>
                <a:spcPct val="130000"/>
              </a:lnSpc>
              <a:buNone/>
            </a:pPr>
            <a:endParaRPr lang="en-US" sz="2175" dirty="0"/>
          </a:p>
          <a:p>
            <a:pPr algn="l" indent="0" marL="0">
              <a:lnSpc>
                <a:spcPct val="130000"/>
              </a:lnSpc>
              <a:buNone/>
            </a:pPr>
            <a:r>
              <a:rPr lang="en-US" sz="2175" dirty="0">
                <a:solidFill>
                  <a:srgbClr val="FFFFFF"/>
                </a:solidFill>
                <a:latin typeface="Segoe UI" pitchFamily="34" charset="0"/>
                <a:ea typeface="Segoe UI" pitchFamily="34" charset="-122"/>
                <a:cs typeface="Segoe UI" pitchFamily="34" charset="-120"/>
              </a:rPr>
              <a:t>White text</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938308"/>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31: SVG shapes (embedded SVG)</a:t>
            </a:r>
            <a:endParaRPr lang="en-US" sz="3480" dirty="0"/>
          </a:p>
        </p:txBody>
      </p:sp>
      <p:sp>
        <p:nvSpPr>
          <p:cNvPr id="3" name="Text 1"/>
          <p:cNvSpPr/>
          <p:nvPr/>
        </p:nvSpPr>
        <p:spPr>
          <a:xfrm>
            <a:off x="747713" y="2761804"/>
            <a:ext cx="11231404"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An SVG is embedded below:</a:t>
            </a:r>
            <a:endParaRPr lang="en-US" sz="2175"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7713" y="3397597"/>
            <a:ext cx="1905000" cy="952500"/>
          </a:xfrm>
          <a:prstGeom prst="rect">
            <a:avLst/>
          </a:prstGeom>
        </p:spPr>
      </p:pic>
      <p:sp>
        <p:nvSpPr>
          <p:cNvPr id="5" name="Text 2"/>
          <p:cNvSpPr/>
          <p:nvPr/>
        </p:nvSpPr>
        <p:spPr>
          <a:xfrm>
            <a:off x="747713" y="4381054"/>
            <a:ext cx="11231404"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Verify the SVG is correctly converted as an image.</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692468"/>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32: Header + all-elements compound test (final check)</a:t>
            </a:r>
            <a:endParaRPr lang="en-US" sz="3480" dirty="0"/>
          </a:p>
        </p:txBody>
      </p:sp>
      <p:sp>
        <p:nvSpPr>
          <p:cNvPr id="3" name="Text 1"/>
          <p:cNvSpPr/>
          <p:nvPr/>
        </p:nvSpPr>
        <p:spPr>
          <a:xfrm>
            <a:off x="747713" y="2168783"/>
            <a:ext cx="11291888" cy="556468"/>
          </a:xfrm>
          <a:prstGeom prst="rect">
            <a:avLst/>
          </a:prstGeom>
          <a:noFill/>
          <a:ln/>
        </p:spPr>
        <p:txBody>
          <a:bodyPr wrap="square" lIns="0" tIns="0" rIns="0" bIns="107728" rtlCol="0" anchor="t"/>
          <a:lstStyle/>
          <a:p>
            <a:pPr algn="l" indent="0" marL="0">
              <a:lnSpc>
                <a:spcPct val="109000"/>
              </a:lnSpc>
              <a:buNone/>
            </a:pPr>
            <a:r>
              <a:rPr lang="en-US" sz="2828" b="1" dirty="0">
                <a:solidFill>
                  <a:srgbClr val="1F2328"/>
                </a:solidFill>
                <a:latin typeface="Segoe UI" pitchFamily="34" charset="0"/>
                <a:ea typeface="Segoe UI" pitchFamily="34" charset="-122"/>
                <a:cs typeface="Segoe UI" pitchFamily="34" charset="-120"/>
              </a:rPr>
              <a:t>Heading H2 </a:t>
            </a:r>
            <a:pPr algn="l" indent="0" marL="0">
              <a:lnSpc>
                <a:spcPct val="109000"/>
              </a:lnSpc>
              <a:buNone/>
            </a:pPr>
            <a:r>
              <a:rPr lang="en-US" sz="2828" b="1" dirty="0">
                <a:solidFill>
                  <a:srgbClr val="1F2328"/>
                </a:solidFill>
                <a:latin typeface="Segoe UI" pitchFamily="34" charset="0"/>
                <a:ea typeface="Segoe UI" pitchFamily="34" charset="-122"/>
                <a:cs typeface="Segoe UI" pitchFamily="34" charset="-120"/>
              </a:rPr>
              <a:t>✅</a:t>
            </a:r>
            <a:endParaRPr lang="en-US" sz="2828" dirty="0"/>
          </a:p>
        </p:txBody>
      </p:sp>
      <p:sp>
        <p:nvSpPr>
          <p:cNvPr id="4" name="Text 2"/>
          <p:cNvSpPr/>
          <p:nvPr/>
        </p:nvSpPr>
        <p:spPr>
          <a:xfrm>
            <a:off x="747713" y="2853482"/>
            <a:ext cx="11231404" cy="428476"/>
          </a:xfrm>
          <a:prstGeom prst="rect">
            <a:avLst/>
          </a:prstGeom>
          <a:noFill/>
          <a:ln/>
        </p:spPr>
        <p:txBody>
          <a:bodyPr wrap="square" lIns="0" tIns="0" rIns="0" bIns="0" rtlCol="0" anchor="t"/>
          <a:lstStyle/>
          <a:p>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Bold</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a:t>
            </a:r>
            <a:pPr algn="l" indent="0" marL="0">
              <a:lnSpc>
                <a:spcPct val="130000"/>
              </a:lnSpc>
              <a:buNone/>
            </a:pPr>
            <a:r>
              <a:rPr lang="en-US" sz="2175" i="1" dirty="0">
                <a:solidFill>
                  <a:srgbClr val="1F2328"/>
                </a:solidFill>
                <a:latin typeface="Segoe UI" pitchFamily="34" charset="0"/>
                <a:ea typeface="Segoe UI" pitchFamily="34" charset="-122"/>
                <a:cs typeface="Segoe UI" pitchFamily="34" charset="-120"/>
              </a:rPr>
              <a:t>Italic</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a:t>
            </a:r>
            <a:pPr algn="l" indent="0" marL="0">
              <a:lnSpc>
                <a:spcPct val="13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code</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a:t>
            </a:r>
            <a:pPr algn="l" indent="0" marL="0">
              <a:lnSpc>
                <a:spcPct val="130000"/>
              </a:lnSpc>
              <a:buNone/>
            </a:pPr>
            <a:r>
              <a:rPr lang="en-US" sz="2175" strike="sngStrike" dirty="0">
                <a:solidFill>
                  <a:srgbClr val="1F2328"/>
                </a:solidFill>
                <a:latin typeface="Segoe UI" pitchFamily="34" charset="0"/>
                <a:ea typeface="Segoe UI" pitchFamily="34" charset="-122"/>
                <a:cs typeface="Segoe UI" pitchFamily="34" charset="-120"/>
              </a:rPr>
              <a:t>strikethrough</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a:t>
            </a:r>
            <a:pPr algn="l" indent="0" marL="0">
              <a:lnSpc>
                <a:spcPct val="130000"/>
              </a:lnSpc>
              <a:buNone/>
            </a:pPr>
            <a:r>
              <a:rPr lang="en-US" sz="2175" u="sng" dirty="0">
                <a:solidFill>
                  <a:srgbClr val="0969DA"/>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Link</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Emoji</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5" name="Shape 3"/>
          <p:cNvSpPr/>
          <p:nvPr/>
        </p:nvSpPr>
        <p:spPr>
          <a:xfrm>
            <a:off x="747713" y="3503414"/>
            <a:ext cx="5291138" cy="3294459"/>
          </a:xfrm>
          <a:prstGeom prst="roundRect">
            <a:avLst>
              <a:gd name="adj" fmla="val 1284"/>
            </a:avLst>
          </a:prstGeom>
          <a:ln w="9525">
            <a:solidFill>
              <a:srgbClr val="CCCCCC"/>
            </a:solidFill>
            <a:prstDash val="solid"/>
          </a:ln>
        </p:spPr>
      </p:sp>
      <p:sp>
        <p:nvSpPr>
          <p:cNvPr id="6" name="Text 4"/>
          <p:cNvSpPr/>
          <p:nvPr/>
        </p:nvSpPr>
        <p:spPr>
          <a:xfrm>
            <a:off x="871538" y="3817858"/>
            <a:ext cx="5295662" cy="379809"/>
          </a:xfrm>
          <a:prstGeom prst="rect">
            <a:avLst/>
          </a:prstGeom>
          <a:noFill/>
          <a:ln/>
        </p:spPr>
        <p:txBody>
          <a:bodyPr wrap="square" lIns="0" tIns="0" rIns="0" bIns="0" rtlCol="0" anchor="t"/>
          <a:lstStyle/>
          <a:p>
            <a:pPr algn="l" indent="0" marL="0">
              <a:lnSpc>
                <a:spcPct val="109000"/>
              </a:lnSpc>
              <a:buNone/>
            </a:pPr>
            <a:r>
              <a:rPr lang="en-US" sz="2392" b="1" dirty="0">
                <a:solidFill>
                  <a:srgbClr val="1F2328"/>
                </a:solidFill>
                <a:latin typeface="Segoe UI" pitchFamily="34" charset="0"/>
                <a:ea typeface="Segoe UI" pitchFamily="34" charset="-122"/>
                <a:cs typeface="Segoe UI" pitchFamily="34" charset="-120"/>
              </a:rPr>
              <a:t>Left card </a:t>
            </a:r>
            <a:pPr algn="l" indent="0" marL="0">
              <a:lnSpc>
                <a:spcPct val="109000"/>
              </a:lnSpc>
              <a:buNone/>
            </a:pPr>
            <a:r>
              <a:rPr lang="en-US" sz="2392" b="1" dirty="0">
                <a:solidFill>
                  <a:srgbClr val="1F2328"/>
                </a:solidFill>
                <a:latin typeface="Segoe UI" pitchFamily="34" charset="0"/>
                <a:ea typeface="Segoe UI" pitchFamily="34" charset="-122"/>
                <a:cs typeface="Segoe UI" pitchFamily="34" charset="-120"/>
              </a:rPr>
              <a:t>🔷</a:t>
            </a:r>
            <a:endParaRPr lang="en-US" sz="2392" dirty="0"/>
          </a:p>
        </p:txBody>
      </p:sp>
      <p:sp>
        <p:nvSpPr>
          <p:cNvPr id="7" name="Text 5"/>
          <p:cNvSpPr/>
          <p:nvPr/>
        </p:nvSpPr>
        <p:spPr>
          <a:xfrm>
            <a:off x="871538" y="4318992"/>
            <a:ext cx="5043488" cy="1450181"/>
          </a:xfrm>
          <a:prstGeom prst="rect">
            <a:avLst/>
          </a:prstGeom>
          <a:noFill/>
          <a:ln/>
        </p:spPr>
        <p:txBody>
          <a:bodyPr wrap="square" lIns="0" tIns="0" rIns="0" bIns="0" rtlCol="0" anchor="t"/>
          <a:lstStyle/>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Item A </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Item B </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t>
            </a:r>
            <a:endParaRPr lang="en-US" sz="2175" dirty="0"/>
          </a:p>
          <a:p>
            <a:pPr algn="l" marL="342900" indent="-342900">
              <a:lnSpc>
                <a:spcPct val="125000"/>
              </a:lnSpc>
              <a:buSzPct val="100000"/>
              <a:buChar char="•"/>
            </a:pPr>
            <a:r>
              <a:rPr lang="en-US" sz="2175" b="1" dirty="0">
                <a:solidFill>
                  <a:srgbClr val="1F2328"/>
                </a:solidFill>
                <a:latin typeface="Segoe UI" pitchFamily="34" charset="0"/>
                <a:ea typeface="Segoe UI" pitchFamily="34" charset="-122"/>
                <a:cs typeface="Segoe UI" pitchFamily="34" charset="-120"/>
              </a:rPr>
              <a:t>Bold item</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 C</a:t>
            </a:r>
            <a:endParaRPr lang="en-US" sz="2175" dirty="0"/>
          </a:p>
        </p:txBody>
      </p:sp>
      <p:sp>
        <p:nvSpPr>
          <p:cNvPr id="8" name="Text 6"/>
          <p:cNvSpPr/>
          <p:nvPr/>
        </p:nvSpPr>
        <p:spPr>
          <a:xfrm>
            <a:off x="871538" y="5921573"/>
            <a:ext cx="5043488" cy="600075"/>
          </a:xfrm>
          <a:prstGeom prst="rect">
            <a:avLst/>
          </a:prstGeom>
          <a:solidFill>
            <a:srgbClr val="F6F8FA"/>
          </a:solidFill>
          <a:ln/>
        </p:spPr>
        <p:txBody>
          <a:bodyPr wrap="none" lIns="0" tIns="0" rIns="0" bIns="0" rtlCol="0" anchor="t"/>
          <a:lstStyle/>
          <a:p>
            <a:pPr indent="0" marL="0">
              <a:buNone/>
            </a:pPr>
            <a:r>
              <a:rPr lang="en-US" sz="1011" dirty="0">
                <a:solidFill>
                  <a:srgbClr val="CF222E"/>
                </a:solidFill>
                <a:latin typeface="Consolas" pitchFamily="34" charset="0"/>
                <a:ea typeface="Consolas" pitchFamily="34" charset="-122"/>
                <a:cs typeface="Consolas" pitchFamily="34" charset="-120"/>
              </a:rPr>
              <a:t>const</a:t>
            </a:r>
            <a:pPr indent="0" marL="0">
              <a:buNone/>
            </a:pPr>
            <a:r>
              <a:rPr lang="en-US" sz="1011" dirty="0">
                <a:solidFill>
                  <a:srgbClr val="1F2328"/>
                </a:solidFill>
                <a:latin typeface="Consolas" pitchFamily="34" charset="0"/>
                <a:ea typeface="Consolas" pitchFamily="34" charset="-122"/>
                <a:cs typeface="Consolas" pitchFamily="34" charset="-120"/>
              </a:rPr>
              <a:t> x = </a:t>
            </a:r>
            <a:pPr indent="0" marL="0">
              <a:buNone/>
            </a:pPr>
            <a:r>
              <a:rPr lang="en-US" sz="1011" dirty="0">
                <a:solidFill>
                  <a:srgbClr val="0550AE"/>
                </a:solidFill>
                <a:latin typeface="Consolas" pitchFamily="34" charset="0"/>
                <a:ea typeface="Consolas" pitchFamily="34" charset="-122"/>
                <a:cs typeface="Consolas" pitchFamily="34" charset="-120"/>
              </a:rPr>
              <a:t>1</a:t>
            </a:r>
            <a:pPr indent="0" marL="0">
              <a:buNone/>
            </a:pPr>
            <a:endParaRPr lang="en-US" sz="1011"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153150" y="3503414"/>
          <a:ext cx="1884908" cy="914400"/>
        </p:xfrm>
        <a:graphic>
          <a:graphicData uri="http://schemas.openxmlformats.org/drawingml/2006/table">
            <a:tbl>
              <a:tblPr/>
              <a:tblGrid>
                <a:gridCol w="990124"/>
                <a:gridCol w="980123"/>
              </a:tblGrid>
              <a:tr h="0">
                <a:tc>
                  <a:txBody>
                    <a:bodyPr/>
                    <a:lstStyle/>
                    <a:p>
                      <a:pPr algn="l" indent="0" marL="0">
                        <a:buNone/>
                      </a:pPr>
                      <a:r>
                        <a:rPr lang="en-US" sz="2175" b="1" dirty="0">
                          <a:solidFill>
                            <a:srgbClr val="1F2328"/>
                          </a:solidFill>
                          <a:latin typeface="Segoe UI" pitchFamily="34" charset="0"/>
                          <a:ea typeface="Segoe UI" pitchFamily="34" charset="-122"/>
                          <a:cs typeface="Segoe UI" pitchFamily="34" charset="-120"/>
                        </a:rPr>
                        <a:t>Col A</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r" indent="0" marL="0">
                        <a:buNone/>
                      </a:pPr>
                      <a:r>
                        <a:rPr lang="en-US" sz="2175" b="1" dirty="0">
                          <a:solidFill>
                            <a:srgbClr val="1F2328"/>
                          </a:solidFill>
                          <a:latin typeface="Segoe UI" pitchFamily="34" charset="0"/>
                          <a:ea typeface="Segoe UI" pitchFamily="34" charset="-122"/>
                          <a:cs typeface="Segoe UI" pitchFamily="34" charset="-120"/>
                        </a:rPr>
                        <a:t>Col B</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Val 1</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r" indent="0" marL="0">
                        <a:buNone/>
                      </a:pPr>
                      <a:r>
                        <a:rPr lang="en-US" sz="2175" dirty="0">
                          <a:solidFill>
                            <a:srgbClr val="1F2328"/>
                          </a:solidFill>
                          <a:latin typeface="Segoe UI" pitchFamily="34" charset="0"/>
                          <a:ea typeface="Segoe UI" pitchFamily="34" charset="-122"/>
                          <a:cs typeface="Segoe UI" pitchFamily="34" charset="-120"/>
                        </a:rPr>
                        <a:t>100</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Val 2</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r" indent="0" marL="0">
                        <a:buNone/>
                      </a:pPr>
                      <a:r>
                        <a:rPr lang="en-US" sz="2175" dirty="0">
                          <a:solidFill>
                            <a:srgbClr val="1F2328"/>
                          </a:solidFill>
                          <a:latin typeface="Segoe UI" pitchFamily="34" charset="0"/>
                          <a:ea typeface="Segoe UI" pitchFamily="34" charset="-122"/>
                          <a:cs typeface="Segoe UI" pitchFamily="34" charset="-120"/>
                        </a:rPr>
                        <a:t>200</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bl>
          </a:graphicData>
        </a:graphic>
      </p:graphicFrame>
      <p:sp>
        <p:nvSpPr>
          <p:cNvPr id="10" name="Shape 7"/>
          <p:cNvSpPr/>
          <p:nvPr/>
        </p:nvSpPr>
        <p:spPr>
          <a:xfrm>
            <a:off x="6153150" y="5279827"/>
            <a:ext cx="66675" cy="414338"/>
          </a:xfrm>
          <a:prstGeom prst="rect">
            <a:avLst/>
          </a:prstGeom>
          <a:solidFill>
            <a:srgbClr val="D1D9E0"/>
          </a:solidFill>
          <a:ln/>
        </p:spPr>
      </p:sp>
      <p:sp>
        <p:nvSpPr>
          <p:cNvPr id="11" name="Text 8"/>
          <p:cNvSpPr/>
          <p:nvPr/>
        </p:nvSpPr>
        <p:spPr>
          <a:xfrm>
            <a:off x="6219825" y="5279827"/>
            <a:ext cx="5224462" cy="414338"/>
          </a:xfrm>
          <a:prstGeom prst="rect">
            <a:avLst/>
          </a:prstGeom>
          <a:noFill/>
          <a:ln/>
        </p:spPr>
        <p:txBody>
          <a:bodyPr wrap="square" lIns="276225" tIns="0" rIns="276225" bIns="0" rtlCol="0" anchor="t"/>
          <a:lstStyle/>
          <a:p>
            <a:pPr algn="l" indent="0" marL="0">
              <a:lnSpc>
                <a:spcPct val="130000"/>
              </a:lnSpc>
              <a:buNone/>
            </a:pPr>
            <a:r>
              <a:rPr lang="en-US" sz="2175" dirty="0">
                <a:solidFill>
                  <a:srgbClr val="59636E"/>
                </a:solidFill>
                <a:latin typeface="Segoe UI" pitchFamily="34" charset="0"/>
                <a:ea typeface="Segoe UI" pitchFamily="34" charset="-122"/>
                <a:cs typeface="Segoe UI" pitchFamily="34" charset="-120"/>
              </a:rPr>
              <a:t>Blockquote text</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692468"/>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33: </a:t>
            </a:r>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a:t>
            </a:r>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 Emoji between text (tight list) ← Important bug verification</a:t>
            </a:r>
            <a:endParaRPr lang="en-US" sz="3480" dirty="0"/>
          </a:p>
        </p:txBody>
      </p:sp>
      <p:sp>
        <p:nvSpPr>
          <p:cNvPr id="3" name="Text 1"/>
          <p:cNvSpPr/>
          <p:nvPr/>
        </p:nvSpPr>
        <p:spPr>
          <a:xfrm>
            <a:off x="747713" y="2068413"/>
            <a:ext cx="11231404"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Alpha beta gamma delta</a:t>
            </a:r>
            <a:endParaRPr lang="en-US" sz="2175" dirty="0"/>
          </a:p>
        </p:txBody>
      </p:sp>
      <p:sp>
        <p:nvSpPr>
          <p:cNvPr id="4" name="Text 2"/>
          <p:cNvSpPr/>
          <p:nvPr/>
        </p:nvSpPr>
        <p:spPr>
          <a:xfrm>
            <a:off x="747713" y="2635151"/>
            <a:ext cx="10696575" cy="2347913"/>
          </a:xfrm>
          <a:prstGeom prst="rect">
            <a:avLst/>
          </a:prstGeom>
          <a:noFill/>
          <a:ln/>
        </p:spPr>
        <p:txBody>
          <a:bodyPr wrap="square" lIns="0" tIns="0" rIns="0" bIns="0" rtlCol="0" anchor="t"/>
          <a:lstStyle/>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Item chain test: "Item-A</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Item-B</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Item-C</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Item-D</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Item-E</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Item-F</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Item-G</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Item-H</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Item-I</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Item-J</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Item-K"</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Zeta eta theta description item</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B</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C (tight list, direct img)</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Flow A </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 Flow B </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 Flow C</a:t>
            </a:r>
            <a:endParaRPr lang="en-US" sz="2175" dirty="0"/>
          </a:p>
        </p:txBody>
      </p:sp>
      <p:sp>
        <p:nvSpPr>
          <p:cNvPr id="5" name="Text 3"/>
          <p:cNvSpPr/>
          <p:nvPr/>
        </p:nvSpPr>
        <p:spPr>
          <a:xfrm>
            <a:off x="747713" y="5066407"/>
            <a:ext cx="10696575" cy="1547813"/>
          </a:xfrm>
          <a:prstGeom prst="rect">
            <a:avLst/>
          </a:prstGeom>
          <a:noFill/>
          <a:ln/>
        </p:spPr>
        <p:txBody>
          <a:bodyPr wrap="square" lIns="0" tIns="0" rIns="0" bIns="0" rtlCol="0" anchor="t"/>
          <a:lstStyle/>
          <a:p>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Also verify outside bullet lists:</a:t>
            </a:r>
            <a:pPr algn="l" indent="0" marL="0">
              <a:lnSpc>
                <a:spcPct val="130000"/>
              </a:lnSpc>
              <a:buNone/>
            </a:pPr>
            <a:endParaRPr lang="en-US" sz="2175" dirty="0"/>
          </a:p>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Text</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Text</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Text (no spaces before/after)</a:t>
            </a:r>
            <a:pPr algn="l" indent="0" marL="0">
              <a:lnSpc>
                <a:spcPct val="130000"/>
              </a:lnSpc>
              <a:buNone/>
            </a:pPr>
            <a:endParaRPr lang="en-US" sz="2175" dirty="0"/>
          </a:p>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Previous text </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Next text (with spaces)</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692468"/>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34: Inline badges (border-radius rounded) ← Important bug verification</a:t>
            </a:r>
            <a:endParaRPr lang="en-US" sz="3480" dirty="0"/>
          </a:p>
        </p:txBody>
      </p:sp>
      <p:sp>
        <p:nvSpPr>
          <p:cNvPr id="3" name="Text 1"/>
          <p:cNvSpPr/>
          <p:nvPr/>
        </p:nvSpPr>
        <p:spPr>
          <a:xfrm>
            <a:off x="747713" y="2068413"/>
            <a:ext cx="11231404" cy="414338"/>
          </a:xfrm>
          <a:prstGeom prst="rect">
            <a:avLst/>
          </a:prstGeom>
          <a:noFill/>
          <a:ln/>
        </p:spPr>
        <p:txBody>
          <a:bodyPr wrap="square" lIns="0" tIns="0" rIns="0" bIns="0" rtlCol="0" anchor="t"/>
          <a:lstStyle/>
          <a:p>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Status badges (span with rounded background):</a:t>
            </a:r>
            <a:endParaRPr lang="en-US" sz="2175" dirty="0"/>
          </a:p>
        </p:txBody>
      </p:sp>
      <p:sp>
        <p:nvSpPr>
          <p:cNvPr id="4" name="Text 2"/>
          <p:cNvSpPr/>
          <p:nvPr/>
        </p:nvSpPr>
        <p:spPr>
          <a:xfrm>
            <a:off x="2749302" y="2751832"/>
            <a:ext cx="1103561" cy="352425"/>
          </a:xfrm>
          <a:prstGeom prst="roundRect">
            <a:avLst>
              <a:gd name="adj" fmla="val 129730"/>
            </a:avLst>
          </a:prstGeom>
          <a:solidFill>
            <a:srgbClr val="E53E3E"/>
          </a:solidFill>
          <a:ln/>
        </p:spPr>
        <p:txBody>
          <a:bodyPr wrap="square" lIns="0" tIns="0" rIns="0" bIns="0" rtlCol="0" anchor="ctr"/>
          <a:lstStyle/>
          <a:p>
            <a:pPr algn="ctr" indent="0" marL="0">
              <a:lnSpc>
                <a:spcPct val="100000"/>
              </a:lnSpc>
              <a:buNone/>
            </a:pPr>
            <a:r>
              <a:rPr lang="en-US" sz="1849" dirty="0">
                <a:solidFill>
                  <a:srgbClr val="FFFFFF"/>
                </a:solidFill>
                <a:latin typeface="Segoe UI" pitchFamily="34" charset="0"/>
                <a:ea typeface="Segoe UI" pitchFamily="34" charset="-122"/>
                <a:cs typeface="Segoe UI" pitchFamily="34" charset="-120"/>
              </a:rPr>
              <a:t>Status-A</a:t>
            </a:r>
            <a:endParaRPr lang="en-US" sz="1849" dirty="0"/>
          </a:p>
        </p:txBody>
      </p:sp>
      <p:sp>
        <p:nvSpPr>
          <p:cNvPr id="5" name="Text 3"/>
          <p:cNvSpPr/>
          <p:nvPr/>
        </p:nvSpPr>
        <p:spPr>
          <a:xfrm>
            <a:off x="2129135" y="3166170"/>
            <a:ext cx="1106091" cy="352425"/>
          </a:xfrm>
          <a:prstGeom prst="roundRect">
            <a:avLst>
              <a:gd name="adj" fmla="val 129730"/>
            </a:avLst>
          </a:prstGeom>
          <a:solidFill>
            <a:srgbClr val="3182CE"/>
          </a:solidFill>
          <a:ln/>
        </p:spPr>
        <p:txBody>
          <a:bodyPr wrap="square" lIns="0" tIns="0" rIns="0" bIns="0" rtlCol="0" anchor="ctr"/>
          <a:lstStyle/>
          <a:p>
            <a:pPr algn="ctr" indent="0" marL="0">
              <a:lnSpc>
                <a:spcPct val="100000"/>
              </a:lnSpc>
              <a:buNone/>
            </a:pPr>
            <a:r>
              <a:rPr lang="en-US" sz="1849" dirty="0">
                <a:solidFill>
                  <a:srgbClr val="FFFFFF"/>
                </a:solidFill>
                <a:latin typeface="Segoe UI" pitchFamily="34" charset="0"/>
                <a:ea typeface="Segoe UI" pitchFamily="34" charset="-122"/>
                <a:cs typeface="Segoe UI" pitchFamily="34" charset="-120"/>
              </a:rPr>
              <a:t>Status-B</a:t>
            </a:r>
            <a:endParaRPr lang="en-US" sz="1849" dirty="0"/>
          </a:p>
        </p:txBody>
      </p:sp>
      <p:sp>
        <p:nvSpPr>
          <p:cNvPr id="6" name="Text 4"/>
          <p:cNvSpPr/>
          <p:nvPr/>
        </p:nvSpPr>
        <p:spPr>
          <a:xfrm>
            <a:off x="2146102" y="3580507"/>
            <a:ext cx="1432620" cy="352425"/>
          </a:xfrm>
          <a:prstGeom prst="roundRect">
            <a:avLst>
              <a:gd name="adj" fmla="val 129730"/>
            </a:avLst>
          </a:prstGeom>
          <a:solidFill>
            <a:srgbClr val="38A169"/>
          </a:solidFill>
          <a:ln/>
        </p:spPr>
        <p:txBody>
          <a:bodyPr wrap="square" lIns="0" tIns="0" rIns="0" bIns="0" rtlCol="0" anchor="ctr"/>
          <a:lstStyle/>
          <a:p>
            <a:pPr algn="ctr" indent="0" marL="0">
              <a:lnSpc>
                <a:spcPct val="100000"/>
              </a:lnSpc>
              <a:buNone/>
            </a:pPr>
            <a:r>
              <a:rPr lang="en-US" sz="1849" dirty="0">
                <a:solidFill>
                  <a:srgbClr val="FFFFFF"/>
                </a:solidFill>
                <a:latin typeface="Segoe UI" pitchFamily="34" charset="0"/>
                <a:ea typeface="Segoe UI" pitchFamily="34" charset="-122"/>
                <a:cs typeface="Segoe UI" pitchFamily="34" charset="-120"/>
              </a:rPr>
              <a:t>Status-C </a:t>
            </a:r>
            <a:pPr algn="ctr" indent="0" marL="0">
              <a:lnSpc>
                <a:spcPct val="100000"/>
              </a:lnSpc>
              <a:buNone/>
            </a:pPr>
            <a:r>
              <a:rPr lang="en-US" sz="1849" dirty="0">
                <a:solidFill>
                  <a:srgbClr val="FFFFFF"/>
                </a:solidFill>
                <a:latin typeface="Segoe UI" pitchFamily="34" charset="0"/>
                <a:ea typeface="Segoe UI" pitchFamily="34" charset="-122"/>
                <a:cs typeface="Segoe UI" pitchFamily="34" charset="-120"/>
              </a:rPr>
              <a:t>✅</a:t>
            </a:r>
            <a:endParaRPr lang="en-US" sz="1849" dirty="0"/>
          </a:p>
        </p:txBody>
      </p:sp>
      <p:sp>
        <p:nvSpPr>
          <p:cNvPr id="7" name="Text 5"/>
          <p:cNvSpPr/>
          <p:nvPr/>
        </p:nvSpPr>
        <p:spPr>
          <a:xfrm>
            <a:off x="747713" y="2635151"/>
            <a:ext cx="10696575" cy="1243013"/>
          </a:xfrm>
          <a:prstGeom prst="rect">
            <a:avLst/>
          </a:prstGeom>
          <a:noFill/>
          <a:ln/>
        </p:spPr>
        <p:txBody>
          <a:bodyPr wrap="square" lIns="0" tIns="0" rIns="0" bIns="0" rtlCol="0" anchor="t"/>
          <a:lstStyle/>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Current status: </a:t>
            </a:r>
            <a:pPr algn="l" indent="0" marL="0">
              <a:lnSpc>
                <a:spcPct val="125000"/>
              </a:lnSpc>
              <a:buNone/>
            </a:pPr>
            <a:endParaRPr lang="en-US" sz="2175" dirty="0"/>
          </a:p>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Next step: </a:t>
            </a:r>
            <a:pPr algn="l" indent="0" marL="0">
              <a:lnSpc>
                <a:spcPct val="125000"/>
              </a:lnSpc>
              <a:buNone/>
            </a:pPr>
            <a:endParaRPr lang="en-US" sz="2175" dirty="0"/>
          </a:p>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Complete: </a:t>
            </a:r>
            <a:endParaRPr lang="en-US" sz="2175" dirty="0"/>
          </a:p>
        </p:txBody>
      </p:sp>
      <p:sp>
        <p:nvSpPr>
          <p:cNvPr id="8" name="Text 6"/>
          <p:cNvSpPr/>
          <p:nvPr/>
        </p:nvSpPr>
        <p:spPr>
          <a:xfrm>
            <a:off x="747713" y="4030563"/>
            <a:ext cx="11231404" cy="414338"/>
          </a:xfrm>
          <a:prstGeom prst="rect">
            <a:avLst/>
          </a:prstGeom>
          <a:noFill/>
          <a:ln/>
        </p:spPr>
        <p:txBody>
          <a:bodyPr wrap="square" lIns="0" tIns="0" rIns="0" bIns="0" rtlCol="0" anchor="t"/>
          <a:lstStyle/>
          <a:p>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Labeled badges (center-aligned with display:inline-flex):</a:t>
            </a:r>
            <a:endParaRPr lang="en-US" sz="2175" dirty="0"/>
          </a:p>
        </p:txBody>
      </p:sp>
      <p:sp>
        <p:nvSpPr>
          <p:cNvPr id="9" name="Text 7"/>
          <p:cNvSpPr/>
          <p:nvPr/>
        </p:nvSpPr>
        <p:spPr>
          <a:xfrm>
            <a:off x="747713" y="4666357"/>
            <a:ext cx="1015157" cy="490538"/>
          </a:xfrm>
          <a:prstGeom prst="roundRect">
            <a:avLst>
              <a:gd name="adj" fmla="val 93204"/>
            </a:avLst>
          </a:prstGeom>
          <a:solidFill>
            <a:srgbClr val="C05621"/>
          </a:solidFill>
          <a:ln/>
        </p:spPr>
        <p:txBody>
          <a:bodyPr wrap="square" lIns="0" tIns="0" rIns="0" bIns="0" rtlCol="0" anchor="ctr"/>
          <a:lstStyle/>
          <a:p>
            <a:pPr algn="ctr" indent="0" marL="0">
              <a:lnSpc>
                <a:spcPct val="100000"/>
              </a:lnSpc>
              <a:buNone/>
            </a:pPr>
            <a:r>
              <a:rPr lang="en-US" sz="2175" b="1" dirty="0">
                <a:solidFill>
                  <a:srgbClr val="FFFFFF"/>
                </a:solidFill>
                <a:latin typeface="Segoe UI" pitchFamily="34" charset="0"/>
                <a:ea typeface="Segoe UI" pitchFamily="34" charset="-122"/>
                <a:cs typeface="Segoe UI" pitchFamily="34" charset="-120"/>
              </a:rPr>
              <a:t>LVL-H</a:t>
            </a:r>
            <a:endParaRPr lang="en-US" sz="2175" dirty="0"/>
          </a:p>
        </p:txBody>
      </p:sp>
      <p:sp>
        <p:nvSpPr>
          <p:cNvPr id="10" name="Text 8"/>
          <p:cNvSpPr/>
          <p:nvPr/>
        </p:nvSpPr>
        <p:spPr>
          <a:xfrm>
            <a:off x="1800969" y="4666357"/>
            <a:ext cx="1064270" cy="490538"/>
          </a:xfrm>
          <a:prstGeom prst="roundRect">
            <a:avLst>
              <a:gd name="adj" fmla="val 93204"/>
            </a:avLst>
          </a:prstGeom>
          <a:solidFill>
            <a:srgbClr val="DD6B20"/>
          </a:solidFill>
          <a:ln/>
        </p:spPr>
        <p:txBody>
          <a:bodyPr wrap="square" lIns="0" tIns="0" rIns="0" bIns="0" rtlCol="0" anchor="ctr"/>
          <a:lstStyle/>
          <a:p>
            <a:pPr algn="ctr" indent="0" marL="0">
              <a:lnSpc>
                <a:spcPct val="100000"/>
              </a:lnSpc>
              <a:buNone/>
            </a:pPr>
            <a:r>
              <a:rPr lang="en-US" sz="2175" b="1" dirty="0">
                <a:solidFill>
                  <a:srgbClr val="FFFFFF"/>
                </a:solidFill>
                <a:latin typeface="Segoe UI" pitchFamily="34" charset="0"/>
                <a:ea typeface="Segoe UI" pitchFamily="34" charset="-122"/>
                <a:cs typeface="Segoe UI" pitchFamily="34" charset="-120"/>
              </a:rPr>
              <a:t>LVL-M</a:t>
            </a:r>
            <a:endParaRPr lang="en-US" sz="2175" dirty="0"/>
          </a:p>
        </p:txBody>
      </p:sp>
      <p:sp>
        <p:nvSpPr>
          <p:cNvPr id="11" name="Text 9"/>
          <p:cNvSpPr/>
          <p:nvPr/>
        </p:nvSpPr>
        <p:spPr>
          <a:xfrm>
            <a:off x="2903339" y="4666357"/>
            <a:ext cx="959793" cy="490538"/>
          </a:xfrm>
          <a:prstGeom prst="roundRect">
            <a:avLst>
              <a:gd name="adj" fmla="val 93204"/>
            </a:avLst>
          </a:prstGeom>
          <a:solidFill>
            <a:srgbClr val="2F855A"/>
          </a:solidFill>
          <a:ln/>
        </p:spPr>
        <p:txBody>
          <a:bodyPr wrap="square" lIns="0" tIns="0" rIns="0" bIns="0" rtlCol="0" anchor="ctr"/>
          <a:lstStyle/>
          <a:p>
            <a:pPr algn="ctr" indent="0" marL="0">
              <a:lnSpc>
                <a:spcPct val="100000"/>
              </a:lnSpc>
              <a:buNone/>
            </a:pPr>
            <a:r>
              <a:rPr lang="en-US" sz="2175" b="1" dirty="0">
                <a:solidFill>
                  <a:srgbClr val="FFFFFF"/>
                </a:solidFill>
                <a:latin typeface="Segoe UI" pitchFamily="34" charset="0"/>
                <a:ea typeface="Segoe UI" pitchFamily="34" charset="-122"/>
                <a:cs typeface="Segoe UI" pitchFamily="34" charset="-120"/>
              </a:rPr>
              <a:t>LVL-L</a:t>
            </a:r>
            <a:endParaRPr lang="en-US" sz="2175" dirty="0"/>
          </a:p>
        </p:txBody>
      </p:sp>
      <p:sp>
        <p:nvSpPr>
          <p:cNvPr id="12" name="Text 10"/>
          <p:cNvSpPr/>
          <p:nvPr/>
        </p:nvSpPr>
        <p:spPr>
          <a:xfrm>
            <a:off x="747713" y="5240238"/>
            <a:ext cx="11231404" cy="414338"/>
          </a:xfrm>
          <a:prstGeom prst="rect">
            <a:avLst/>
          </a:prstGeom>
          <a:noFill/>
          <a:ln/>
        </p:spPr>
        <p:txBody>
          <a:bodyPr wrap="square" lIns="0" tIns="0" rIns="0" bIns="0" rtlCol="0" anchor="t"/>
          <a:lstStyle/>
          <a:p>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Circle badges (step numbers, perfect circle):</a:t>
            </a:r>
            <a:endParaRPr lang="en-US" sz="2175" dirty="0"/>
          </a:p>
        </p:txBody>
      </p:sp>
      <p:sp>
        <p:nvSpPr>
          <p:cNvPr id="13" name="Text 11"/>
          <p:cNvSpPr/>
          <p:nvPr/>
        </p:nvSpPr>
        <p:spPr>
          <a:xfrm>
            <a:off x="747713" y="5949851"/>
            <a:ext cx="266700" cy="266700"/>
          </a:xfrm>
          <a:prstGeom prst="roundRect">
            <a:avLst>
              <a:gd name="adj" fmla="val 171429"/>
            </a:avLst>
          </a:prstGeom>
          <a:solidFill>
            <a:srgbClr val="3182CE"/>
          </a:solidFill>
          <a:ln/>
        </p:spPr>
        <p:txBody>
          <a:bodyPr wrap="square" lIns="0" tIns="0" rIns="0" bIns="0" rtlCol="0" anchor="ctr"/>
          <a:lstStyle/>
          <a:p>
            <a:pPr algn="ctr" indent="0" marL="0">
              <a:lnSpc>
                <a:spcPct val="100000"/>
              </a:lnSpc>
              <a:buNone/>
            </a:pPr>
            <a:r>
              <a:rPr lang="en-US" sz="2175" b="1" dirty="0">
                <a:solidFill>
                  <a:srgbClr val="FFFFFF"/>
                </a:solidFill>
                <a:latin typeface="Segoe UI" pitchFamily="34" charset="0"/>
                <a:ea typeface="Segoe UI" pitchFamily="34" charset="-122"/>
                <a:cs typeface="Segoe UI" pitchFamily="34" charset="-120"/>
              </a:rPr>
              <a:t>1</a:t>
            </a:r>
            <a:endParaRPr lang="en-US" sz="2175" dirty="0"/>
          </a:p>
        </p:txBody>
      </p:sp>
      <p:sp>
        <p:nvSpPr>
          <p:cNvPr id="14" name="Shape 12"/>
          <p:cNvSpPr/>
          <p:nvPr/>
        </p:nvSpPr>
        <p:spPr>
          <a:xfrm>
            <a:off x="2039243" y="5949851"/>
            <a:ext cx="266700" cy="266700"/>
          </a:xfrm>
          <a:prstGeom prst="roundRect">
            <a:avLst>
              <a:gd name="adj" fmla="val 171429"/>
            </a:avLst>
          </a:prstGeom>
          <a:solidFill>
            <a:srgbClr val="3182CE"/>
          </a:solidFill>
          <a:ln/>
        </p:spPr>
      </p:sp>
      <p:sp>
        <p:nvSpPr>
          <p:cNvPr id="15" name="Shape 13"/>
          <p:cNvSpPr/>
          <p:nvPr/>
        </p:nvSpPr>
        <p:spPr>
          <a:xfrm>
            <a:off x="4511576" y="5918895"/>
            <a:ext cx="266700" cy="266700"/>
          </a:xfrm>
          <a:prstGeom prst="roundRect">
            <a:avLst>
              <a:gd name="adj" fmla="val 171429"/>
            </a:avLst>
          </a:prstGeom>
          <a:solidFill>
            <a:srgbClr val="38A169"/>
          </a:solidFill>
          <a:ln/>
        </p:spPr>
      </p:sp>
      <p:sp>
        <p:nvSpPr>
          <p:cNvPr id="16" name="Text 14"/>
          <p:cNvSpPr/>
          <p:nvPr/>
        </p:nvSpPr>
        <p:spPr>
          <a:xfrm>
            <a:off x="1014413" y="5806976"/>
            <a:ext cx="10951369"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Step-1 </a:t>
            </a:r>
            <a:pPr algn="l" indent="0" marL="0">
              <a:lnSpc>
                <a:spcPct val="130000"/>
              </a:lnSpc>
              <a:buNone/>
            </a:pPr>
            <a:r>
              <a:rPr lang="en-US" sz="2175" b="1" dirty="0">
                <a:solidFill>
                  <a:srgbClr val="FFFFFF"/>
                </a:solidFill>
                <a:latin typeface="Segoe UI" pitchFamily="34" charset="0"/>
                <a:ea typeface="Segoe UI" pitchFamily="34" charset="-122"/>
                <a:cs typeface="Segoe UI" pitchFamily="34" charset="-120"/>
              </a:rPr>
              <a:t>2</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Create </a:t>
            </a:r>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item</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file </a:t>
            </a:r>
            <a:pPr algn="l" indent="0" marL="0">
              <a:lnSpc>
                <a:spcPct val="130000"/>
              </a:lnSpc>
              <a:buNone/>
            </a:pPr>
            <a:r>
              <a:rPr lang="en-US" sz="2175" b="1" dirty="0">
                <a:solidFill>
                  <a:srgbClr val="FFFFFF"/>
                </a:solidFill>
                <a:latin typeface="Segoe UI" pitchFamily="34" charset="0"/>
                <a:ea typeface="Segoe UI" pitchFamily="34" charset="-122"/>
                <a:cs typeface="Segoe UI" pitchFamily="34" charset="-120"/>
              </a:rPr>
              <a:t>✅</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Check result</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7713" y="2264539"/>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35: Background image filter (![bg grayscale]) ← Important bug verification</a:t>
            </a:r>
            <a:endParaRPr lang="en-US" sz="3480" dirty="0"/>
          </a:p>
        </p:txBody>
      </p:sp>
      <p:sp>
        <p:nvSpPr>
          <p:cNvPr id="3" name="Text 1"/>
          <p:cNvSpPr/>
          <p:nvPr/>
        </p:nvSpPr>
        <p:spPr>
          <a:xfrm>
            <a:off x="747713" y="3640485"/>
            <a:ext cx="10696575" cy="828675"/>
          </a:xfrm>
          <a:prstGeom prst="rect">
            <a:avLst/>
          </a:prstGeom>
          <a:noFill/>
          <a:ln/>
        </p:spPr>
        <p:txBody>
          <a:bodyPr wrap="square" lIns="0" tIns="0" rIns="0" bIns="0" rtlCol="0" anchor="t"/>
          <a:lstStyle/>
          <a:p>
            <a:pPr algn="l" indent="0" marL="0">
              <a:lnSpc>
                <a:spcPct val="125000"/>
              </a:lnSpc>
              <a:buNone/>
            </a:pPr>
            <a:r>
              <a:rPr lang="en-US" sz="2175" b="1" dirty="0">
                <a:solidFill>
                  <a:srgbClr val="1F2328"/>
                </a:solidFill>
                <a:latin typeface="Segoe UI" pitchFamily="34" charset="0"/>
                <a:ea typeface="Segoe UI" pitchFamily="34" charset="-122"/>
                <a:cs typeface="Segoe UI" pitchFamily="34" charset="-120"/>
              </a:rPr>
              <a:t>This background uses _backgroundImage (CSS background-image).</a:t>
            </a:r>
            <a:pPr algn="l" indent="0" marL="0">
              <a:lnSpc>
                <a:spcPct val="125000"/>
              </a:lnSpc>
              <a:buNone/>
            </a:pPr>
            <a:endParaRPr lang="en-US" sz="2175" dirty="0"/>
          </a:p>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Background image test without filter. Verify that text is not displayed twice.</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852285"/>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36: SVG + Badge + Emoji compound test</a:t>
            </a:r>
            <a:endParaRPr lang="en-US" sz="3480" dirty="0"/>
          </a:p>
        </p:txBody>
      </p:sp>
      <p:sp>
        <p:nvSpPr>
          <p:cNvPr id="3" name="Text 1"/>
          <p:cNvSpPr/>
          <p:nvPr/>
        </p:nvSpPr>
        <p:spPr>
          <a:xfrm>
            <a:off x="747713" y="2675781"/>
            <a:ext cx="11231404" cy="414338"/>
          </a:xfrm>
          <a:prstGeom prst="rect">
            <a:avLst/>
          </a:prstGeom>
          <a:noFill/>
          <a:ln/>
        </p:spPr>
        <p:txBody>
          <a:bodyPr wrap="square" lIns="0" tIns="0" rIns="0" bIns="0" rtlCol="0" anchor="t"/>
          <a:lstStyle/>
          <a:p>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Flow </a:t>
            </a:r>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a:t>
            </a:r>
            <a:endParaRPr lang="en-US" sz="2175" dirty="0"/>
          </a:p>
        </p:txBody>
      </p:sp>
      <p:sp>
        <p:nvSpPr>
          <p:cNvPr id="4" name="Text 2"/>
          <p:cNvSpPr/>
          <p:nvPr/>
        </p:nvSpPr>
        <p:spPr>
          <a:xfrm>
            <a:off x="747713" y="3519190"/>
            <a:ext cx="381000" cy="381000"/>
          </a:xfrm>
          <a:prstGeom prst="rect">
            <a:avLst/>
          </a:prstGeom>
          <a:solidFill>
            <a:srgbClr val="6B46C1"/>
          </a:solidFill>
          <a:ln/>
        </p:spPr>
        <p:txBody>
          <a:bodyPr wrap="square" lIns="0" tIns="0" rIns="0" bIns="0" rtlCol="0" anchor="ctr"/>
          <a:lstStyle/>
          <a:p>
            <a:pPr algn="ctr" indent="0" marL="0">
              <a:lnSpc>
                <a:spcPct val="100000"/>
              </a:lnSpc>
              <a:buNone/>
            </a:pPr>
            <a:r>
              <a:rPr lang="en-US" sz="1740" dirty="0">
                <a:solidFill>
                  <a:srgbClr val="FFFFFF"/>
                </a:solidFill>
                <a:latin typeface="Segoe UI" pitchFamily="34" charset="0"/>
                <a:ea typeface="Segoe UI" pitchFamily="34" charset="-122"/>
                <a:cs typeface="Segoe UI" pitchFamily="34" charset="-120"/>
              </a:rPr>
              <a:t>Step-A</a:t>
            </a:r>
            <a:endParaRPr lang="en-US" sz="1740" dirty="0"/>
          </a:p>
        </p:txBody>
      </p:sp>
      <p:sp>
        <p:nvSpPr>
          <p:cNvPr id="5" name="Text 3"/>
          <p:cNvSpPr/>
          <p:nvPr/>
        </p:nvSpPr>
        <p:spPr>
          <a:xfrm>
            <a:off x="1128713" y="3328243"/>
            <a:ext cx="381000" cy="381000"/>
          </a:xfrm>
          <a:prstGeom prst="roundRect">
            <a:avLst>
              <a:gd name="adj" fmla="val 120000"/>
            </a:avLst>
          </a:prstGeom>
          <a:solidFill>
            <a:srgbClr val="38A169"/>
          </a:solidFill>
          <a:ln/>
        </p:spPr>
        <p:txBody>
          <a:bodyPr wrap="square" lIns="0" tIns="0" rIns="0" bIns="0" rtlCol="0" anchor="ctr"/>
          <a:lstStyle/>
          <a:p>
            <a:pPr algn="ctr" indent="0" marL="0">
              <a:lnSpc>
                <a:spcPct val="100000"/>
              </a:lnSpc>
              <a:buNone/>
            </a:pPr>
            <a:r>
              <a:rPr lang="en-US" sz="2175" dirty="0">
                <a:solidFill>
                  <a:srgbClr val="FFFFFF"/>
                </a:solidFill>
                <a:latin typeface="Segoe UI" pitchFamily="34" charset="0"/>
                <a:ea typeface="Segoe UI" pitchFamily="34" charset="-122"/>
                <a:cs typeface="Segoe UI" pitchFamily="34" charset="-120"/>
              </a:rPr>
              <a:t> ✓</a:t>
            </a:r>
            <a:endParaRPr lang="en-US" sz="2175" dirty="0"/>
          </a:p>
        </p:txBody>
      </p:sp>
      <p:sp>
        <p:nvSpPr>
          <p:cNvPr id="6" name="Text 4"/>
          <p:cNvSpPr/>
          <p:nvPr/>
        </p:nvSpPr>
        <p:spPr>
          <a:xfrm>
            <a:off x="2153245" y="4602659"/>
            <a:ext cx="999976" cy="323850"/>
          </a:xfrm>
          <a:prstGeom prst="roundRect">
            <a:avLst>
              <a:gd name="adj" fmla="val 132872"/>
            </a:avLst>
          </a:prstGeom>
          <a:solidFill>
            <a:srgbClr val="C05621"/>
          </a:solidFill>
          <a:ln/>
        </p:spPr>
        <p:txBody>
          <a:bodyPr wrap="square" lIns="0" tIns="0" rIns="0" bIns="0" rtlCol="0" anchor="ctr"/>
          <a:lstStyle/>
          <a:p>
            <a:pPr algn="ctr" indent="0" marL="0">
              <a:lnSpc>
                <a:spcPct val="100000"/>
              </a:lnSpc>
              <a:buNone/>
            </a:pPr>
            <a:r>
              <a:rPr lang="en-US" sz="1740" dirty="0">
                <a:solidFill>
                  <a:srgbClr val="FFFFFF"/>
                </a:solidFill>
                <a:latin typeface="Segoe UI" pitchFamily="34" charset="0"/>
                <a:ea typeface="Segoe UI" pitchFamily="34" charset="-122"/>
                <a:cs typeface="Segoe UI" pitchFamily="34" charset="-120"/>
              </a:rPr>
              <a:t>Status-X</a:t>
            </a:r>
            <a:endParaRPr lang="en-US" sz="1740" dirty="0"/>
          </a:p>
        </p:txBody>
      </p:sp>
      <p:sp>
        <p:nvSpPr>
          <p:cNvPr id="7" name="Text 5"/>
          <p:cNvSpPr/>
          <p:nvPr/>
        </p:nvSpPr>
        <p:spPr>
          <a:xfrm>
            <a:off x="747713" y="3983534"/>
            <a:ext cx="10696575" cy="966788"/>
          </a:xfrm>
          <a:prstGeom prst="rect">
            <a:avLst/>
          </a:prstGeom>
          <a:noFill/>
          <a:ln/>
        </p:spPr>
        <p:txBody>
          <a:bodyPr wrap="square" lIns="0" tIns="0" rIns="0" bIns="0" rtlCol="0" anchor="t"/>
          <a:lstStyle/>
          <a:p>
            <a:pPr algn="l" marL="342900" indent="-342900">
              <a:lnSpc>
                <a:spcPct val="125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Step-A </a:t>
            </a:r>
            <a:pPr algn="l" marL="342900" indent="-342900">
              <a:lnSpc>
                <a:spcPct val="125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25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 Step-B </a:t>
            </a:r>
            <a:pPr algn="l" marL="342900" indent="-342900">
              <a:lnSpc>
                <a:spcPct val="125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a:t>
            </a:r>
            <a:pPr algn="l" marL="342900" indent="-342900">
              <a:lnSpc>
                <a:spcPct val="125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 Step-C</a:t>
            </a:r>
            <a:endParaRPr lang="en-US" sz="2175" dirty="0"/>
          </a:p>
          <a:p>
            <a:pPr algn="l" marL="342900" indent="-342900">
              <a:lnSpc>
                <a:spcPct val="125000"/>
              </a:lnSpc>
              <a:buSzPct val="100000"/>
              <a:buFont typeface="+mj-lt"/>
              <a:buAutoNum type="arabicPeriod" startAt="2"/>
            </a:pPr>
            <a:r>
              <a:rPr lang="en-US" sz="2175" dirty="0">
                <a:solidFill>
                  <a:srgbClr val="1F2328"/>
                </a:solidFill>
                <a:latin typeface="Segoe UI" pitchFamily="34" charset="0"/>
                <a:ea typeface="Segoe UI" pitchFamily="34" charset="-122"/>
                <a:cs typeface="Segoe UI" pitchFamily="34" charset="-120"/>
              </a:rPr>
              <a:t>Check </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476470"/>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37: Mermaid (flowchart)</a:t>
            </a:r>
            <a:endParaRPr lang="en-US" sz="3480" dirty="0"/>
          </a:p>
        </p:txBody>
      </p:sp>
      <p:pic>
        <p:nvPicPr>
          <p:cNvPr id="3" name="Image 0" descr="preencoded.png">    </p:cNvPr>
          <p:cNvPicPr>
            <a:picLocks noChangeAspect="1"/>
          </p:cNvPicPr>
          <p:nvPr/>
        </p:nvPicPr>
        <p:blipFill>
          <a:blip r:embed="rId1"/>
          <a:stretch>
            <a:fillRect/>
          </a:stretch>
        </p:blipFill>
        <p:spPr>
          <a:xfrm>
            <a:off x="747713" y="3369022"/>
            <a:ext cx="4922490" cy="857250"/>
          </a:xfrm>
          <a:prstGeom prst="rect">
            <a:avLst/>
          </a:prstGeom>
        </p:spPr>
      </p:pic>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652558"/>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38: Mermaid (sequence diagram)</a:t>
            </a:r>
            <a:endParaRPr lang="en-US" sz="348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7713" y="2545110"/>
            <a:ext cx="4286250" cy="2505075"/>
          </a:xfrm>
          <a:prstGeom prst="rect">
            <a:avLst/>
          </a:prstGeom>
        </p:spPr>
      </p:pic>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092964"/>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39: Mermaid (multiple diagrams, 2-column layout)</a:t>
            </a:r>
            <a:endParaRPr lang="en-US" sz="3480" dirty="0"/>
          </a:p>
        </p:txBody>
      </p:sp>
      <p:sp>
        <p:nvSpPr>
          <p:cNvPr id="3" name="Text 1"/>
          <p:cNvSpPr/>
          <p:nvPr/>
        </p:nvSpPr>
        <p:spPr>
          <a:xfrm>
            <a:off x="747713" y="2468910"/>
            <a:ext cx="5535692" cy="414338"/>
          </a:xfrm>
          <a:prstGeom prst="rect">
            <a:avLst/>
          </a:prstGeom>
          <a:noFill/>
          <a:ln/>
        </p:spPr>
        <p:txBody>
          <a:bodyPr wrap="square" lIns="0" tIns="0" rIns="0" bIns="0" rtlCol="0" anchor="t"/>
          <a:lstStyle/>
          <a:p>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Flowchart:</a:t>
            </a:r>
            <a:endParaRPr lang="en-US" sz="2175" dirty="0"/>
          </a:p>
        </p:txBody>
      </p:sp>
      <p:pic>
        <p:nvPicPr>
          <p:cNvPr id="4" name="Image 0" descr="preencoded.png">    </p:cNvPr>
          <p:cNvPicPr>
            <a:picLocks noChangeAspect="1"/>
          </p:cNvPicPr>
          <p:nvPr/>
        </p:nvPicPr>
        <p:blipFill>
          <a:blip r:embed="rId1"/>
          <a:stretch>
            <a:fillRect/>
          </a:stretch>
        </p:blipFill>
        <p:spPr>
          <a:xfrm>
            <a:off x="747713" y="3104704"/>
            <a:ext cx="2939802" cy="523875"/>
          </a:xfrm>
          <a:prstGeom prst="rect">
            <a:avLst/>
          </a:prstGeom>
        </p:spPr>
      </p:pic>
      <p:sp>
        <p:nvSpPr>
          <p:cNvPr id="5" name="Text 2"/>
          <p:cNvSpPr/>
          <p:nvPr/>
        </p:nvSpPr>
        <p:spPr>
          <a:xfrm>
            <a:off x="6172200" y="2468910"/>
            <a:ext cx="5535692" cy="414338"/>
          </a:xfrm>
          <a:prstGeom prst="rect">
            <a:avLst/>
          </a:prstGeom>
          <a:noFill/>
          <a:ln/>
        </p:spPr>
        <p:txBody>
          <a:bodyPr wrap="square" lIns="0" tIns="0" rIns="0" bIns="0" rtlCol="0" anchor="t"/>
          <a:lstStyle/>
          <a:p>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Sequence diagram:</a:t>
            </a:r>
            <a:endParaRPr lang="en-US" sz="2175" dirty="0"/>
          </a:p>
        </p:txBody>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72200" y="3104704"/>
            <a:ext cx="4286250" cy="2505075"/>
          </a:xfrm>
          <a:prstGeom prst="rect">
            <a:avLst/>
          </a:prstGeom>
        </p:spPr>
      </p:pic>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2000" cy="114300"/>
          </a:xfrm>
          <a:prstGeom prst="rect">
            <a:avLst/>
          </a:prstGeom>
          <a:solidFill>
            <a:srgbClr val="2563EB"/>
          </a:solidFill>
          <a:ln/>
        </p:spPr>
      </p:sp>
      <p:sp>
        <p:nvSpPr>
          <p:cNvPr id="3" name="Shape 1"/>
          <p:cNvSpPr/>
          <p:nvPr/>
        </p:nvSpPr>
        <p:spPr>
          <a:xfrm>
            <a:off x="0" y="6781800"/>
            <a:ext cx="12192000" cy="76200"/>
          </a:xfrm>
          <a:prstGeom prst="rect">
            <a:avLst/>
          </a:prstGeom>
          <a:solidFill>
            <a:srgbClr val="EA580C"/>
          </a:solidFill>
          <a:ln/>
        </p:spPr>
      </p:sp>
      <p:sp>
        <p:nvSpPr>
          <p:cNvPr id="4" name="Text 2"/>
          <p:cNvSpPr/>
          <p:nvPr/>
        </p:nvSpPr>
        <p:spPr>
          <a:xfrm>
            <a:off x="747713" y="1683663"/>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40: CSS Custom Properties + Pseudo-element bars</a:t>
            </a:r>
            <a:endParaRPr lang="en-US" sz="3480" dirty="0"/>
          </a:p>
        </p:txBody>
      </p:sp>
      <p:sp>
        <p:nvSpPr>
          <p:cNvPr id="5" name="Text 3"/>
          <p:cNvSpPr/>
          <p:nvPr/>
        </p:nvSpPr>
        <p:spPr>
          <a:xfrm>
            <a:off x="747713" y="3059609"/>
            <a:ext cx="11231404" cy="414338"/>
          </a:xfrm>
          <a:prstGeom prst="rect">
            <a:avLst/>
          </a:prstGeom>
          <a:noFill/>
          <a:ln/>
        </p:spPr>
        <p:txBody>
          <a:bodyPr wrap="square" lIns="0" tIns="0" rIns="0" bIns="0" rtlCol="0" anchor="t"/>
          <a:lstStyle/>
          <a:p>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::before (top blue bar) and ::after (bottom orange bar) should be displayed.</a:t>
            </a:r>
            <a:endParaRPr lang="en-US" sz="2175" dirty="0"/>
          </a:p>
        </p:txBody>
      </p:sp>
      <p:sp>
        <p:nvSpPr>
          <p:cNvPr id="6" name="Text 4"/>
          <p:cNvSpPr/>
          <p:nvPr/>
        </p:nvSpPr>
        <p:spPr>
          <a:xfrm>
            <a:off x="747713" y="3626346"/>
            <a:ext cx="10696575" cy="842814"/>
          </a:xfrm>
          <a:prstGeom prst="rect">
            <a:avLst/>
          </a:prstGeom>
          <a:noFill/>
          <a:ln/>
        </p:spPr>
        <p:txBody>
          <a:bodyPr wrap="square" lIns="0" tIns="0" rIns="0" bIns="0" rtlCol="0" anchor="t"/>
          <a:lstStyle/>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This slide uses </a:t>
            </a:r>
            <a:pPr algn="l" indent="0" marL="0">
              <a:lnSpc>
                <a:spcPct val="125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var(--brand)</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25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var(--accent)</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Test whether pseudo-elements are captured in screenshots or ignored.</a:t>
            </a:r>
            <a:endParaRPr lang="en-US" sz="2175" dirty="0"/>
          </a:p>
        </p:txBody>
      </p:sp>
      <p:sp>
        <p:nvSpPr>
          <p:cNvPr id="7" name="Text 5"/>
          <p:cNvSpPr/>
          <p:nvPr/>
        </p:nvSpPr>
        <p:spPr>
          <a:xfrm>
            <a:off x="747713" y="4621560"/>
            <a:ext cx="11231404" cy="428476"/>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Text color specified with </a:t>
            </a:r>
            <a:pPr algn="l" indent="0" marL="0">
              <a:lnSpc>
                <a:spcPct val="13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var(--ink)</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a:t>
            </a:r>
            <a:pPr algn="l" indent="0" marL="0">
              <a:lnSpc>
                <a:spcPct val="130000"/>
              </a:lnSpc>
              <a:buNone/>
            </a:pPr>
            <a:r>
              <a:rPr lang="en-US" sz="2175" dirty="0">
                <a:solidFill>
                  <a:srgbClr val="1E293B"/>
                </a:solidFill>
                <a:latin typeface="Segoe UI" pitchFamily="34" charset="0"/>
                <a:ea typeface="Segoe UI" pitchFamily="34" charset="-122"/>
                <a:cs typeface="Segoe UI" pitchFamily="34" charset="-120"/>
              </a:rPr>
              <a:t>This text is dark.</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7713" y="1091029"/>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41: Gradient background + border-left heading</a:t>
            </a:r>
            <a:endParaRPr lang="en-US" sz="3480" dirty="0"/>
          </a:p>
        </p:txBody>
      </p:sp>
      <p:sp>
        <p:nvSpPr>
          <p:cNvPr id="3" name="Shape 1"/>
          <p:cNvSpPr/>
          <p:nvPr/>
        </p:nvSpPr>
        <p:spPr>
          <a:xfrm>
            <a:off x="747713" y="2612231"/>
            <a:ext cx="47625" cy="556468"/>
          </a:xfrm>
          <a:prstGeom prst="rect">
            <a:avLst/>
          </a:prstGeom>
          <a:solidFill>
            <a:srgbClr val="2563EB"/>
          </a:solidFill>
          <a:ln w="12700">
            <a:solidFill>
              <a:srgbClr val="2563EB"/>
            </a:solidFill>
            <a:prstDash val="solid"/>
          </a:ln>
        </p:spPr>
      </p:sp>
      <p:sp>
        <p:nvSpPr>
          <p:cNvPr id="4" name="Text 2"/>
          <p:cNvSpPr/>
          <p:nvPr/>
        </p:nvSpPr>
        <p:spPr>
          <a:xfrm>
            <a:off x="795338" y="2567345"/>
            <a:ext cx="11244263" cy="556468"/>
          </a:xfrm>
          <a:prstGeom prst="rect">
            <a:avLst/>
          </a:prstGeom>
          <a:noFill/>
          <a:ln/>
        </p:spPr>
        <p:txBody>
          <a:bodyPr wrap="square" lIns="114300" tIns="0" rIns="0" bIns="107728" rtlCol="0" anchor="t"/>
          <a:lstStyle/>
          <a:p>
            <a:pPr algn="l" indent="0" marL="0">
              <a:lnSpc>
                <a:spcPct val="109000"/>
              </a:lnSpc>
              <a:buNone/>
            </a:pPr>
            <a:r>
              <a:rPr lang="en-US" sz="2828" b="1" dirty="0">
                <a:solidFill>
                  <a:srgbClr val="1F2328"/>
                </a:solidFill>
                <a:latin typeface="Segoe UI" pitchFamily="34" charset="0"/>
                <a:ea typeface="Segoe UI" pitchFamily="34" charset="-122"/>
                <a:cs typeface="Segoe UI" pitchFamily="34" charset="-120"/>
              </a:rPr>
              <a:t>Section heading (with left border)</a:t>
            </a:r>
            <a:endParaRPr lang="en-US" sz="2828" dirty="0"/>
          </a:p>
        </p:txBody>
      </p:sp>
      <p:sp>
        <p:nvSpPr>
          <p:cNvPr id="5" name="Text 3"/>
          <p:cNvSpPr/>
          <p:nvPr/>
        </p:nvSpPr>
        <p:spPr>
          <a:xfrm>
            <a:off x="747713" y="3252043"/>
            <a:ext cx="10696575" cy="856952"/>
          </a:xfrm>
          <a:prstGeom prst="rect">
            <a:avLst/>
          </a:prstGeom>
          <a:noFill/>
          <a:ln/>
        </p:spPr>
        <p:txBody>
          <a:bodyPr wrap="square" lIns="0" tIns="0" rIns="0" bIns="0" rtlCol="0" anchor="t"/>
          <a:lstStyle/>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Background is </a:t>
            </a:r>
            <a:pPr algn="l" indent="0" marL="0">
              <a:lnSpc>
                <a:spcPct val="125000"/>
              </a:lnSpc>
              <a:buNone/>
            </a:pPr>
            <a:r>
              <a:rPr lang="en-US" sz="1849" dirty="0">
                <a:solidFill>
                  <a:srgbClr val="1F2328"/>
                </a:solidFill>
                <a:highlight>
                  <a:srgbClr val="D5E6F2"/>
                </a:highlight>
                <a:latin typeface="Consolas" pitchFamily="34" charset="0"/>
                <a:ea typeface="Consolas" pitchFamily="34" charset="-122"/>
                <a:cs typeface="Consolas" pitchFamily="34" charset="-120"/>
              </a:rPr>
              <a:t>linear-gradient(135deg, #f0f9ff 0%, #e0f2fe 100%)</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Heading h2 has </a:t>
            </a:r>
            <a:pPr algn="l" indent="0" marL="0">
              <a:lnSpc>
                <a:spcPct val="125000"/>
              </a:lnSpc>
              <a:buNone/>
            </a:pPr>
            <a:r>
              <a:rPr lang="en-US" sz="1849" dirty="0">
                <a:solidFill>
                  <a:srgbClr val="1F2328"/>
                </a:solidFill>
                <a:highlight>
                  <a:srgbClr val="D5E6F2"/>
                </a:highlight>
                <a:latin typeface="Consolas" pitchFamily="34" charset="0"/>
                <a:ea typeface="Consolas" pitchFamily="34" charset="-122"/>
                <a:cs typeface="Consolas" pitchFamily="34" charset="-120"/>
              </a:rPr>
              <a:t>border-left: 5px solid var(--brand)</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applied.</a:t>
            </a:r>
            <a:endParaRPr lang="en-US" sz="2175" dirty="0"/>
          </a:p>
        </p:txBody>
      </p:sp>
      <p:sp>
        <p:nvSpPr>
          <p:cNvPr id="6" name="Text 4"/>
          <p:cNvSpPr/>
          <p:nvPr/>
        </p:nvSpPr>
        <p:spPr>
          <a:xfrm>
            <a:off x="747713" y="4261396"/>
            <a:ext cx="10696575" cy="1450181"/>
          </a:xfrm>
          <a:prstGeom prst="rect">
            <a:avLst/>
          </a:prstGeom>
          <a:noFill/>
          <a:ln/>
        </p:spPr>
        <p:txBody>
          <a:bodyPr wrap="square" lIns="0" tIns="0" rIns="0" bIns="0" rtlCol="0" anchor="t"/>
          <a:lstStyle/>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Point 1: CSS Custom Properties should resolve correctly</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Point 2: gradient should fall back or be screenshotted in PPTX</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Point 3: border-left should appear as a blue line</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167057"/>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42: Marker-style highlight (gradient strong)</a:t>
            </a:r>
            <a:endParaRPr lang="en-US" sz="3480" dirty="0"/>
          </a:p>
        </p:txBody>
      </p:sp>
      <p:sp>
        <p:nvSpPr>
          <p:cNvPr id="3" name="Text 1"/>
          <p:cNvSpPr/>
          <p:nvPr/>
        </p:nvSpPr>
        <p:spPr>
          <a:xfrm>
            <a:off x="747713" y="2990552"/>
            <a:ext cx="10696575" cy="856952"/>
          </a:xfrm>
          <a:prstGeom prst="rect">
            <a:avLst/>
          </a:prstGeom>
          <a:noFill/>
          <a:ln/>
        </p:spPr>
        <p:txBody>
          <a:bodyPr wrap="square" lIns="0" tIns="0" rIns="0" bIns="0" rtlCol="0" anchor="t"/>
          <a:lstStyle/>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This text has a </a:t>
            </a:r>
            <a:pPr algn="l" indent="0" marL="0">
              <a:lnSpc>
                <a:spcPct val="125000"/>
              </a:lnSpc>
              <a:buNone/>
            </a:pPr>
            <a:r>
              <a:rPr lang="en-US" sz="2175" b="1" dirty="0">
                <a:solidFill>
                  <a:srgbClr val="1F2328"/>
                </a:solidFill>
                <a:highlight>
                  <a:srgbClr val="FFF2A8"/>
                </a:highlight>
                <a:latin typeface="Segoe UI" pitchFamily="34" charset="0"/>
                <a:ea typeface="Segoe UI" pitchFamily="34" charset="-122"/>
                <a:cs typeface="Segoe UI" pitchFamily="34" charset="-120"/>
              </a:rPr>
              <a:t>marker-style highlight</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applied. The style </a:t>
            </a:r>
            <a:pPr algn="l" indent="0" marL="0">
              <a:lnSpc>
                <a:spcPct val="125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linear-gradient(transparent 62%, #fff2a8 62%)</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colours only the bottom 38% yellow.</a:t>
            </a:r>
            <a:endParaRPr lang="en-US" sz="2175" dirty="0"/>
          </a:p>
        </p:txBody>
      </p:sp>
      <p:sp>
        <p:nvSpPr>
          <p:cNvPr id="4" name="Text 2"/>
          <p:cNvSpPr/>
          <p:nvPr/>
        </p:nvSpPr>
        <p:spPr>
          <a:xfrm>
            <a:off x="747713" y="3999905"/>
            <a:ext cx="11231404" cy="414338"/>
          </a:xfrm>
          <a:prstGeom prst="rect">
            <a:avLst/>
          </a:prstGeom>
          <a:noFill/>
          <a:ln/>
        </p:spPr>
        <p:txBody>
          <a:bodyPr wrap="square" lIns="0" tIns="0" rIns="0" bIns="0" rtlCol="0" anchor="t"/>
          <a:lstStyle/>
          <a:p>
            <a:pPr algn="l" indent="0" marL="0">
              <a:lnSpc>
                <a:spcPct val="130000"/>
              </a:lnSpc>
              <a:buNone/>
            </a:pPr>
            <a:r>
              <a:rPr lang="en-US" sz="2175" b="1" dirty="0">
                <a:solidFill>
                  <a:srgbClr val="1F2328"/>
                </a:solidFill>
                <a:highlight>
                  <a:srgbClr val="FFF2A8"/>
                </a:highlight>
                <a:latin typeface="Segoe UI" pitchFamily="34" charset="0"/>
                <a:ea typeface="Segoe UI" pitchFamily="34" charset="-122"/>
                <a:cs typeface="Segoe UI" pitchFamily="34" charset="-120"/>
              </a:rPr>
              <a:t>Alpha labels</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applied with this technique. Delta epsilon zeta theta iota.</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683514"/>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43: Scoped style step badge (pill shape)</a:t>
            </a:r>
            <a:endParaRPr lang="en-US" sz="3480" dirty="0"/>
          </a:p>
        </p:txBody>
      </p:sp>
      <p:sp>
        <p:nvSpPr>
          <p:cNvPr id="3" name="Text 1"/>
          <p:cNvSpPr/>
          <p:nvPr/>
        </p:nvSpPr>
        <p:spPr>
          <a:xfrm>
            <a:off x="747713" y="2661791"/>
            <a:ext cx="514350" cy="333375"/>
          </a:xfrm>
          <a:prstGeom prst="roundRect">
            <a:avLst>
              <a:gd name="adj" fmla="val 137143"/>
            </a:avLst>
          </a:prstGeom>
          <a:solidFill>
            <a:srgbClr val="2563EB"/>
          </a:solidFill>
          <a:ln/>
        </p:spPr>
        <p:txBody>
          <a:bodyPr wrap="square" lIns="0" tIns="0" rIns="0" bIns="0" rtlCol="0" anchor="ctr"/>
          <a:lstStyle/>
          <a:p>
            <a:pPr algn="ctr" indent="0" marL="0">
              <a:lnSpc>
                <a:spcPct val="100000"/>
              </a:lnSpc>
              <a:buNone/>
            </a:pPr>
            <a:r>
              <a:rPr lang="en-US" sz="1350" dirty="0">
                <a:solidFill>
                  <a:srgbClr val="FFFFFF"/>
                </a:solidFill>
                <a:latin typeface="Segoe UI" pitchFamily="34" charset="0"/>
                <a:ea typeface="Segoe UI" pitchFamily="34" charset="-122"/>
                <a:cs typeface="Segoe UI" pitchFamily="34" charset="-120"/>
              </a:rPr>
              <a:t>01</a:t>
            </a:r>
            <a:endParaRPr lang="en-US" sz="1350" dirty="0"/>
          </a:p>
        </p:txBody>
      </p:sp>
      <p:sp>
        <p:nvSpPr>
          <p:cNvPr id="4" name="Text 2"/>
          <p:cNvSpPr/>
          <p:nvPr/>
        </p:nvSpPr>
        <p:spPr>
          <a:xfrm>
            <a:off x="1262063" y="2507010"/>
            <a:ext cx="10691336" cy="419100"/>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Alpha beta gamma</a:t>
            </a:r>
            <a:endParaRPr lang="en-US" sz="2175" dirty="0"/>
          </a:p>
        </p:txBody>
      </p:sp>
      <p:sp>
        <p:nvSpPr>
          <p:cNvPr id="5" name="Text 3"/>
          <p:cNvSpPr/>
          <p:nvPr/>
        </p:nvSpPr>
        <p:spPr>
          <a:xfrm>
            <a:off x="747713" y="3233291"/>
            <a:ext cx="514350" cy="333375"/>
          </a:xfrm>
          <a:prstGeom prst="roundRect">
            <a:avLst>
              <a:gd name="adj" fmla="val 137143"/>
            </a:avLst>
          </a:prstGeom>
          <a:solidFill>
            <a:srgbClr val="2563EB"/>
          </a:solidFill>
          <a:ln/>
        </p:spPr>
        <p:txBody>
          <a:bodyPr wrap="square" lIns="0" tIns="0" rIns="0" bIns="0" rtlCol="0" anchor="ctr"/>
          <a:lstStyle/>
          <a:p>
            <a:pPr algn="ctr" indent="0" marL="0">
              <a:lnSpc>
                <a:spcPct val="100000"/>
              </a:lnSpc>
              <a:buNone/>
            </a:pPr>
            <a:r>
              <a:rPr lang="en-US" sz="1350" dirty="0">
                <a:solidFill>
                  <a:srgbClr val="FFFFFF"/>
                </a:solidFill>
                <a:latin typeface="Segoe UI" pitchFamily="34" charset="0"/>
                <a:ea typeface="Segoe UI" pitchFamily="34" charset="-122"/>
                <a:cs typeface="Segoe UI" pitchFamily="34" charset="-120"/>
              </a:rPr>
              <a:t>02</a:t>
            </a:r>
            <a:endParaRPr lang="en-US" sz="1350" dirty="0"/>
          </a:p>
        </p:txBody>
      </p:sp>
      <p:sp>
        <p:nvSpPr>
          <p:cNvPr id="6" name="Text 4"/>
          <p:cNvSpPr/>
          <p:nvPr/>
        </p:nvSpPr>
        <p:spPr>
          <a:xfrm>
            <a:off x="1262063" y="3078510"/>
            <a:ext cx="10691336" cy="419100"/>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Delta epsilon item</a:t>
            </a:r>
            <a:endParaRPr lang="en-US" sz="2175" dirty="0"/>
          </a:p>
        </p:txBody>
      </p:sp>
      <p:sp>
        <p:nvSpPr>
          <p:cNvPr id="7" name="Text 5"/>
          <p:cNvSpPr/>
          <p:nvPr/>
        </p:nvSpPr>
        <p:spPr>
          <a:xfrm>
            <a:off x="747713" y="3804791"/>
            <a:ext cx="514350" cy="333375"/>
          </a:xfrm>
          <a:prstGeom prst="roundRect">
            <a:avLst>
              <a:gd name="adj" fmla="val 137143"/>
            </a:avLst>
          </a:prstGeom>
          <a:solidFill>
            <a:srgbClr val="2563EB"/>
          </a:solidFill>
          <a:ln/>
        </p:spPr>
        <p:txBody>
          <a:bodyPr wrap="square" lIns="0" tIns="0" rIns="0" bIns="0" rtlCol="0" anchor="ctr"/>
          <a:lstStyle/>
          <a:p>
            <a:pPr algn="ctr" indent="0" marL="0">
              <a:lnSpc>
                <a:spcPct val="100000"/>
              </a:lnSpc>
              <a:buNone/>
            </a:pPr>
            <a:r>
              <a:rPr lang="en-US" sz="1350" dirty="0">
                <a:solidFill>
                  <a:srgbClr val="FFFFFF"/>
                </a:solidFill>
                <a:latin typeface="Segoe UI" pitchFamily="34" charset="0"/>
                <a:ea typeface="Segoe UI" pitchFamily="34" charset="-122"/>
                <a:cs typeface="Segoe UI" pitchFamily="34" charset="-120"/>
              </a:rPr>
              <a:t>03</a:t>
            </a:r>
            <a:endParaRPr lang="en-US" sz="1350" dirty="0"/>
          </a:p>
        </p:txBody>
      </p:sp>
      <p:sp>
        <p:nvSpPr>
          <p:cNvPr id="8" name="Text 6"/>
          <p:cNvSpPr/>
          <p:nvPr/>
        </p:nvSpPr>
        <p:spPr>
          <a:xfrm>
            <a:off x="1262063" y="3650010"/>
            <a:ext cx="10691336" cy="419100"/>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Zeta eta and </a:t>
            </a:r>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theta iota</a:t>
            </a:r>
            <a:endParaRPr lang="en-US" sz="2175" dirty="0"/>
          </a:p>
        </p:txBody>
      </p:sp>
      <p:sp>
        <p:nvSpPr>
          <p:cNvPr id="9" name="Text 7"/>
          <p:cNvSpPr/>
          <p:nvPr/>
        </p:nvSpPr>
        <p:spPr>
          <a:xfrm>
            <a:off x="747713" y="4221510"/>
            <a:ext cx="10696575" cy="828675"/>
          </a:xfrm>
          <a:prstGeom prst="rect">
            <a:avLst/>
          </a:prstGeom>
          <a:noFill/>
          <a:ln/>
        </p:spPr>
        <p:txBody>
          <a:bodyPr wrap="square" lIns="0" tIns="0" rIns="0" bIns="0" rtlCol="0" anchor="t"/>
          <a:lstStyle/>
          <a:p>
            <a:pPr algn="l" indent="0" marL="0">
              <a:lnSpc>
                <a:spcPct val="125000"/>
              </a:lnSpc>
              <a:buNone/>
            </a:pPr>
            <a:r>
              <a:rPr lang="en-US" sz="2175" b="1" dirty="0">
                <a:solidFill>
                  <a:srgbClr val="1F2328"/>
                </a:solidFill>
                <a:latin typeface="Segoe UI" pitchFamily="34" charset="0"/>
                <a:ea typeface="Segoe UI" pitchFamily="34" charset="-122"/>
                <a:cs typeface="Segoe UI" pitchFamily="34" charset="-120"/>
              </a:rPr>
              <a:t>The badges above should render as pills (border-radius: 999px) with blue background and white text.</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830735"/>
            <a:ext cx="11291888" cy="472380"/>
          </a:xfrm>
          <a:prstGeom prst="rect">
            <a:avLst/>
          </a:prstGeom>
          <a:noFill/>
          <a:ln/>
        </p:spPr>
        <p:txBody>
          <a:bodyPr wrap="square" lIns="0" tIns="0" rIns="0" bIns="91440" rtlCol="0" anchor="t"/>
          <a:lstStyle/>
          <a:p>
            <a:pPr algn="l" indent="0" marL="0">
              <a:lnSpc>
                <a:spcPct val="109000"/>
              </a:lnSpc>
              <a:buNone/>
            </a:pPr>
            <a:r>
              <a:rPr lang="en-US" sz="2400" b="1" dirty="0">
                <a:solidFill>
                  <a:srgbClr val="224466"/>
                </a:solidFill>
                <a:latin typeface="Segoe UI" pitchFamily="34" charset="0"/>
                <a:ea typeface="Segoe UI" pitchFamily="34" charset="-122"/>
                <a:cs typeface="Segoe UI" pitchFamily="34" charset="-120"/>
              </a:rPr>
              <a:t>Slide 44: nth-child table column colouring</a:t>
            </a:r>
            <a:endParaRPr lang="en-US" sz="24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747713" y="2493615"/>
          <a:ext cx="5009257" cy="914400"/>
        </p:xfrm>
        <a:graphic>
          <a:graphicData uri="http://schemas.openxmlformats.org/drawingml/2006/table">
            <a:tbl>
              <a:tblPr/>
              <a:tblGrid>
                <a:gridCol w="920115"/>
                <a:gridCol w="1160145"/>
                <a:gridCol w="1150144"/>
                <a:gridCol w="1150144"/>
                <a:gridCol w="880110"/>
              </a:tblGrid>
              <a:tr h="0">
                <a:tc>
                  <a:txBody>
                    <a:bodyPr/>
                    <a:lstStyle/>
                    <a:p>
                      <a:pPr algn="l" indent="0" marL="0">
                        <a:buNone/>
                      </a:pPr>
                      <a:r>
                        <a:rPr lang="en-US" sz="1500" b="1" dirty="0">
                          <a:solidFill>
                            <a:srgbClr val="1F2328"/>
                          </a:solidFill>
                          <a:latin typeface="Segoe UI" pitchFamily="34" charset="0"/>
                          <a:ea typeface="Segoe UI" pitchFamily="34" charset="-122"/>
                          <a:cs typeface="Segoe UI" pitchFamily="34" charset="-120"/>
                        </a:rPr>
                        <a:t>Item</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1F2328"/>
                          </a:solidFill>
                          <a:latin typeface="Segoe UI" pitchFamily="34" charset="0"/>
                          <a:ea typeface="Segoe UI" pitchFamily="34" charset="-122"/>
                          <a:cs typeface="Segoe UI" pitchFamily="34" charset="-120"/>
                        </a:rPr>
                        <a:t>Category</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E40AF"/>
                          </a:solidFill>
                          <a:latin typeface="Segoe UI" pitchFamily="34" charset="0"/>
                          <a:ea typeface="Segoe UI" pitchFamily="34" charset="-122"/>
                          <a:cs typeface="Segoe UI" pitchFamily="34" charset="-120"/>
                        </a:rPr>
                        <a:t>Mode-1</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BEAFE"/>
                    </a:solidFill>
                  </a:tcPr>
                </a:tc>
                <a:tc>
                  <a:txBody>
                    <a:bodyPr/>
                    <a:lstStyle/>
                    <a:p>
                      <a:pPr algn="ctr" indent="0" marL="0">
                        <a:buNone/>
                      </a:pPr>
                      <a:r>
                        <a:rPr lang="en-US" sz="1500" b="1" dirty="0">
                          <a:solidFill>
                            <a:srgbClr val="991B1B"/>
                          </a:solidFill>
                          <a:latin typeface="Segoe UI" pitchFamily="34" charset="0"/>
                          <a:ea typeface="Segoe UI" pitchFamily="34" charset="-122"/>
                          <a:cs typeface="Segoe UI" pitchFamily="34" charset="-120"/>
                        </a:rPr>
                        <a:t>Mode-2</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EE2E2"/>
                    </a:solidFill>
                  </a:tcPr>
                </a:tc>
                <a:tc>
                  <a:txBody>
                    <a:bodyPr/>
                    <a:lstStyle/>
                    <a:p>
                      <a:pPr algn="ctr" indent="0" marL="0">
                        <a:buNone/>
                      </a:pPr>
                      <a:r>
                        <a:rPr lang="en-US" sz="1500" b="1" dirty="0">
                          <a:solidFill>
                            <a:srgbClr val="065F46"/>
                          </a:solidFill>
                          <a:latin typeface="Segoe UI" pitchFamily="34" charset="0"/>
                          <a:ea typeface="Segoe UI" pitchFamily="34" charset="-122"/>
                          <a:cs typeface="Segoe UI" pitchFamily="34" charset="-120"/>
                        </a:rPr>
                        <a:t>Result</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1FAE5"/>
                    </a:solidFill>
                  </a:tcPr>
                </a:tc>
              </a:tr>
              <a:tr h="0">
                <a:tc>
                  <a:txBody>
                    <a:bodyPr/>
                    <a:lstStyle/>
                    <a:p>
                      <a:pPr algn="l" indent="0" marL="0">
                        <a:buNone/>
                      </a:pPr>
                      <a:r>
                        <a:rPr lang="en-US" sz="1500" dirty="0">
                          <a:solidFill>
                            <a:srgbClr val="1F2328"/>
                          </a:solidFill>
                          <a:latin typeface="Segoe UI" pitchFamily="34" charset="0"/>
                          <a:ea typeface="Segoe UI" pitchFamily="34" charset="-122"/>
                          <a:cs typeface="Segoe UI" pitchFamily="34" charset="-120"/>
                        </a:rPr>
                        <a:t>Item-A</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328"/>
                          </a:solidFill>
                          <a:latin typeface="Segoe UI" pitchFamily="34" charset="0"/>
                          <a:ea typeface="Segoe UI" pitchFamily="34" charset="-122"/>
                          <a:cs typeface="Segoe UI" pitchFamily="34" charset="-120"/>
                        </a:rPr>
                        <a:t>Cat-A</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E40AF"/>
                          </a:solidFill>
                          <a:latin typeface="Segoe UI" pitchFamily="34" charset="0"/>
                          <a:ea typeface="Segoe UI" pitchFamily="34" charset="-122"/>
                          <a:cs typeface="Segoe UI" pitchFamily="34" charset="-120"/>
                        </a:rPr>
                        <a:t>Pattern-1</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BEAFE"/>
                    </a:solidFill>
                  </a:tcPr>
                </a:tc>
                <a:tc>
                  <a:txBody>
                    <a:bodyPr/>
                    <a:lstStyle/>
                    <a:p>
                      <a:pPr algn="ctr" indent="0" marL="0">
                        <a:buNone/>
                      </a:pPr>
                      <a:r>
                        <a:rPr lang="en-US" sz="1500" dirty="0">
                          <a:solidFill>
                            <a:srgbClr val="991B1B"/>
                          </a:solidFill>
                          <a:latin typeface="Segoe UI" pitchFamily="34" charset="0"/>
                          <a:ea typeface="Segoe UI" pitchFamily="34" charset="-122"/>
                          <a:cs typeface="Segoe UI" pitchFamily="34" charset="-120"/>
                        </a:rPr>
                        <a:t>Pattern-2</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EE2E2"/>
                    </a:solidFill>
                  </a:tcPr>
                </a:tc>
                <a:tc>
                  <a:txBody>
                    <a:bodyPr/>
                    <a:lstStyle/>
                    <a:p>
                      <a:pPr algn="ctr" indent="0" marL="0">
                        <a:buNone/>
                      </a:pPr>
                      <a:r>
                        <a:rPr lang="en-US" sz="1500" dirty="0">
                          <a:solidFill>
                            <a:srgbClr val="065F46"/>
                          </a:solidFill>
                          <a:latin typeface="Segoe UI" pitchFamily="34" charset="0"/>
                          <a:ea typeface="Segoe UI" pitchFamily="34" charset="-122"/>
                          <a:cs typeface="Segoe UI" pitchFamily="34" charset="-120"/>
                        </a:rPr>
                        <a:t>◎</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1FAE5"/>
                    </a:solidFill>
                  </a:tcPr>
                </a:tc>
              </a:tr>
              <a:tr h="0">
                <a:tc>
                  <a:txBody>
                    <a:bodyPr/>
                    <a:lstStyle/>
                    <a:p>
                      <a:pPr algn="l" indent="0" marL="0">
                        <a:buNone/>
                      </a:pPr>
                      <a:r>
                        <a:rPr lang="en-US" sz="1500" dirty="0">
                          <a:solidFill>
                            <a:srgbClr val="1F2328"/>
                          </a:solidFill>
                          <a:latin typeface="Segoe UI" pitchFamily="34" charset="0"/>
                          <a:ea typeface="Segoe UI" pitchFamily="34" charset="-122"/>
                          <a:cs typeface="Segoe UI" pitchFamily="34" charset="-120"/>
                        </a:rPr>
                        <a:t>Item-B</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l" indent="0" marL="0">
                        <a:buNone/>
                      </a:pPr>
                      <a:r>
                        <a:rPr lang="en-US" sz="1500" dirty="0">
                          <a:solidFill>
                            <a:srgbClr val="1F2328"/>
                          </a:solidFill>
                          <a:latin typeface="Segoe UI" pitchFamily="34" charset="0"/>
                          <a:ea typeface="Segoe UI" pitchFamily="34" charset="-122"/>
                          <a:cs typeface="Segoe UI" pitchFamily="34" charset="-120"/>
                        </a:rPr>
                        <a:t>Cat-B</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1500" dirty="0">
                          <a:solidFill>
                            <a:srgbClr val="1E40AF"/>
                          </a:solidFill>
                          <a:latin typeface="Segoe UI" pitchFamily="34" charset="0"/>
                          <a:ea typeface="Segoe UI" pitchFamily="34" charset="-122"/>
                          <a:cs typeface="Segoe UI" pitchFamily="34" charset="-120"/>
                        </a:rPr>
                        <a:t>Pattern-3</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BEAFE"/>
                    </a:solidFill>
                  </a:tcPr>
                </a:tc>
                <a:tc>
                  <a:txBody>
                    <a:bodyPr/>
                    <a:lstStyle/>
                    <a:p>
                      <a:pPr algn="ctr" indent="0" marL="0">
                        <a:buNone/>
                      </a:pPr>
                      <a:r>
                        <a:rPr lang="en-US" sz="1500" dirty="0">
                          <a:solidFill>
                            <a:srgbClr val="991B1B"/>
                          </a:solidFill>
                          <a:latin typeface="Segoe UI" pitchFamily="34" charset="0"/>
                          <a:ea typeface="Segoe UI" pitchFamily="34" charset="-122"/>
                          <a:cs typeface="Segoe UI" pitchFamily="34" charset="-120"/>
                        </a:rPr>
                        <a:t>Pattern-4</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EE2E2"/>
                    </a:solidFill>
                  </a:tcPr>
                </a:tc>
                <a:tc>
                  <a:txBody>
                    <a:bodyPr/>
                    <a:lstStyle/>
                    <a:p>
                      <a:pPr algn="ctr" indent="0" marL="0">
                        <a:buNone/>
                      </a:pPr>
                      <a:r>
                        <a:rPr lang="en-US" sz="1500" dirty="0">
                          <a:solidFill>
                            <a:srgbClr val="065F46"/>
                          </a:solidFill>
                          <a:latin typeface="Segoe UI" pitchFamily="34" charset="0"/>
                          <a:ea typeface="Segoe UI" pitchFamily="34" charset="-122"/>
                          <a:cs typeface="Segoe UI" pitchFamily="34" charset="-120"/>
                        </a:rPr>
                        <a:t>○</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1FAE5"/>
                    </a:solidFill>
                  </a:tcPr>
                </a:tc>
              </a:tr>
              <a:tr h="0">
                <a:tc>
                  <a:txBody>
                    <a:bodyPr/>
                    <a:lstStyle/>
                    <a:p>
                      <a:pPr algn="l" indent="0" marL="0">
                        <a:buNone/>
                      </a:pPr>
                      <a:r>
                        <a:rPr lang="en-US" sz="1500" dirty="0">
                          <a:solidFill>
                            <a:srgbClr val="1F2328"/>
                          </a:solidFill>
                          <a:latin typeface="Segoe UI" pitchFamily="34" charset="0"/>
                          <a:ea typeface="Segoe UI" pitchFamily="34" charset="-122"/>
                          <a:cs typeface="Segoe UI" pitchFamily="34" charset="-120"/>
                        </a:rPr>
                        <a:t>Item-C</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328"/>
                          </a:solidFill>
                          <a:latin typeface="Segoe UI" pitchFamily="34" charset="0"/>
                          <a:ea typeface="Segoe UI" pitchFamily="34" charset="-122"/>
                          <a:cs typeface="Segoe UI" pitchFamily="34" charset="-120"/>
                        </a:rPr>
                        <a:t>Cat-C</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E40AF"/>
                          </a:solidFill>
                          <a:latin typeface="Segoe UI" pitchFamily="34" charset="0"/>
                          <a:ea typeface="Segoe UI" pitchFamily="34" charset="-122"/>
                          <a:cs typeface="Segoe UI" pitchFamily="34" charset="-120"/>
                        </a:rPr>
                        <a:t>Pattern-1</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BEAFE"/>
                    </a:solidFill>
                  </a:tcPr>
                </a:tc>
                <a:tc>
                  <a:txBody>
                    <a:bodyPr/>
                    <a:lstStyle/>
                    <a:p>
                      <a:pPr algn="ctr" indent="0" marL="0">
                        <a:buNone/>
                      </a:pPr>
                      <a:r>
                        <a:rPr lang="en-US" sz="1500" dirty="0">
                          <a:solidFill>
                            <a:srgbClr val="991B1B"/>
                          </a:solidFill>
                          <a:latin typeface="Segoe UI" pitchFamily="34" charset="0"/>
                          <a:ea typeface="Segoe UI" pitchFamily="34" charset="-122"/>
                          <a:cs typeface="Segoe UI" pitchFamily="34" charset="-120"/>
                        </a:rPr>
                        <a:t>Pattern-2</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EE2E2"/>
                    </a:solidFill>
                  </a:tcPr>
                </a:tc>
                <a:tc>
                  <a:txBody>
                    <a:bodyPr/>
                    <a:lstStyle/>
                    <a:p>
                      <a:pPr algn="ctr" indent="0" marL="0">
                        <a:buNone/>
                      </a:pPr>
                      <a:r>
                        <a:rPr lang="en-US" sz="1500" dirty="0">
                          <a:solidFill>
                            <a:srgbClr val="065F46"/>
                          </a:solidFill>
                          <a:latin typeface="Segoe UI" pitchFamily="34" charset="0"/>
                          <a:ea typeface="Segoe UI" pitchFamily="34" charset="-122"/>
                          <a:cs typeface="Segoe UI" pitchFamily="34" charset="-120"/>
                        </a:rPr>
                        <a:t>◎</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1FAE5"/>
                    </a:solidFill>
                  </a:tcPr>
                </a:tc>
              </a:tr>
              <a:tr h="0">
                <a:tc>
                  <a:txBody>
                    <a:bodyPr/>
                    <a:lstStyle/>
                    <a:p>
                      <a:pPr algn="l" indent="0" marL="0">
                        <a:buNone/>
                      </a:pPr>
                      <a:r>
                        <a:rPr lang="en-US" sz="1500" dirty="0">
                          <a:solidFill>
                            <a:srgbClr val="1F2328"/>
                          </a:solidFill>
                          <a:latin typeface="Segoe UI" pitchFamily="34" charset="0"/>
                          <a:ea typeface="Segoe UI" pitchFamily="34" charset="-122"/>
                          <a:cs typeface="Segoe UI" pitchFamily="34" charset="-120"/>
                        </a:rPr>
                        <a:t>Item-D</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l" indent="0" marL="0">
                        <a:buNone/>
                      </a:pPr>
                      <a:r>
                        <a:rPr lang="en-US" sz="1500" dirty="0">
                          <a:solidFill>
                            <a:srgbClr val="1F2328"/>
                          </a:solidFill>
                          <a:latin typeface="Segoe UI" pitchFamily="34" charset="0"/>
                          <a:ea typeface="Segoe UI" pitchFamily="34" charset="-122"/>
                          <a:cs typeface="Segoe UI" pitchFamily="34" charset="-120"/>
                        </a:rPr>
                        <a:t>Cat-D</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1500" dirty="0">
                          <a:solidFill>
                            <a:srgbClr val="1E40AF"/>
                          </a:solidFill>
                          <a:latin typeface="Segoe UI" pitchFamily="34" charset="0"/>
                          <a:ea typeface="Segoe UI" pitchFamily="34" charset="-122"/>
                          <a:cs typeface="Segoe UI" pitchFamily="34" charset="-120"/>
                        </a:rPr>
                        <a:t>Pattern-5</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BEAFE"/>
                    </a:solidFill>
                  </a:tcPr>
                </a:tc>
                <a:tc>
                  <a:txBody>
                    <a:bodyPr/>
                    <a:lstStyle/>
                    <a:p>
                      <a:pPr algn="ctr" indent="0" marL="0">
                        <a:buNone/>
                      </a:pPr>
                      <a:r>
                        <a:rPr lang="en-US" sz="1500" dirty="0">
                          <a:solidFill>
                            <a:srgbClr val="991B1B"/>
                          </a:solidFill>
                          <a:latin typeface="Segoe UI" pitchFamily="34" charset="0"/>
                          <a:ea typeface="Segoe UI" pitchFamily="34" charset="-122"/>
                          <a:cs typeface="Segoe UI" pitchFamily="34" charset="-120"/>
                        </a:rPr>
                        <a:t>Pattern-6</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EE2E2"/>
                    </a:solidFill>
                  </a:tcPr>
                </a:tc>
                <a:tc>
                  <a:txBody>
                    <a:bodyPr/>
                    <a:lstStyle/>
                    <a:p>
                      <a:pPr algn="ctr" indent="0" marL="0">
                        <a:buNone/>
                      </a:pPr>
                      <a:r>
                        <a:rPr lang="en-US" sz="1500" dirty="0">
                          <a:solidFill>
                            <a:srgbClr val="065F46"/>
                          </a:solidFill>
                          <a:latin typeface="Segoe UI" pitchFamily="34" charset="0"/>
                          <a:ea typeface="Segoe UI" pitchFamily="34" charset="-122"/>
                          <a:cs typeface="Segoe UI" pitchFamily="34" charset="-120"/>
                        </a:rPr>
                        <a:t>△</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1FAE5"/>
                    </a:solidFill>
                  </a:tcPr>
                </a:tc>
              </a:tr>
            </a:tbl>
          </a:graphicData>
        </a:graphic>
      </p:graphicFrame>
      <p:sp>
        <p:nvSpPr>
          <p:cNvPr id="4" name="Text 1"/>
          <p:cNvSpPr/>
          <p:nvPr/>
        </p:nvSpPr>
        <p:spPr>
          <a:xfrm>
            <a:off x="747713" y="4655790"/>
            <a:ext cx="11231404" cy="285750"/>
          </a:xfrm>
          <a:prstGeom prst="rect">
            <a:avLst/>
          </a:prstGeom>
          <a:noFill/>
          <a:ln/>
        </p:spPr>
        <p:txBody>
          <a:bodyPr wrap="square" lIns="0" tIns="0" rIns="0" bIns="0" rtlCol="0" anchor="t"/>
          <a:lstStyle/>
          <a:p>
            <a:pPr algn="l" indent="0" marL="0">
              <a:lnSpc>
                <a:spcPct val="130000"/>
              </a:lnSpc>
              <a:buNone/>
            </a:pPr>
            <a:r>
              <a:rPr lang="en-US" sz="1500" b="1" dirty="0">
                <a:solidFill>
                  <a:srgbClr val="1F2328"/>
                </a:solidFill>
                <a:latin typeface="Segoe UI" pitchFamily="34" charset="0"/>
                <a:ea typeface="Segoe UI" pitchFamily="34" charset="-122"/>
                <a:cs typeface="Segoe UI" pitchFamily="34" charset="-120"/>
              </a:rPr>
              <a:t>Column 3 (blue), column 4 (red), and column 5 (green) should be colour-coded.</a:t>
            </a:r>
            <a:endParaRPr lang="en-US" sz="1500"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766262"/>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45: Chat bubble UI</a:t>
            </a:r>
            <a:endParaRPr lang="en-US" sz="3480" dirty="0"/>
          </a:p>
        </p:txBody>
      </p:sp>
      <p:sp>
        <p:nvSpPr>
          <p:cNvPr id="3" name="Text 1"/>
          <p:cNvSpPr/>
          <p:nvPr/>
        </p:nvSpPr>
        <p:spPr>
          <a:xfrm>
            <a:off x="8944570" y="2658814"/>
            <a:ext cx="2499717" cy="404813"/>
          </a:xfrm>
          <a:prstGeom prst="roundRect">
            <a:avLst>
              <a:gd name="adj" fmla="val 112941"/>
            </a:avLst>
          </a:prstGeom>
          <a:solidFill>
            <a:srgbClr val="DCF8C6"/>
          </a:solidFill>
          <a:ln w="6350">
            <a:solidFill>
              <a:srgbClr val="CCCCCC"/>
            </a:solidFill>
          </a:ln>
        </p:spPr>
        <p:txBody>
          <a:bodyPr wrap="square" lIns="0" tIns="0" rIns="0" bIns="0" rtlCol="0" anchor="t"/>
          <a:lstStyle/>
          <a:p>
            <a:pPr algn="l" indent="0" marL="0">
              <a:lnSpc>
                <a:spcPct val="130000"/>
              </a:lnSpc>
              <a:buNone/>
            </a:pPr>
            <a:r>
              <a:rPr lang="en-US" sz="1125" dirty="0">
                <a:solidFill>
                  <a:srgbClr val="1E293B"/>
                </a:solidFill>
                <a:latin typeface="Segoe UI" pitchFamily="34" charset="0"/>
                <a:ea typeface="Segoe UI" pitchFamily="34" charset="-122"/>
                <a:cs typeface="Segoe UI" pitchFamily="34" charset="-120"/>
              </a:rPr>
              <a:t>Alpha beta gamma delta epsilon?</a:t>
            </a:r>
            <a:endParaRPr lang="en-US" sz="1125" dirty="0"/>
          </a:p>
        </p:txBody>
      </p:sp>
      <p:sp>
        <p:nvSpPr>
          <p:cNvPr id="4" name="Text 2"/>
          <p:cNvSpPr/>
          <p:nvPr/>
        </p:nvSpPr>
        <p:spPr>
          <a:xfrm>
            <a:off x="747713" y="3158877"/>
            <a:ext cx="2298353" cy="852488"/>
          </a:xfrm>
          <a:prstGeom prst="roundRect">
            <a:avLst>
              <a:gd name="adj" fmla="val 38351"/>
            </a:avLst>
          </a:prstGeom>
          <a:solidFill>
            <a:srgbClr val="FFFFFF"/>
          </a:solidFill>
          <a:ln w="9525">
            <a:solidFill>
              <a:srgbClr val="E2E8F0"/>
            </a:solidFill>
          </a:ln>
        </p:spPr>
        <p:txBody>
          <a:bodyPr wrap="square" lIns="0" tIns="0" rIns="0" bIns="0" rtlCol="0" anchor="t"/>
          <a:lstStyle/>
          <a:p>
            <a:pPr algn="l" indent="0" marL="0">
              <a:lnSpc>
                <a:spcPct val="130000"/>
              </a:lnSpc>
              <a:buNone/>
            </a:pPr>
            <a:r>
              <a:rPr lang="en-US" sz="1125" dirty="0">
                <a:solidFill>
                  <a:srgbClr val="1E293B"/>
                </a:solidFill>
                <a:latin typeface="Segoe UI" pitchFamily="34" charset="0"/>
                <a:ea typeface="Segoe UI" pitchFamily="34" charset="-122"/>
                <a:cs typeface="Segoe UI" pitchFamily="34" charset="-120"/>
              </a:rPr>
              <a:t>Zeta eta, two options.</a:t>
            </a:r>
            <a:pPr algn="l" indent="0" marL="0">
              <a:lnSpc>
                <a:spcPct val="130000"/>
              </a:lnSpc>
              <a:buNone/>
            </a:pPr>
            <a:endParaRPr lang="en-US" sz="1125" dirty="0"/>
          </a:p>
          <a:p>
            <a:pPr algn="l" indent="0" marL="0">
              <a:lnSpc>
                <a:spcPct val="130000"/>
              </a:lnSpc>
              <a:buNone/>
            </a:pPr>
            <a:r>
              <a:rPr lang="en-US" sz="1125" b="1" dirty="0">
                <a:solidFill>
                  <a:srgbClr val="1E293B"/>
                </a:solidFill>
                <a:latin typeface="Segoe UI" pitchFamily="34" charset="0"/>
                <a:ea typeface="Segoe UI" pitchFamily="34" charset="-122"/>
                <a:cs typeface="Segoe UI" pitchFamily="34" charset="-120"/>
              </a:rPr>
              <a:t>1. Method-A</a:t>
            </a:r>
            <a:pPr algn="l" indent="0" marL="0">
              <a:lnSpc>
                <a:spcPct val="130000"/>
              </a:lnSpc>
              <a:buNone/>
            </a:pPr>
            <a:r>
              <a:rPr lang="en-US" sz="1125" dirty="0">
                <a:solidFill>
                  <a:srgbClr val="1E293B"/>
                </a:solidFill>
                <a:latin typeface="Segoe UI" pitchFamily="34" charset="0"/>
                <a:ea typeface="Segoe UI" pitchFamily="34" charset="-122"/>
                <a:cs typeface="Segoe UI" pitchFamily="34" charset="-120"/>
              </a:rPr>
              <a:t>: theta iota kappa</a:t>
            </a:r>
            <a:pPr algn="l" indent="0" marL="0">
              <a:lnSpc>
                <a:spcPct val="130000"/>
              </a:lnSpc>
              <a:buNone/>
            </a:pPr>
            <a:endParaRPr lang="en-US" sz="1125" dirty="0"/>
          </a:p>
          <a:p>
            <a:pPr algn="l" indent="0" marL="0">
              <a:lnSpc>
                <a:spcPct val="130000"/>
              </a:lnSpc>
              <a:buNone/>
            </a:pPr>
            <a:r>
              <a:rPr lang="en-US" sz="1125" b="1" dirty="0">
                <a:solidFill>
                  <a:srgbClr val="1E293B"/>
                </a:solidFill>
                <a:latin typeface="Segoe UI" pitchFamily="34" charset="0"/>
                <a:ea typeface="Segoe UI" pitchFamily="34" charset="-122"/>
                <a:cs typeface="Segoe UI" pitchFamily="34" charset="-120"/>
              </a:rPr>
              <a:t>2. Method-B</a:t>
            </a:r>
            <a:pPr algn="l" indent="0" marL="0">
              <a:lnSpc>
                <a:spcPct val="130000"/>
              </a:lnSpc>
              <a:buNone/>
            </a:pPr>
            <a:r>
              <a:rPr lang="en-US" sz="1125" dirty="0">
                <a:solidFill>
                  <a:srgbClr val="1E293B"/>
                </a:solidFill>
                <a:latin typeface="Segoe UI" pitchFamily="34" charset="0"/>
                <a:ea typeface="Segoe UI" pitchFamily="34" charset="-122"/>
                <a:cs typeface="Segoe UI" pitchFamily="34" charset="-120"/>
              </a:rPr>
              <a:t>: lambda mu nu</a:t>
            </a:r>
            <a:endParaRPr lang="en-US" sz="1125" dirty="0"/>
          </a:p>
        </p:txBody>
      </p:sp>
      <p:sp>
        <p:nvSpPr>
          <p:cNvPr id="5" name="Text 3"/>
          <p:cNvSpPr/>
          <p:nvPr/>
        </p:nvSpPr>
        <p:spPr>
          <a:xfrm>
            <a:off x="9267379" y="4106614"/>
            <a:ext cx="2176909" cy="404813"/>
          </a:xfrm>
          <a:prstGeom prst="roundRect">
            <a:avLst>
              <a:gd name="adj" fmla="val 112941"/>
            </a:avLst>
          </a:prstGeom>
          <a:solidFill>
            <a:srgbClr val="DCF8C6"/>
          </a:solidFill>
          <a:ln w="6350">
            <a:solidFill>
              <a:srgbClr val="CCCCCC"/>
            </a:solidFill>
          </a:ln>
        </p:spPr>
        <p:txBody>
          <a:bodyPr wrap="square" lIns="0" tIns="0" rIns="0" bIns="0" rtlCol="0" anchor="t"/>
          <a:lstStyle/>
          <a:p>
            <a:pPr algn="l" indent="0" marL="0">
              <a:lnSpc>
                <a:spcPct val="130000"/>
              </a:lnSpc>
              <a:buNone/>
            </a:pPr>
            <a:r>
              <a:rPr lang="en-US" sz="1125" dirty="0">
                <a:solidFill>
                  <a:srgbClr val="1E293B"/>
                </a:solidFill>
                <a:latin typeface="Segoe UI" pitchFamily="34" charset="0"/>
                <a:ea typeface="Segoe UI" pitchFamily="34" charset="-122"/>
                <a:cs typeface="Segoe UI" pitchFamily="34" charset="-120"/>
              </a:rPr>
              <a:t>Xi omicron pi rho sigma tau?</a:t>
            </a:r>
            <a:endParaRPr lang="en-US" sz="1125" dirty="0"/>
          </a:p>
        </p:txBody>
      </p:sp>
      <p:sp>
        <p:nvSpPr>
          <p:cNvPr id="6" name="Text 4"/>
          <p:cNvSpPr/>
          <p:nvPr/>
        </p:nvSpPr>
        <p:spPr>
          <a:xfrm>
            <a:off x="747713" y="4606677"/>
            <a:ext cx="5599509" cy="429816"/>
          </a:xfrm>
          <a:prstGeom prst="roundRect">
            <a:avLst>
              <a:gd name="adj" fmla="val 106371"/>
            </a:avLst>
          </a:prstGeom>
          <a:solidFill>
            <a:srgbClr val="FFFFFF"/>
          </a:solidFill>
          <a:ln w="9525">
            <a:solidFill>
              <a:srgbClr val="E2E8F0"/>
            </a:solidFill>
          </a:ln>
        </p:spPr>
        <p:txBody>
          <a:bodyPr wrap="square" lIns="0" tIns="0" rIns="0" bIns="0" rtlCol="0" anchor="t"/>
          <a:lstStyle/>
          <a:p>
            <a:pPr algn="l" indent="0" marL="0">
              <a:lnSpc>
                <a:spcPct val="130000"/>
              </a:lnSpc>
              <a:buNone/>
            </a:pPr>
            <a:r>
              <a:rPr lang="en-US" sz="1125" dirty="0">
                <a:solidFill>
                  <a:srgbClr val="1E293B"/>
                </a:solidFill>
                <a:latin typeface="Segoe UI" pitchFamily="34" charset="0"/>
                <a:ea typeface="Segoe UI" pitchFamily="34" charset="-122"/>
                <a:cs typeface="Segoe UI" pitchFamily="34" charset="-120"/>
              </a:rPr>
              <a:t>A </a:t>
            </a:r>
            <a:pPr algn="l" indent="0" marL="0">
              <a:lnSpc>
                <a:spcPct val="130000"/>
              </a:lnSpc>
              <a:buNone/>
            </a:pPr>
            <a:r>
              <a:rPr lang="en-US" sz="956" dirty="0">
                <a:solidFill>
                  <a:srgbClr val="1E293B"/>
                </a:solidFill>
                <a:highlight>
                  <a:srgbClr val="F0F1F3"/>
                </a:highlight>
                <a:latin typeface="Consolas" pitchFamily="34" charset="0"/>
                <a:ea typeface="Consolas" pitchFamily="34" charset="-122"/>
                <a:cs typeface="Consolas" pitchFamily="34" charset="-120"/>
              </a:rPr>
              <a:t>upsilon</a:t>
            </a:r>
            <a:pPr algn="l" indent="0" marL="0">
              <a:lnSpc>
                <a:spcPct val="130000"/>
              </a:lnSpc>
              <a:buNone/>
            </a:pPr>
            <a:r>
              <a:rPr lang="en-US" sz="1125" dirty="0">
                <a:solidFill>
                  <a:srgbClr val="1E293B"/>
                </a:solidFill>
                <a:latin typeface="Segoe UI" pitchFamily="34" charset="0"/>
                <a:ea typeface="Segoe UI" pitchFamily="34" charset="-122"/>
                <a:cs typeface="Segoe UI" pitchFamily="34" charset="-120"/>
              </a:rPr>
              <a:t>-based phi pattern is common. It works well for chi psi omega items.</a:t>
            </a:r>
            <a:endParaRPr lang="en-US" sz="112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655534"/>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46: box-shadow cards</a:t>
            </a:r>
            <a:endParaRPr lang="en-US" sz="3480" dirty="0"/>
          </a:p>
        </p:txBody>
      </p:sp>
      <p:sp>
        <p:nvSpPr>
          <p:cNvPr id="3" name="Text 1"/>
          <p:cNvSpPr/>
          <p:nvPr/>
        </p:nvSpPr>
        <p:spPr>
          <a:xfrm>
            <a:off x="747713" y="2548086"/>
            <a:ext cx="5253038" cy="2599134"/>
          </a:xfrm>
          <a:prstGeom prst="roundRect">
            <a:avLst>
              <a:gd name="adj" fmla="val 3094"/>
            </a:avLst>
          </a:prstGeom>
          <a:solidFill>
            <a:srgbClr val="FFFFFF"/>
          </a:solidFill>
          <a:ln w="6350">
            <a:solidFill>
              <a:srgbClr val="CCCCCC"/>
            </a:solidFill>
          </a:ln>
        </p:spPr>
        <p:txBody>
          <a:bodyPr wrap="square" lIns="152400" tIns="381000" rIns="152400" bIns="304800" rtlCol="0" anchor="t"/>
          <a:lstStyle/>
          <a:p>
            <a:pPr algn="l" indent="0" marL="0">
              <a:lnSpc>
                <a:spcPct val="109000"/>
              </a:lnSpc>
              <a:buNone/>
            </a:pPr>
            <a:r>
              <a:rPr lang="en-US" sz="2392" b="1" dirty="0">
                <a:solidFill>
                  <a:srgbClr val="1F2328"/>
                </a:solidFill>
                <a:latin typeface="Segoe UI" pitchFamily="34" charset="0"/>
                <a:ea typeface="Segoe UI" pitchFamily="34" charset="-122"/>
                <a:cs typeface="Segoe UI" pitchFamily="34" charset="-120"/>
              </a:rPr>
              <a:t>📊</a:t>
            </a:r>
            <a:pPr algn="l" indent="0" marL="0">
              <a:lnSpc>
                <a:spcPct val="109000"/>
              </a:lnSpc>
              <a:buNone/>
            </a:pPr>
            <a:r>
              <a:rPr lang="en-US" sz="2392" b="1" dirty="0">
                <a:solidFill>
                  <a:srgbClr val="1F2328"/>
                </a:solidFill>
                <a:latin typeface="Segoe UI" pitchFamily="34" charset="0"/>
                <a:ea typeface="Segoe UI" pitchFamily="34" charset="-122"/>
                <a:cs typeface="Segoe UI" pitchFamily="34" charset="-120"/>
              </a:rPr>
              <a:t> Label-A</a:t>
            </a:r>
            <a:pPr algn="l" indent="0" marL="0">
              <a:lnSpc>
                <a:spcPct val="109000"/>
              </a:lnSpc>
              <a:buNone/>
            </a:pPr>
            <a:endParaRPr lang="en-US" sz="2392" dirty="0"/>
          </a:p>
          <a:p>
            <a:pPr algn="l" marL="342900" indent="-342900">
              <a:lnSpc>
                <a:spcPct val="109000"/>
              </a:lnSpc>
              <a:buSzPct val="100000"/>
              <a:buChar char="•"/>
            </a:pPr>
            <a:r>
              <a:rPr lang="en-US" sz="2175" dirty="0">
                <a:solidFill>
                  <a:srgbClr val="1F2328"/>
                </a:solidFill>
                <a:latin typeface="Segoe UI" pitchFamily="34" charset="0"/>
                <a:ea typeface="Segoe UI" pitchFamily="34" charset="-122"/>
                <a:cs typeface="Segoe UI" pitchFamily="34" charset="-120"/>
              </a:rPr>
              <a:t>Label-B: </a:t>
            </a:r>
            <a:pPr algn="l" marL="342900" indent="-342900">
              <a:lnSpc>
                <a:spcPct val="109000"/>
              </a:lnSpc>
              <a:buSzPct val="100000"/>
              <a:buChar char="•"/>
            </a:pPr>
            <a:r>
              <a:rPr lang="en-US" sz="2175" b="1" dirty="0">
                <a:solidFill>
                  <a:srgbClr val="1F2328"/>
                </a:solidFill>
                <a:latin typeface="Segoe UI" pitchFamily="34" charset="0"/>
                <a:ea typeface="Segoe UI" pitchFamily="34" charset="-122"/>
                <a:cs typeface="Segoe UI" pitchFamily="34" charset="-120"/>
              </a:rPr>
              <a:t>val-1234</a:t>
            </a:r>
            <a:endParaRPr lang="en-US" sz="2392" dirty="0"/>
          </a:p>
          <a:p>
            <a:pPr algn="l" marL="342900" indent="-342900">
              <a:lnSpc>
                <a:spcPct val="109000"/>
              </a:lnSpc>
              <a:buSzPct val="100000"/>
              <a:buChar char="•"/>
            </a:pPr>
            <a:r>
              <a:rPr lang="en-US" sz="2175" dirty="0">
                <a:solidFill>
                  <a:srgbClr val="1F2328"/>
                </a:solidFill>
                <a:latin typeface="Segoe UI" pitchFamily="34" charset="0"/>
                <a:ea typeface="Segoe UI" pitchFamily="34" charset="-122"/>
                <a:cs typeface="Segoe UI" pitchFamily="34" charset="-120"/>
              </a:rPr>
              <a:t>Label-C: </a:t>
            </a:r>
            <a:pPr algn="l" marL="342900" indent="-342900">
              <a:lnSpc>
                <a:spcPct val="109000"/>
              </a:lnSpc>
              <a:buSzPct val="100000"/>
              <a:buChar char="•"/>
            </a:pPr>
            <a:r>
              <a:rPr lang="en-US" sz="2175" b="1" dirty="0">
                <a:solidFill>
                  <a:srgbClr val="1F2328"/>
                </a:solidFill>
                <a:latin typeface="Segoe UI" pitchFamily="34" charset="0"/>
                <a:ea typeface="Segoe UI" pitchFamily="34" charset="-122"/>
                <a:cs typeface="Segoe UI" pitchFamily="34" charset="-120"/>
              </a:rPr>
              <a:t>val-98</a:t>
            </a:r>
            <a:endParaRPr lang="en-US" sz="2392" dirty="0"/>
          </a:p>
          <a:p>
            <a:pPr algn="l" marL="342900" indent="-342900">
              <a:lnSpc>
                <a:spcPct val="109000"/>
              </a:lnSpc>
              <a:buSzPct val="100000"/>
              <a:buChar char="•"/>
            </a:pPr>
            <a:r>
              <a:rPr lang="en-US" sz="2175" dirty="0">
                <a:solidFill>
                  <a:srgbClr val="1F2328"/>
                </a:solidFill>
                <a:latin typeface="Segoe UI" pitchFamily="34" charset="0"/>
                <a:ea typeface="Segoe UI" pitchFamily="34" charset="-122"/>
                <a:cs typeface="Segoe UI" pitchFamily="34" charset="-120"/>
              </a:rPr>
              <a:t>Label-D: val-2 /uu</a:t>
            </a:r>
            <a:endParaRPr lang="en-US" sz="2392" dirty="0"/>
          </a:p>
        </p:txBody>
      </p:sp>
      <p:sp>
        <p:nvSpPr>
          <p:cNvPr id="4" name="Text 2"/>
          <p:cNvSpPr/>
          <p:nvPr/>
        </p:nvSpPr>
        <p:spPr>
          <a:xfrm>
            <a:off x="6191250" y="2548086"/>
            <a:ext cx="5253038" cy="2599134"/>
          </a:xfrm>
          <a:prstGeom prst="roundRect">
            <a:avLst>
              <a:gd name="adj" fmla="val 3094"/>
            </a:avLst>
          </a:prstGeom>
          <a:solidFill>
            <a:srgbClr val="FFFFFF"/>
          </a:solidFill>
          <a:ln w="6350">
            <a:solidFill>
              <a:srgbClr val="CCCCCC"/>
            </a:solidFill>
          </a:ln>
        </p:spPr>
        <p:txBody>
          <a:bodyPr wrap="square" lIns="254000" tIns="381000" rIns="152400" bIns="442913" rtlCol="0" anchor="t"/>
          <a:lstStyle/>
          <a:p>
            <a:pPr algn="l" indent="0" marL="0">
              <a:lnSpc>
                <a:spcPct val="109000"/>
              </a:lnSpc>
              <a:buNone/>
            </a:pPr>
            <a:r>
              <a:rPr lang="en-US" sz="2392" b="1" dirty="0">
                <a:solidFill>
                  <a:srgbClr val="1F2328"/>
                </a:solidFill>
                <a:latin typeface="Segoe UI" pitchFamily="34" charset="0"/>
                <a:ea typeface="Segoe UI" pitchFamily="34" charset="-122"/>
                <a:cs typeface="Segoe UI" pitchFamily="34" charset="-120"/>
              </a:rPr>
              <a:t>⚠</a:t>
            </a:r>
            <a:pPr algn="l" indent="0" marL="0">
              <a:lnSpc>
                <a:spcPct val="109000"/>
              </a:lnSpc>
              <a:buNone/>
            </a:pPr>
            <a:r>
              <a:rPr lang="en-US" sz="2392" b="1" dirty="0">
                <a:solidFill>
                  <a:srgbClr val="1F2328"/>
                </a:solidFill>
                <a:latin typeface="Segoe UI" pitchFamily="34" charset="0"/>
                <a:ea typeface="Segoe UI" pitchFamily="34" charset="-122"/>
                <a:cs typeface="Segoe UI" pitchFamily="34" charset="-120"/>
              </a:rPr>
              <a:t> Note</a:t>
            </a:r>
            <a:pPr algn="l" indent="0" marL="0">
              <a:lnSpc>
                <a:spcPct val="109000"/>
              </a:lnSpc>
              <a:buNone/>
            </a:pPr>
            <a:endParaRPr lang="en-US" sz="2392" dirty="0"/>
          </a:p>
          <a:p>
            <a:pPr algn="l" indent="0" marL="0">
              <a:lnSpc>
                <a:spcPct val="109000"/>
              </a:lnSpc>
              <a:buNone/>
            </a:pPr>
            <a:r>
              <a:rPr lang="en-US" sz="2175" dirty="0">
                <a:solidFill>
                  <a:srgbClr val="1F2328"/>
                </a:solidFill>
                <a:latin typeface="Segoe UI" pitchFamily="34" charset="0"/>
                <a:ea typeface="Segoe UI" pitchFamily="34" charset="-122"/>
                <a:cs typeface="Segoe UI" pitchFamily="34" charset="-120"/>
              </a:rPr>
              <a:t>Watch out for limit — </a:t>
            </a:r>
            <a:pPr algn="l" indent="0" marL="0">
              <a:lnSpc>
                <a:spcPct val="109000"/>
              </a:lnSpc>
              <a:buNone/>
            </a:pPr>
            <a:r>
              <a:rPr lang="en-US" sz="2175" b="1" dirty="0">
                <a:solidFill>
                  <a:srgbClr val="1F2328"/>
                </a:solidFill>
                <a:latin typeface="Segoe UI" pitchFamily="34" charset="0"/>
                <a:ea typeface="Segoe UI" pitchFamily="34" charset="-122"/>
                <a:cs typeface="Segoe UI" pitchFamily="34" charset="-120"/>
              </a:rPr>
              <a:t>val-60 items</a:t>
            </a:r>
            <a:pPr algn="l" indent="0" marL="0">
              <a:lnSpc>
                <a:spcPct val="109000"/>
              </a:lnSpc>
              <a:buNone/>
            </a:pPr>
            <a:r>
              <a:rPr lang="en-US" sz="2175" dirty="0">
                <a:solidFill>
                  <a:srgbClr val="1F2328"/>
                </a:solidFill>
                <a:latin typeface="Segoe UI" pitchFamily="34" charset="0"/>
                <a:ea typeface="Segoe UI" pitchFamily="34" charset="-122"/>
                <a:cs typeface="Segoe UI" pitchFamily="34" charset="-120"/>
              </a:rPr>
              <a:t> per /uu max.</a:t>
            </a:r>
            <a:pPr algn="l" indent="0" marL="0">
              <a:lnSpc>
                <a:spcPct val="109000"/>
              </a:lnSpc>
              <a:buNone/>
            </a:pPr>
            <a:endParaRPr lang="en-US" sz="2392" dirty="0"/>
          </a:p>
          <a:p>
            <a:pPr algn="l" indent="0" marL="0">
              <a:lnSpc>
                <a:spcPct val="109000"/>
              </a:lnSpc>
              <a:buNone/>
            </a:pPr>
            <a:r>
              <a:rPr lang="en-US" sz="2175" dirty="0">
                <a:solidFill>
                  <a:srgbClr val="1F2328"/>
                </a:solidFill>
                <a:latin typeface="Segoe UI" pitchFamily="34" charset="0"/>
                <a:ea typeface="Segoe UI" pitchFamily="34" charset="-122"/>
                <a:cs typeface="Segoe UI" pitchFamily="34" charset="-120"/>
              </a:rPr>
              <a:t>Exceeding will return a val-429 result.</a:t>
            </a:r>
            <a:endParaRPr lang="en-US" sz="2392" dirty="0"/>
          </a:p>
        </p:txBody>
      </p:sp>
      <p:sp>
        <p:nvSpPr>
          <p:cNvPr id="5" name="Shape 3"/>
          <p:cNvSpPr/>
          <p:nvPr/>
        </p:nvSpPr>
        <p:spPr>
          <a:xfrm>
            <a:off x="6191250" y="2548086"/>
            <a:ext cx="38100" cy="2599134"/>
          </a:xfrm>
          <a:prstGeom prst="rect">
            <a:avLst/>
          </a:prstGeom>
          <a:solidFill>
            <a:srgbClr val="EA580C"/>
          </a:solidFill>
          <a:ln w="3175">
            <a:solidFill>
              <a:srgbClr val="EA580C"/>
            </a:solidFill>
            <a:prstDash val="solid"/>
          </a:ln>
        </p:spPr>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187744"/>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47: Note box + strong + code mixed</a:t>
            </a:r>
            <a:endParaRPr lang="en-US" sz="3480" dirty="0"/>
          </a:p>
        </p:txBody>
      </p:sp>
      <p:sp>
        <p:nvSpPr>
          <p:cNvPr id="3" name="Text 1"/>
          <p:cNvSpPr/>
          <p:nvPr/>
        </p:nvSpPr>
        <p:spPr>
          <a:xfrm>
            <a:off x="747713" y="3080296"/>
            <a:ext cx="10696575" cy="410766"/>
          </a:xfrm>
          <a:prstGeom prst="rect">
            <a:avLst/>
          </a:prstGeom>
          <a:solidFill>
            <a:srgbClr val="FFF7ED"/>
          </a:solidFill>
          <a:ln/>
        </p:spPr>
        <p:txBody>
          <a:bodyPr wrap="square" lIns="82550" tIns="0" rIns="0" bIns="0" rtlCol="0" anchor="t"/>
          <a:lstStyle/>
          <a:p>
            <a:pPr algn="l" indent="0" marL="0">
              <a:lnSpc>
                <a:spcPct val="130000"/>
              </a:lnSpc>
              <a:buNone/>
            </a:pPr>
            <a:r>
              <a:rPr lang="en-US" sz="1125" b="1" dirty="0">
                <a:solidFill>
                  <a:srgbClr val="1F2328"/>
                </a:solidFill>
                <a:latin typeface="Segoe UI" pitchFamily="34" charset="0"/>
                <a:ea typeface="Segoe UI" pitchFamily="34" charset="-122"/>
                <a:cs typeface="Segoe UI" pitchFamily="34" charset="-120"/>
              </a:rPr>
              <a:t>ℹ Note:</a:t>
            </a:r>
            <a:pPr algn="l" indent="0" marL="0">
              <a:lnSpc>
                <a:spcPct val="130000"/>
              </a:lnSpc>
              <a:buNone/>
            </a:pPr>
            <a:r>
              <a:rPr lang="en-US" sz="1125" dirty="0">
                <a:solidFill>
                  <a:srgbClr val="1F2328"/>
                </a:solidFill>
                <a:latin typeface="Segoe UI" pitchFamily="34" charset="0"/>
                <a:ea typeface="Segoe UI" pitchFamily="34" charset="-122"/>
                <a:cs typeface="Segoe UI" pitchFamily="34" charset="-120"/>
              </a:rPr>
              <a:t> Add value to </a:t>
            </a:r>
            <a:pPr algn="l" indent="0" marL="0">
              <a:lnSpc>
                <a:spcPct val="130000"/>
              </a:lnSpc>
              <a:buNone/>
            </a:pPr>
            <a:r>
              <a:rPr lang="en-US" sz="956" dirty="0">
                <a:solidFill>
                  <a:srgbClr val="1F2328"/>
                </a:solidFill>
                <a:highlight>
                  <a:srgbClr val="F0F1F3"/>
                </a:highlight>
                <a:latin typeface="Consolas" pitchFamily="34" charset="0"/>
                <a:ea typeface="Consolas" pitchFamily="34" charset="-122"/>
                <a:cs typeface="Consolas" pitchFamily="34" charset="-120"/>
              </a:rPr>
              <a:t>item.cfg</a:t>
            </a:r>
            <a:pPr algn="l" indent="0" marL="0">
              <a:lnSpc>
                <a:spcPct val="130000"/>
              </a:lnSpc>
              <a:buNone/>
            </a:pPr>
            <a:r>
              <a:rPr lang="en-US" sz="1125" dirty="0">
                <a:solidFill>
                  <a:srgbClr val="1F2328"/>
                </a:solidFill>
                <a:latin typeface="Segoe UI" pitchFamily="34" charset="0"/>
                <a:ea typeface="Segoe UI" pitchFamily="34" charset="-122"/>
                <a:cs typeface="Segoe UI" pitchFamily="34" charset="-120"/>
              </a:rPr>
              <a:t>. </a:t>
            </a:r>
            <a:pPr algn="l" indent="0" marL="0">
              <a:lnSpc>
                <a:spcPct val="130000"/>
              </a:lnSpc>
              <a:buNone/>
            </a:pPr>
            <a:r>
              <a:rPr lang="en-US" sz="1125" b="1" dirty="0">
                <a:solidFill>
                  <a:srgbClr val="1F2328"/>
                </a:solidFill>
                <a:latin typeface="Segoe UI" pitchFamily="34" charset="0"/>
                <a:ea typeface="Segoe UI" pitchFamily="34" charset="-122"/>
                <a:cs typeface="Segoe UI" pitchFamily="34" charset="-120"/>
              </a:rPr>
              <a:t>Do not replace</a:t>
            </a:r>
            <a:pPr algn="l" indent="0" marL="0">
              <a:lnSpc>
                <a:spcPct val="130000"/>
              </a:lnSpc>
              <a:buNone/>
            </a:pPr>
            <a:r>
              <a:rPr lang="en-US" sz="1125" dirty="0">
                <a:solidFill>
                  <a:srgbClr val="1F2328"/>
                </a:solidFill>
                <a:latin typeface="Segoe UI" pitchFamily="34" charset="0"/>
                <a:ea typeface="Segoe UI" pitchFamily="34" charset="-122"/>
                <a:cs typeface="Segoe UI" pitchFamily="34" charset="-120"/>
              </a:rPr>
              <a:t> existing items — append instead.</a:t>
            </a:r>
            <a:endParaRPr lang="en-US" sz="1125" dirty="0"/>
          </a:p>
        </p:txBody>
      </p:sp>
      <p:sp>
        <p:nvSpPr>
          <p:cNvPr id="4" name="Shape 2"/>
          <p:cNvSpPr/>
          <p:nvPr/>
        </p:nvSpPr>
        <p:spPr>
          <a:xfrm>
            <a:off x="747713" y="3080296"/>
            <a:ext cx="57150" cy="410766"/>
          </a:xfrm>
          <a:prstGeom prst="rect">
            <a:avLst/>
          </a:prstGeom>
          <a:solidFill>
            <a:srgbClr val="EA580C"/>
          </a:solidFill>
          <a:ln w="3175">
            <a:solidFill>
              <a:srgbClr val="EA580C"/>
            </a:solidFill>
            <a:prstDash val="solid"/>
          </a:ln>
        </p:spPr>
      </p:sp>
      <p:sp>
        <p:nvSpPr>
          <p:cNvPr id="5" name="Text 3"/>
          <p:cNvSpPr/>
          <p:nvPr/>
        </p:nvSpPr>
        <p:spPr>
          <a:xfrm>
            <a:off x="747713" y="3574405"/>
            <a:ext cx="11231404"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Normal paragraph text follows the note box.</a:t>
            </a:r>
            <a:endParaRPr lang="en-US" sz="2175" dirty="0"/>
          </a:p>
        </p:txBody>
      </p:sp>
      <p:sp>
        <p:nvSpPr>
          <p:cNvPr id="6" name="Text 4"/>
          <p:cNvSpPr/>
          <p:nvPr/>
        </p:nvSpPr>
        <p:spPr>
          <a:xfrm>
            <a:off x="747713" y="4210199"/>
            <a:ext cx="10696575" cy="404813"/>
          </a:xfrm>
          <a:prstGeom prst="rect">
            <a:avLst/>
          </a:prstGeom>
          <a:solidFill>
            <a:srgbClr val="FEF2F2"/>
          </a:solidFill>
          <a:ln/>
        </p:spPr>
        <p:txBody>
          <a:bodyPr wrap="square" lIns="82550" tIns="0" rIns="0" bIns="0" rtlCol="0" anchor="t"/>
          <a:lstStyle/>
          <a:p>
            <a:pPr algn="l" indent="0" marL="0">
              <a:lnSpc>
                <a:spcPct val="130000"/>
              </a:lnSpc>
              <a:buNone/>
            </a:pPr>
            <a:r>
              <a:rPr lang="en-US" sz="1125" b="1" dirty="0">
                <a:solidFill>
                  <a:srgbClr val="1F2328"/>
                </a:solidFill>
                <a:latin typeface="Segoe UI" pitchFamily="34" charset="0"/>
                <a:ea typeface="Segoe UI" pitchFamily="34" charset="-122"/>
                <a:cs typeface="Segoe UI" pitchFamily="34" charset="-120"/>
              </a:rPr>
              <a:t>⚠ Warning:</a:t>
            </a:r>
            <a:pPr algn="l" indent="0" marL="0">
              <a:lnSpc>
                <a:spcPct val="130000"/>
              </a:lnSpc>
              <a:buNone/>
            </a:pPr>
            <a:r>
              <a:rPr lang="en-US" sz="1125" dirty="0">
                <a:solidFill>
                  <a:srgbClr val="1F2328"/>
                </a:solidFill>
                <a:latin typeface="Segoe UI" pitchFamily="34" charset="0"/>
                <a:ea typeface="Segoe UI" pitchFamily="34" charset="-122"/>
                <a:cs typeface="Segoe UI" pitchFamily="34" charset="-120"/>
              </a:rPr>
              <a:t> This action is </a:t>
            </a:r>
            <a:pPr algn="l" indent="0" marL="0">
              <a:lnSpc>
                <a:spcPct val="130000"/>
              </a:lnSpc>
              <a:buNone/>
            </a:pPr>
            <a:r>
              <a:rPr lang="en-US" sz="1125" b="1" dirty="0">
                <a:solidFill>
                  <a:srgbClr val="1F2328"/>
                </a:solidFill>
                <a:latin typeface="Segoe UI" pitchFamily="34" charset="0"/>
                <a:ea typeface="Segoe UI" pitchFamily="34" charset="-122"/>
                <a:cs typeface="Segoe UI" pitchFamily="34" charset="-120"/>
              </a:rPr>
              <a:t>irreversible</a:t>
            </a:r>
            <a:pPr algn="l" indent="0" marL="0">
              <a:lnSpc>
                <a:spcPct val="130000"/>
              </a:lnSpc>
              <a:buNone/>
            </a:pPr>
            <a:r>
              <a:rPr lang="en-US" sz="1125" dirty="0">
                <a:solidFill>
                  <a:srgbClr val="1F2328"/>
                </a:solidFill>
                <a:latin typeface="Segoe UI" pitchFamily="34" charset="0"/>
                <a:ea typeface="Segoe UI" pitchFamily="34" charset="-122"/>
                <a:cs typeface="Segoe UI" pitchFamily="34" charset="-120"/>
              </a:rPr>
              <a:t>. Please back up before running.</a:t>
            </a:r>
            <a:endParaRPr lang="en-US" sz="1125" dirty="0"/>
          </a:p>
        </p:txBody>
      </p:sp>
      <p:sp>
        <p:nvSpPr>
          <p:cNvPr id="7" name="Shape 5"/>
          <p:cNvSpPr/>
          <p:nvPr/>
        </p:nvSpPr>
        <p:spPr>
          <a:xfrm>
            <a:off x="747713" y="4210199"/>
            <a:ext cx="57150" cy="404813"/>
          </a:xfrm>
          <a:prstGeom prst="rect">
            <a:avLst/>
          </a:prstGeom>
          <a:solidFill>
            <a:srgbClr val="DC2626"/>
          </a:solidFill>
          <a:ln w="3175">
            <a:solidFill>
              <a:srgbClr val="DC2626"/>
            </a:solidFill>
            <a:prstDash val="solid"/>
          </a:ln>
        </p:spPr>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581120"/>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48: Flow diagram pattern (parent → arrow → children)</a:t>
            </a:r>
            <a:endParaRPr lang="en-US" sz="3480" dirty="0"/>
          </a:p>
        </p:txBody>
      </p:sp>
      <p:sp>
        <p:nvSpPr>
          <p:cNvPr id="3" name="Text 1"/>
          <p:cNvSpPr/>
          <p:nvPr/>
        </p:nvSpPr>
        <p:spPr>
          <a:xfrm>
            <a:off x="5129510" y="3026122"/>
            <a:ext cx="1932831" cy="604838"/>
          </a:xfrm>
          <a:prstGeom prst="roundRect">
            <a:avLst>
              <a:gd name="adj" fmla="val 38093"/>
            </a:avLst>
          </a:prstGeom>
          <a:solidFill>
            <a:srgbClr val="2563EB"/>
          </a:solidFill>
          <a:ln/>
        </p:spPr>
        <p:txBody>
          <a:bodyPr wrap="square" lIns="0" tIns="0" rIns="0" bIns="0" rtlCol="0" anchor="t"/>
          <a:lstStyle/>
          <a:p>
            <a:pPr algn="ctr" indent="0" marL="0">
              <a:lnSpc>
                <a:spcPct val="130000"/>
              </a:lnSpc>
              <a:buNone/>
            </a:pPr>
            <a:r>
              <a:rPr lang="en-US" sz="2175" b="1" dirty="0">
                <a:solidFill>
                  <a:srgbClr val="FFFFFF"/>
                </a:solidFill>
                <a:latin typeface="Segoe UI" pitchFamily="34" charset="0"/>
                <a:ea typeface="Segoe UI" pitchFamily="34" charset="-122"/>
                <a:cs typeface="Segoe UI" pitchFamily="34" charset="-120"/>
              </a:rPr>
              <a:t>Input item</a:t>
            </a:r>
            <a:endParaRPr lang="en-US" sz="2175" dirty="0"/>
          </a:p>
        </p:txBody>
      </p:sp>
      <p:sp>
        <p:nvSpPr>
          <p:cNvPr id="4" name="Text 2"/>
          <p:cNvSpPr/>
          <p:nvPr/>
        </p:nvSpPr>
        <p:spPr>
          <a:xfrm>
            <a:off x="747713" y="3688110"/>
            <a:ext cx="11231404" cy="342900"/>
          </a:xfrm>
          <a:prstGeom prst="rect">
            <a:avLst/>
          </a:prstGeom>
          <a:noFill/>
          <a:ln/>
        </p:spPr>
        <p:txBody>
          <a:bodyPr wrap="square" lIns="0" tIns="0" rIns="0" bIns="0" rtlCol="0" anchor="t"/>
          <a:lstStyle/>
          <a:p>
            <a:pPr algn="ctr" indent="0" marL="0">
              <a:lnSpc>
                <a:spcPct val="130000"/>
              </a:lnSpc>
              <a:buNone/>
            </a:pPr>
            <a:r>
              <a:rPr lang="en-US" sz="1800" dirty="0">
                <a:solidFill>
                  <a:srgbClr val="2563EB"/>
                </a:solidFill>
                <a:latin typeface="Segoe UI" pitchFamily="34" charset="0"/>
                <a:ea typeface="Segoe UI" pitchFamily="34" charset="-122"/>
                <a:cs typeface="Segoe UI" pitchFamily="34" charset="-120"/>
              </a:rPr>
              <a:t>▼</a:t>
            </a:r>
            <a:endParaRPr lang="en-US" sz="1800" dirty="0"/>
          </a:p>
        </p:txBody>
      </p:sp>
      <p:sp>
        <p:nvSpPr>
          <p:cNvPr id="5" name="Text 3"/>
          <p:cNvSpPr/>
          <p:nvPr/>
        </p:nvSpPr>
        <p:spPr>
          <a:xfrm>
            <a:off x="747713" y="4164360"/>
            <a:ext cx="3514725" cy="1057275"/>
          </a:xfrm>
          <a:prstGeom prst="roundRect">
            <a:avLst>
              <a:gd name="adj" fmla="val 12467"/>
            </a:avLst>
          </a:prstGeom>
          <a:solidFill>
            <a:srgbClr val="DBEAFE"/>
          </a:solidFill>
          <a:ln w="19050">
            <a:solidFill>
              <a:srgbClr val="2563EB"/>
            </a:solidFill>
          </a:ln>
        </p:spPr>
        <p:txBody>
          <a:bodyPr wrap="square" lIns="0" tIns="0" rIns="0" bIns="0" rtlCol="0" anchor="t"/>
          <a:lstStyle/>
          <a:p>
            <a:pPr algn="ctr"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Step A</a:t>
            </a:r>
            <a:pPr algn="ctr" indent="0" marL="0">
              <a:lnSpc>
                <a:spcPct val="130000"/>
              </a:lnSpc>
              <a:buNone/>
            </a:pPr>
            <a:endParaRPr lang="en-US" sz="2175" dirty="0"/>
          </a:p>
          <a:p>
            <a:pPr algn="ctr" indent="0" marL="0">
              <a:lnSpc>
                <a:spcPct val="130000"/>
              </a:lnSpc>
              <a:buNone/>
            </a:pPr>
            <a:r>
              <a:rPr lang="en-US" sz="2175" dirty="0">
                <a:solidFill>
                  <a:srgbClr val="1F2328"/>
                </a:solidFill>
                <a:latin typeface="Segoe UI" pitchFamily="34" charset="0"/>
                <a:ea typeface="Segoe UI" pitchFamily="34" charset="-122"/>
                <a:cs typeface="Segoe UI" pitchFamily="34" charset="-120"/>
              </a:rPr>
              <a:t>Alpha process</a:t>
            </a:r>
            <a:endParaRPr lang="en-US" sz="2175" dirty="0"/>
          </a:p>
        </p:txBody>
      </p:sp>
      <p:sp>
        <p:nvSpPr>
          <p:cNvPr id="6" name="Text 4"/>
          <p:cNvSpPr/>
          <p:nvPr/>
        </p:nvSpPr>
        <p:spPr>
          <a:xfrm>
            <a:off x="4338638" y="4164360"/>
            <a:ext cx="3514725" cy="1057275"/>
          </a:xfrm>
          <a:prstGeom prst="roundRect">
            <a:avLst>
              <a:gd name="adj" fmla="val 12467"/>
            </a:avLst>
          </a:prstGeom>
          <a:solidFill>
            <a:srgbClr val="FFF7ED"/>
          </a:solidFill>
          <a:ln w="19050">
            <a:solidFill>
              <a:srgbClr val="EA580C"/>
            </a:solidFill>
          </a:ln>
        </p:spPr>
        <p:txBody>
          <a:bodyPr wrap="square" lIns="0" tIns="0" rIns="0" bIns="0" rtlCol="0" anchor="t"/>
          <a:lstStyle/>
          <a:p>
            <a:pPr algn="ctr"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Step B</a:t>
            </a:r>
            <a:pPr algn="ctr" indent="0" marL="0">
              <a:lnSpc>
                <a:spcPct val="130000"/>
              </a:lnSpc>
              <a:buNone/>
            </a:pPr>
            <a:endParaRPr lang="en-US" sz="2175" dirty="0"/>
          </a:p>
          <a:p>
            <a:pPr algn="ctr" indent="0" marL="0">
              <a:lnSpc>
                <a:spcPct val="130000"/>
              </a:lnSpc>
              <a:buNone/>
            </a:pPr>
            <a:r>
              <a:rPr lang="en-US" sz="2175" dirty="0">
                <a:solidFill>
                  <a:srgbClr val="1F2328"/>
                </a:solidFill>
                <a:latin typeface="Segoe UI" pitchFamily="34" charset="0"/>
                <a:ea typeface="Segoe UI" pitchFamily="34" charset="-122"/>
                <a:cs typeface="Segoe UI" pitchFamily="34" charset="-120"/>
              </a:rPr>
              <a:t>Beta format</a:t>
            </a:r>
            <a:endParaRPr lang="en-US" sz="2175" dirty="0"/>
          </a:p>
        </p:txBody>
      </p:sp>
      <p:sp>
        <p:nvSpPr>
          <p:cNvPr id="7" name="Text 5"/>
          <p:cNvSpPr/>
          <p:nvPr/>
        </p:nvSpPr>
        <p:spPr>
          <a:xfrm>
            <a:off x="7929563" y="4164360"/>
            <a:ext cx="3514725" cy="1057275"/>
          </a:xfrm>
          <a:prstGeom prst="roundRect">
            <a:avLst>
              <a:gd name="adj" fmla="val 12467"/>
            </a:avLst>
          </a:prstGeom>
          <a:solidFill>
            <a:srgbClr val="DCFCE7"/>
          </a:solidFill>
          <a:ln w="19050">
            <a:solidFill>
              <a:srgbClr val="16A34A"/>
            </a:solidFill>
          </a:ln>
        </p:spPr>
        <p:txBody>
          <a:bodyPr wrap="square" lIns="0" tIns="0" rIns="0" bIns="0" rtlCol="0" anchor="t"/>
          <a:lstStyle/>
          <a:p>
            <a:pPr algn="ctr"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Step C</a:t>
            </a:r>
            <a:pPr algn="ctr" indent="0" marL="0">
              <a:lnSpc>
                <a:spcPct val="130000"/>
              </a:lnSpc>
              <a:buNone/>
            </a:pPr>
            <a:endParaRPr lang="en-US" sz="2175" dirty="0"/>
          </a:p>
          <a:p>
            <a:pPr algn="ctr" indent="0" marL="0">
              <a:lnSpc>
                <a:spcPct val="130000"/>
              </a:lnSpc>
              <a:buNone/>
            </a:pPr>
            <a:r>
              <a:rPr lang="en-US" sz="2175" dirty="0">
                <a:solidFill>
                  <a:srgbClr val="1F2328"/>
                </a:solidFill>
                <a:latin typeface="Segoe UI" pitchFamily="34" charset="0"/>
                <a:ea typeface="Segoe UI" pitchFamily="34" charset="-122"/>
                <a:cs typeface="Segoe UI" pitchFamily="34" charset="-120"/>
              </a:rPr>
              <a:t>Gamma output</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990868"/>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49: letter-spacing test</a:t>
            </a:r>
            <a:endParaRPr lang="en-US" sz="3480" dirty="0"/>
          </a:p>
        </p:txBody>
      </p:sp>
      <p:sp>
        <p:nvSpPr>
          <p:cNvPr id="3" name="Text 1"/>
          <p:cNvSpPr/>
          <p:nvPr/>
        </p:nvSpPr>
        <p:spPr>
          <a:xfrm>
            <a:off x="747713" y="1914733"/>
            <a:ext cx="11291888" cy="556468"/>
          </a:xfrm>
          <a:prstGeom prst="rect">
            <a:avLst/>
          </a:prstGeom>
          <a:noFill/>
          <a:ln/>
        </p:spPr>
        <p:txBody>
          <a:bodyPr wrap="square" lIns="0" tIns="0" rIns="0" bIns="107728" rtlCol="0" anchor="t"/>
          <a:lstStyle/>
          <a:p>
            <a:pPr algn="l" indent="0" marL="0">
              <a:lnSpc>
                <a:spcPct val="109000"/>
              </a:lnSpc>
              <a:buNone/>
            </a:pPr>
            <a:r>
              <a:rPr lang="en-US" sz="2828" b="1" dirty="0">
                <a:solidFill>
                  <a:srgbClr val="1F2328"/>
                </a:solidFill>
                <a:latin typeface="Segoe UI" pitchFamily="34" charset="0"/>
                <a:ea typeface="Segoe UI" pitchFamily="34" charset="-122"/>
                <a:cs typeface="Segoe UI" pitchFamily="34" charset="-120"/>
              </a:rPr>
              <a:t>Heading with letter-spacing: 0.04em</a:t>
            </a:r>
            <a:endParaRPr lang="en-US" sz="2828" dirty="0"/>
          </a:p>
        </p:txBody>
      </p:sp>
      <p:sp>
        <p:nvSpPr>
          <p:cNvPr id="4" name="Text 2"/>
          <p:cNvSpPr/>
          <p:nvPr/>
        </p:nvSpPr>
        <p:spPr>
          <a:xfrm>
            <a:off x="747713" y="2599432"/>
            <a:ext cx="10696575" cy="828675"/>
          </a:xfrm>
          <a:prstGeom prst="rect">
            <a:avLst/>
          </a:prstGeom>
          <a:noFill/>
          <a:ln/>
        </p:spPr>
        <p:txBody>
          <a:bodyPr wrap="square" lIns="0" tIns="0" rIns="0" bIns="0" rtlCol="0" anchor="t"/>
          <a:lstStyle/>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Normal paragraph text (no letter-spacing). The difference in character spacing from the heading should be visible.</a:t>
            </a:r>
            <a:endParaRPr lang="en-US" sz="2175"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747713" y="3649563"/>
          <a:ext cx="3917603" cy="914400"/>
        </p:xfrm>
        <a:graphic>
          <a:graphicData uri="http://schemas.openxmlformats.org/drawingml/2006/table">
            <a:tbl>
              <a:tblPr/>
              <a:tblGrid>
                <a:gridCol w="620078"/>
                <a:gridCol w="1280160"/>
                <a:gridCol w="2200275"/>
              </a:tblGrid>
              <a:tr h="0">
                <a:tc>
                  <a:txBody>
                    <a:bodyPr/>
                    <a:lstStyle/>
                    <a:p>
                      <a:pPr algn="l" indent="0" marL="0">
                        <a:buNone/>
                      </a:pPr>
                      <a:endParaRPr lang="en-US" sz="2175" dirty="0">
                        <a:latin typeface="Segoe UI" charset="0"/>
                        <a:ea typeface="Segoe UI" charset="0"/>
                        <a:cs typeface="Segoe UI" charset="0"/>
                      </a:endParaRPr>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b="1" dirty="0">
                          <a:solidFill>
                            <a:srgbClr val="1F2328"/>
                          </a:solidFill>
                          <a:latin typeface="Segoe UI" pitchFamily="34" charset="0"/>
                          <a:ea typeface="Segoe UI" pitchFamily="34" charset="-122"/>
                          <a:cs typeface="Segoe UI" pitchFamily="34" charset="-120"/>
                        </a:rPr>
                        <a:t>Setting</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b="1" dirty="0">
                          <a:solidFill>
                            <a:srgbClr val="1F2328"/>
                          </a:solidFill>
                          <a:latin typeface="Segoe UI" pitchFamily="34" charset="0"/>
                          <a:ea typeface="Segoe UI" pitchFamily="34" charset="-122"/>
                          <a:cs typeface="Segoe UI" pitchFamily="34" charset="-120"/>
                        </a:rPr>
                        <a:t>Effect</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h1</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0.04em</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Wider spacing</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h2</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0.04em</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Wider spacing</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r h="0">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p</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none</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Default</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7713" y="2250251"/>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FFFFFF"/>
                </a:solidFill>
                <a:latin typeface="Segoe UI" pitchFamily="34" charset="0"/>
                <a:ea typeface="Segoe UI" pitchFamily="34" charset="-122"/>
                <a:cs typeface="Segoe UI" pitchFamily="34" charset="-120"/>
              </a:rPr>
              <a:t>Slide 50: Marp bg filter syntax test</a:t>
            </a:r>
            <a:endParaRPr lang="en-US" sz="3480" dirty="0"/>
          </a:p>
        </p:txBody>
      </p:sp>
      <p:sp>
        <p:nvSpPr>
          <p:cNvPr id="3" name="Text 1"/>
          <p:cNvSpPr/>
          <p:nvPr/>
        </p:nvSpPr>
        <p:spPr>
          <a:xfrm>
            <a:off x="747713" y="3073747"/>
            <a:ext cx="10696575" cy="842814"/>
          </a:xfrm>
          <a:prstGeom prst="rect">
            <a:avLst/>
          </a:prstGeom>
          <a:noFill/>
          <a:ln/>
        </p:spPr>
        <p:txBody>
          <a:bodyPr wrap="square" lIns="0" tIns="0" rIns="0" bIns="0" rtlCol="0" anchor="t"/>
          <a:lstStyle/>
          <a:p>
            <a:pPr algn="l" indent="0" marL="0">
              <a:lnSpc>
                <a:spcPct val="125000"/>
              </a:lnSpc>
              <a:buNone/>
            </a:pPr>
            <a:r>
              <a:rPr lang="en-US" sz="1849" b="1" dirty="0">
                <a:solidFill>
                  <a:srgbClr val="FFFFFF"/>
                </a:solidFill>
                <a:latin typeface="Consolas" pitchFamily="34" charset="0"/>
                <a:ea typeface="Consolas" pitchFamily="34" charset="-122"/>
                <a:cs typeface="Consolas" pitchFamily="34" charset="-120"/>
              </a:rPr>
              <a:t>![bg cover blur:5px brightness:0.3 grayscale]</a:t>
            </a:r>
            <a:pPr algn="l" indent="0" marL="0">
              <a:lnSpc>
                <a:spcPct val="125000"/>
              </a:lnSpc>
              <a:buNone/>
            </a:pPr>
            <a:r>
              <a:rPr lang="en-US" sz="2175" b="1" dirty="0">
                <a:solidFill>
                  <a:srgbClr val="FFFFFF"/>
                </a:solidFill>
                <a:latin typeface="Segoe UI" pitchFamily="34" charset="0"/>
                <a:ea typeface="Segoe UI" pitchFamily="34" charset="-122"/>
                <a:cs typeface="Segoe UI" pitchFamily="34" charset="-120"/>
              </a:rPr>
              <a:t> — Multiple filters applied simultaneously.</a:t>
            </a:r>
            <a:endParaRPr lang="en-US" sz="1849" dirty="0"/>
          </a:p>
        </p:txBody>
      </p:sp>
      <p:sp>
        <p:nvSpPr>
          <p:cNvPr id="4" name="Text 2"/>
          <p:cNvSpPr/>
          <p:nvPr/>
        </p:nvSpPr>
        <p:spPr>
          <a:xfrm>
            <a:off x="747713" y="4068961"/>
            <a:ext cx="11231404" cy="414338"/>
          </a:xfrm>
          <a:prstGeom prst="rect">
            <a:avLst/>
          </a:prstGeom>
          <a:noFill/>
          <a:ln/>
        </p:spPr>
        <p:txBody>
          <a:bodyPr wrap="square" lIns="0" tIns="0" rIns="0" bIns="0" rtlCol="0" anchor="t"/>
          <a:lstStyle/>
          <a:p>
            <a:pPr algn="l" indent="0" marL="0">
              <a:lnSpc>
                <a:spcPct val="130000"/>
              </a:lnSpc>
              <a:buNone/>
            </a:pPr>
            <a:r>
              <a:rPr lang="en-US" sz="2175" dirty="0">
                <a:solidFill>
                  <a:srgbClr val="FFFFFF"/>
                </a:solidFill>
                <a:latin typeface="Segoe UI" pitchFamily="34" charset="0"/>
                <a:ea typeface="Segoe UI" pitchFamily="34" charset="-122"/>
                <a:cs typeface="Segoe UI" pitchFamily="34" charset="-120"/>
              </a:rPr>
              <a:t>Background image should appear blurred, darkened, and greyscale. Text is white.</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534400" y="0"/>
            <a:ext cx="3657600" cy="6858000"/>
          </a:xfrm>
          <a:prstGeom prst="rect">
            <a:avLst/>
          </a:prstGeom>
        </p:spPr>
      </p:pic>
      <p:sp>
        <p:nvSpPr>
          <p:cNvPr id="3" name="Text 0"/>
          <p:cNvSpPr/>
          <p:nvPr/>
        </p:nvSpPr>
        <p:spPr>
          <a:xfrm>
            <a:off x="747713" y="1766858"/>
            <a:ext cx="7390924"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51: Split background test</a:t>
            </a:r>
            <a:endParaRPr lang="en-US" sz="3480" dirty="0"/>
          </a:p>
        </p:txBody>
      </p:sp>
      <p:sp>
        <p:nvSpPr>
          <p:cNvPr id="4" name="Text 1"/>
          <p:cNvSpPr/>
          <p:nvPr/>
        </p:nvSpPr>
        <p:spPr>
          <a:xfrm>
            <a:off x="747713" y="2590354"/>
            <a:ext cx="7038975" cy="842814"/>
          </a:xfrm>
          <a:prstGeom prst="rect">
            <a:avLst/>
          </a:prstGeom>
          <a:noFill/>
          <a:ln/>
        </p:spPr>
        <p:txBody>
          <a:bodyPr wrap="square" lIns="0" tIns="0" rIns="0" bIns="0" rtlCol="0" anchor="t"/>
          <a:lstStyle/>
          <a:p>
            <a:pPr algn="l" indent="0" marL="0">
              <a:lnSpc>
                <a:spcPct val="125000"/>
              </a:lnSpc>
              <a:buNone/>
            </a:pPr>
            <a:r>
              <a:rPr lang="en-US" sz="1849" b="1" dirty="0">
                <a:solidFill>
                  <a:srgbClr val="1F2328"/>
                </a:solidFill>
                <a:highlight>
                  <a:srgbClr val="F0F1F3"/>
                </a:highlight>
                <a:latin typeface="Consolas" pitchFamily="34" charset="0"/>
                <a:ea typeface="Consolas" pitchFamily="34" charset="-122"/>
                <a:cs typeface="Consolas" pitchFamily="34" charset="-120"/>
              </a:rPr>
              <a:t>![bg right:30%]</a:t>
            </a:r>
            <a:pPr algn="l" indent="0" marL="0">
              <a:lnSpc>
                <a:spcPct val="125000"/>
              </a:lnSpc>
              <a:buNone/>
            </a:pPr>
            <a:r>
              <a:rPr lang="en-US" sz="2175" b="1" dirty="0">
                <a:solidFill>
                  <a:srgbClr val="1F2328"/>
                </a:solidFill>
                <a:latin typeface="Segoe UI" pitchFamily="34" charset="0"/>
                <a:ea typeface="Segoe UI" pitchFamily="34" charset="-122"/>
                <a:cs typeface="Segoe UI" pitchFamily="34" charset="-120"/>
              </a:rPr>
              <a:t> — Image occupies right 30%, content uses left 70%.</a:t>
            </a:r>
            <a:endParaRPr lang="en-US" sz="1849" dirty="0"/>
          </a:p>
        </p:txBody>
      </p:sp>
      <p:sp>
        <p:nvSpPr>
          <p:cNvPr id="5" name="Text 2"/>
          <p:cNvSpPr/>
          <p:nvPr/>
        </p:nvSpPr>
        <p:spPr>
          <a:xfrm>
            <a:off x="747713" y="3585567"/>
            <a:ext cx="7038975" cy="1450181"/>
          </a:xfrm>
          <a:prstGeom prst="rect">
            <a:avLst/>
          </a:prstGeom>
          <a:noFill/>
          <a:ln/>
        </p:spPr>
        <p:txBody>
          <a:bodyPr wrap="square" lIns="0" tIns="0" rIns="0" bIns="0" rtlCol="0" anchor="t"/>
          <a:lstStyle/>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Verify split layout is reproduced correctly</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Text should be on the left side</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Image should occupy the right 30%</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14300"/>
          </a:xfrm>
          <a:prstGeom prst="rect">
            <a:avLst/>
          </a:prstGeom>
          <a:solidFill>
            <a:srgbClr val="2563EB"/>
          </a:solidFill>
          <a:ln/>
        </p:spPr>
      </p:sp>
      <p:sp>
        <p:nvSpPr>
          <p:cNvPr id="3" name="Shape 1"/>
          <p:cNvSpPr/>
          <p:nvPr/>
        </p:nvSpPr>
        <p:spPr>
          <a:xfrm>
            <a:off x="0" y="6781800"/>
            <a:ext cx="12192000" cy="76200"/>
          </a:xfrm>
          <a:prstGeom prst="rect">
            <a:avLst/>
          </a:prstGeom>
          <a:solidFill>
            <a:srgbClr val="EA580C"/>
          </a:solidFill>
          <a:ln/>
        </p:spPr>
      </p:sp>
      <p:sp>
        <p:nvSpPr>
          <p:cNvPr id="4" name="Text 2"/>
          <p:cNvSpPr/>
          <p:nvPr/>
        </p:nvSpPr>
        <p:spPr>
          <a:xfrm>
            <a:off x="747713" y="1559094"/>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52: Negative margin + fixed-width container</a:t>
            </a:r>
            <a:endParaRPr lang="en-US" sz="3480" dirty="0"/>
          </a:p>
        </p:txBody>
      </p:sp>
      <p:sp>
        <p:nvSpPr>
          <p:cNvPr id="5" name="Text 3"/>
          <p:cNvSpPr/>
          <p:nvPr/>
        </p:nvSpPr>
        <p:spPr>
          <a:xfrm>
            <a:off x="747713" y="2642265"/>
            <a:ext cx="8051006" cy="379809"/>
          </a:xfrm>
          <a:prstGeom prst="rect">
            <a:avLst/>
          </a:prstGeom>
          <a:noFill/>
          <a:ln/>
        </p:spPr>
        <p:txBody>
          <a:bodyPr wrap="square" lIns="0" tIns="0" rIns="0" bIns="0" rtlCol="0" anchor="t"/>
          <a:lstStyle/>
          <a:p>
            <a:pPr algn="l" indent="0" marL="0">
              <a:lnSpc>
                <a:spcPct val="109000"/>
              </a:lnSpc>
              <a:buNone/>
            </a:pPr>
            <a:r>
              <a:rPr lang="en-US" sz="2392" b="1" dirty="0">
                <a:solidFill>
                  <a:srgbClr val="1F2328"/>
                </a:solidFill>
                <a:latin typeface="Segoe UI" pitchFamily="34" charset="0"/>
                <a:ea typeface="Segoe UI" pitchFamily="34" charset="-122"/>
                <a:cs typeface="Segoe UI" pitchFamily="34" charset="-120"/>
              </a:rPr>
              <a:t>Text content</a:t>
            </a:r>
            <a:endParaRPr lang="en-US" sz="2392" dirty="0"/>
          </a:p>
        </p:txBody>
      </p:sp>
      <p:sp>
        <p:nvSpPr>
          <p:cNvPr id="6" name="Text 4"/>
          <p:cNvSpPr/>
          <p:nvPr/>
        </p:nvSpPr>
        <p:spPr>
          <a:xfrm>
            <a:off x="747713" y="3143399"/>
            <a:ext cx="7667625" cy="828675"/>
          </a:xfrm>
          <a:prstGeom prst="rect">
            <a:avLst/>
          </a:prstGeom>
          <a:noFill/>
          <a:ln/>
        </p:spPr>
        <p:txBody>
          <a:bodyPr wrap="square" lIns="0" tIns="0" rIns="0" bIns="0" rtlCol="0" anchor="t"/>
          <a:lstStyle/>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Normal flow text. The image on the right slightly overlaps upward.</a:t>
            </a:r>
            <a:endParaRPr lang="en-US" sz="2175" dirty="0"/>
          </a:p>
        </p:txBody>
      </p:sp>
      <p:sp>
        <p:nvSpPr>
          <p:cNvPr id="7" name="Text 5"/>
          <p:cNvSpPr/>
          <p:nvPr/>
        </p:nvSpPr>
        <p:spPr>
          <a:xfrm>
            <a:off x="747713" y="4124474"/>
            <a:ext cx="7667625" cy="966788"/>
          </a:xfrm>
          <a:prstGeom prst="rect">
            <a:avLst/>
          </a:prstGeom>
          <a:noFill/>
          <a:ln/>
        </p:spPr>
        <p:txBody>
          <a:bodyPr wrap="square" lIns="0" tIns="0" rIns="0" bIns="0" rtlCol="0" anchor="t"/>
          <a:lstStyle/>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Item A</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Item B </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8" name="Shape 6"/>
          <p:cNvSpPr/>
          <p:nvPr/>
        </p:nvSpPr>
        <p:spPr>
          <a:xfrm>
            <a:off x="8567738" y="2261146"/>
            <a:ext cx="2876550" cy="585788"/>
          </a:xfrm>
          <a:prstGeom prst="roundRect">
            <a:avLst>
              <a:gd name="adj" fmla="val 40611"/>
            </a:avLst>
          </a:prstGeom>
          <a:ln w="9525">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8577263" y="2575471"/>
            <a:ext cx="9525" cy="9525"/>
          </a:xfrm>
          <a:prstGeom prst="rect">
            <a:avLst/>
          </a:prstGeom>
        </p:spPr>
      </p:pic>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533620"/>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53: HTML inline flex side-by-side images</a:t>
            </a:r>
            <a:endParaRPr lang="en-US" sz="3480" dirty="0"/>
          </a:p>
        </p:txBody>
      </p:sp>
      <p:pic>
        <p:nvPicPr>
          <p:cNvPr id="3" name="Image 0" descr="preencoded.png">    </p:cNvPr>
          <p:cNvPicPr>
            <a:picLocks noChangeAspect="1"/>
          </p:cNvPicPr>
          <p:nvPr/>
        </p:nvPicPr>
        <p:blipFill>
          <a:blip r:embed="rId1"/>
          <a:stretch>
            <a:fillRect/>
          </a:stretch>
        </p:blipFill>
        <p:spPr>
          <a:xfrm>
            <a:off x="747713" y="3730972"/>
            <a:ext cx="9525" cy="9525"/>
          </a:xfrm>
          <a:prstGeom prst="rect">
            <a:avLst/>
          </a:prstGeom>
        </p:spPr>
      </p:pic>
      <p:sp>
        <p:nvSpPr>
          <p:cNvPr id="4" name="Text 1"/>
          <p:cNvSpPr/>
          <p:nvPr/>
        </p:nvSpPr>
        <p:spPr>
          <a:xfrm>
            <a:off x="5981700" y="3480941"/>
            <a:ext cx="400050" cy="342900"/>
          </a:xfrm>
          <a:prstGeom prst="rect">
            <a:avLst/>
          </a:prstGeom>
          <a:noFill/>
          <a:ln/>
        </p:spPr>
        <p:txBody>
          <a:bodyPr wrap="square" lIns="0" tIns="0" rIns="0" bIns="0" rtlCol="0" anchor="t"/>
          <a:lstStyle/>
          <a:p>
            <a:pPr algn="l" indent="0" marL="0">
              <a:lnSpc>
                <a:spcPct val="130000"/>
              </a:lnSpc>
              <a:buNone/>
            </a:pPr>
            <a:r>
              <a:rPr lang="en-US" sz="1800" dirty="0">
                <a:solidFill>
                  <a:srgbClr val="2563EB"/>
                </a:solidFill>
                <a:latin typeface="Segoe UI" pitchFamily="34" charset="0"/>
                <a:ea typeface="Segoe UI" pitchFamily="34" charset="-122"/>
                <a:cs typeface="Segoe UI" pitchFamily="34" charset="-120"/>
              </a:rPr>
              <a:t>→</a:t>
            </a:r>
            <a:endParaRPr lang="en-US" sz="1800" dirty="0"/>
          </a:p>
        </p:txBody>
      </p:sp>
      <p:sp>
        <p:nvSpPr>
          <p:cNvPr id="5" name="Text 2"/>
          <p:cNvSpPr/>
          <p:nvPr/>
        </p:nvSpPr>
        <p:spPr>
          <a:xfrm>
            <a:off x="747713" y="4035772"/>
            <a:ext cx="11231404" cy="200025"/>
          </a:xfrm>
          <a:prstGeom prst="rect">
            <a:avLst/>
          </a:prstGeom>
          <a:noFill/>
          <a:ln/>
        </p:spPr>
        <p:txBody>
          <a:bodyPr wrap="square" lIns="0" tIns="0" rIns="0" bIns="0" rtlCol="0" anchor="t"/>
          <a:lstStyle/>
          <a:p>
            <a:pPr algn="ctr" indent="0" marL="0">
              <a:lnSpc>
                <a:spcPct val="130000"/>
              </a:lnSpc>
              <a:buNone/>
            </a:pPr>
            <a:r>
              <a:rPr lang="en-US" sz="1050" dirty="0">
                <a:solidFill>
                  <a:srgbClr val="64748B"/>
                </a:solidFill>
                <a:latin typeface="Segoe UI" pitchFamily="34" charset="0"/>
                <a:ea typeface="Segoe UI" pitchFamily="34" charset="-122"/>
                <a:cs typeface="Segoe UI" pitchFamily="34" charset="-120"/>
              </a:rPr>
              <a:t>Left: Before → Right: After</a:t>
            </a:r>
            <a:endParaRPr lang="en-US" sz="1050"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842462"/>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54: h3 + step badge (heading with mixed badge)</a:t>
            </a:r>
            <a:endParaRPr lang="en-US" sz="3480" dirty="0"/>
          </a:p>
        </p:txBody>
      </p:sp>
      <p:sp>
        <p:nvSpPr>
          <p:cNvPr id="3" name="Text 1"/>
          <p:cNvSpPr/>
          <p:nvPr/>
        </p:nvSpPr>
        <p:spPr>
          <a:xfrm>
            <a:off x="747713" y="3468439"/>
            <a:ext cx="495300" cy="271463"/>
          </a:xfrm>
          <a:prstGeom prst="roundRect">
            <a:avLst>
              <a:gd name="adj" fmla="val 168421"/>
            </a:avLst>
          </a:prstGeom>
          <a:solidFill>
            <a:srgbClr val="0F6CBD"/>
          </a:solidFill>
          <a:ln/>
        </p:spPr>
        <p:txBody>
          <a:bodyPr wrap="square" lIns="0" tIns="0" rIns="0" bIns="0" rtlCol="0" anchor="ctr"/>
          <a:lstStyle/>
          <a:p>
            <a:pPr algn="ctr" indent="0" marL="0">
              <a:lnSpc>
                <a:spcPct val="100000"/>
              </a:lnSpc>
              <a:buNone/>
            </a:pPr>
            <a:r>
              <a:rPr lang="en-US" sz="1350" b="1" dirty="0">
                <a:solidFill>
                  <a:srgbClr val="FFFFFF"/>
                </a:solidFill>
                <a:latin typeface="Segoe UI" pitchFamily="34" charset="0"/>
                <a:ea typeface="Segoe UI" pitchFamily="34" charset="-122"/>
                <a:cs typeface="Segoe UI" pitchFamily="34" charset="-120"/>
              </a:rPr>
              <a:t>1</a:t>
            </a:r>
            <a:endParaRPr lang="en-US" sz="1350" dirty="0"/>
          </a:p>
        </p:txBody>
      </p:sp>
      <p:sp>
        <p:nvSpPr>
          <p:cNvPr id="4" name="Text 2"/>
          <p:cNvSpPr/>
          <p:nvPr/>
        </p:nvSpPr>
        <p:spPr>
          <a:xfrm>
            <a:off x="1243013" y="3325684"/>
            <a:ext cx="10796588" cy="379809"/>
          </a:xfrm>
          <a:prstGeom prst="rect">
            <a:avLst/>
          </a:prstGeom>
          <a:noFill/>
          <a:ln/>
        </p:spPr>
        <p:txBody>
          <a:bodyPr wrap="square" lIns="0" tIns="0" rIns="0" bIns="0" rtlCol="0" anchor="t"/>
          <a:lstStyle/>
          <a:p>
            <a:pPr algn="l" indent="0" marL="0">
              <a:lnSpc>
                <a:spcPct val="109000"/>
              </a:lnSpc>
              <a:buNone/>
            </a:pPr>
            <a:r>
              <a:rPr lang="en-US" sz="2392" b="1" dirty="0">
                <a:solidFill>
                  <a:srgbClr val="1F2328"/>
                </a:solidFill>
                <a:latin typeface="Segoe UI" pitchFamily="34" charset="0"/>
                <a:ea typeface="Segoe UI" pitchFamily="34" charset="-122"/>
                <a:cs typeface="Segoe UI" pitchFamily="34" charset="-120"/>
              </a:rPr>
              <a:t> Alpha beta gamma</a:t>
            </a:r>
            <a:endParaRPr lang="en-US" sz="2392" dirty="0"/>
          </a:p>
        </p:txBody>
      </p:sp>
      <p:sp>
        <p:nvSpPr>
          <p:cNvPr id="5" name="Text 3"/>
          <p:cNvSpPr/>
          <p:nvPr/>
        </p:nvSpPr>
        <p:spPr>
          <a:xfrm>
            <a:off x="747713" y="4076849"/>
            <a:ext cx="495300" cy="271463"/>
          </a:xfrm>
          <a:prstGeom prst="roundRect">
            <a:avLst>
              <a:gd name="adj" fmla="val 168421"/>
            </a:avLst>
          </a:prstGeom>
          <a:solidFill>
            <a:srgbClr val="0F6CBD"/>
          </a:solidFill>
          <a:ln/>
        </p:spPr>
        <p:txBody>
          <a:bodyPr wrap="square" lIns="0" tIns="0" rIns="0" bIns="0" rtlCol="0" anchor="ctr"/>
          <a:lstStyle/>
          <a:p>
            <a:pPr algn="ctr" indent="0" marL="0">
              <a:lnSpc>
                <a:spcPct val="100000"/>
              </a:lnSpc>
              <a:buNone/>
            </a:pPr>
            <a:r>
              <a:rPr lang="en-US" sz="1350" b="1" dirty="0">
                <a:solidFill>
                  <a:srgbClr val="FFFFFF"/>
                </a:solidFill>
                <a:latin typeface="Segoe UI" pitchFamily="34" charset="0"/>
                <a:ea typeface="Segoe UI" pitchFamily="34" charset="-122"/>
                <a:cs typeface="Segoe UI" pitchFamily="34" charset="-120"/>
              </a:rPr>
              <a:t>2</a:t>
            </a:r>
            <a:endParaRPr lang="en-US" sz="1350" dirty="0"/>
          </a:p>
        </p:txBody>
      </p:sp>
      <p:sp>
        <p:nvSpPr>
          <p:cNvPr id="6" name="Text 4"/>
          <p:cNvSpPr/>
          <p:nvPr/>
        </p:nvSpPr>
        <p:spPr>
          <a:xfrm>
            <a:off x="1243013" y="3934093"/>
            <a:ext cx="10796588" cy="379809"/>
          </a:xfrm>
          <a:prstGeom prst="rect">
            <a:avLst/>
          </a:prstGeom>
          <a:noFill/>
          <a:ln/>
        </p:spPr>
        <p:txBody>
          <a:bodyPr wrap="square" lIns="0" tIns="0" rIns="0" bIns="0" rtlCol="0" anchor="t"/>
          <a:lstStyle/>
          <a:p>
            <a:pPr algn="l" indent="0" marL="0">
              <a:lnSpc>
                <a:spcPct val="109000"/>
              </a:lnSpc>
              <a:buNone/>
            </a:pPr>
            <a:r>
              <a:rPr lang="en-US" sz="2392" b="1" dirty="0">
                <a:solidFill>
                  <a:srgbClr val="1F2328"/>
                </a:solidFill>
                <a:latin typeface="Segoe UI" pitchFamily="34" charset="0"/>
                <a:ea typeface="Segoe UI" pitchFamily="34" charset="-122"/>
                <a:cs typeface="Segoe UI" pitchFamily="34" charset="-120"/>
              </a:rPr>
              <a:t> Delta epsilon zeta</a:t>
            </a:r>
            <a:endParaRPr lang="en-US" sz="2392" dirty="0"/>
          </a:p>
        </p:txBody>
      </p:sp>
      <p:sp>
        <p:nvSpPr>
          <p:cNvPr id="7" name="Text 5"/>
          <p:cNvSpPr/>
          <p:nvPr/>
        </p:nvSpPr>
        <p:spPr>
          <a:xfrm>
            <a:off x="747713" y="4685258"/>
            <a:ext cx="495300" cy="271463"/>
          </a:xfrm>
          <a:prstGeom prst="roundRect">
            <a:avLst>
              <a:gd name="adj" fmla="val 168421"/>
            </a:avLst>
          </a:prstGeom>
          <a:solidFill>
            <a:srgbClr val="0F6CBD"/>
          </a:solidFill>
          <a:ln/>
        </p:spPr>
        <p:txBody>
          <a:bodyPr wrap="square" lIns="0" tIns="0" rIns="0" bIns="0" rtlCol="0" anchor="ctr"/>
          <a:lstStyle/>
          <a:p>
            <a:pPr algn="ctr" indent="0" marL="0">
              <a:lnSpc>
                <a:spcPct val="100000"/>
              </a:lnSpc>
              <a:buNone/>
            </a:pPr>
            <a:r>
              <a:rPr lang="en-US" sz="1350" b="1" dirty="0">
                <a:solidFill>
                  <a:srgbClr val="FFFFFF"/>
                </a:solidFill>
                <a:latin typeface="Segoe UI" pitchFamily="34" charset="0"/>
                <a:ea typeface="Segoe UI" pitchFamily="34" charset="-122"/>
                <a:cs typeface="Segoe UI" pitchFamily="34" charset="-120"/>
              </a:rPr>
              <a:t>3</a:t>
            </a:r>
            <a:endParaRPr lang="en-US" sz="1350" dirty="0"/>
          </a:p>
        </p:txBody>
      </p:sp>
      <p:sp>
        <p:nvSpPr>
          <p:cNvPr id="8" name="Text 6"/>
          <p:cNvSpPr/>
          <p:nvPr/>
        </p:nvSpPr>
        <p:spPr>
          <a:xfrm>
            <a:off x="1243013" y="4542502"/>
            <a:ext cx="10796588" cy="379809"/>
          </a:xfrm>
          <a:prstGeom prst="rect">
            <a:avLst/>
          </a:prstGeom>
          <a:noFill/>
          <a:ln/>
        </p:spPr>
        <p:txBody>
          <a:bodyPr wrap="square" lIns="0" tIns="0" rIns="0" bIns="0" rtlCol="0" anchor="t"/>
          <a:lstStyle/>
          <a:p>
            <a:pPr algn="l" indent="0" marL="0">
              <a:lnSpc>
                <a:spcPct val="109000"/>
              </a:lnSpc>
              <a:buNone/>
            </a:pPr>
            <a:r>
              <a:rPr lang="en-US" sz="2392" b="1" dirty="0">
                <a:solidFill>
                  <a:srgbClr val="1F2328"/>
                </a:solidFill>
                <a:latin typeface="Segoe UI" pitchFamily="34" charset="0"/>
                <a:ea typeface="Segoe UI" pitchFamily="34" charset="-122"/>
                <a:cs typeface="Segoe UI" pitchFamily="34" charset="-120"/>
              </a:rPr>
              <a:t> Eta theta iota kappa</a:t>
            </a:r>
            <a:endParaRPr lang="en-US" sz="2392"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981170"/>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55: subscript and superscript</a:t>
            </a:r>
            <a:endParaRPr lang="en-US" sz="3480" dirty="0"/>
          </a:p>
        </p:txBody>
      </p:sp>
      <p:sp>
        <p:nvSpPr>
          <p:cNvPr id="3" name="Text 1"/>
          <p:cNvSpPr/>
          <p:nvPr/>
        </p:nvSpPr>
        <p:spPr>
          <a:xfrm>
            <a:off x="747713" y="2804666"/>
            <a:ext cx="10696575" cy="1450181"/>
          </a:xfrm>
          <a:prstGeom prst="rect">
            <a:avLst/>
          </a:prstGeom>
          <a:noFill/>
          <a:ln/>
        </p:spPr>
        <p:txBody>
          <a:bodyPr wrap="square" lIns="0" tIns="0" rIns="0" bIns="0" rtlCol="0" anchor="t"/>
          <a:lstStyle/>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Label-A: H</a:t>
            </a:r>
            <a:pPr algn="l" marL="342900" indent="-342900">
              <a:lnSpc>
                <a:spcPct val="125000"/>
              </a:lnSpc>
              <a:buSzPct val="100000"/>
              <a:buChar char="•"/>
            </a:pPr>
            <a:r>
              <a:rPr lang="en-US" sz="1631" baseline="-40000" dirty="0">
                <a:solidFill>
                  <a:srgbClr val="1F2328"/>
                </a:solidFill>
                <a:latin typeface="Segoe UI" pitchFamily="34" charset="0"/>
                <a:ea typeface="Segoe UI" pitchFamily="34" charset="-122"/>
                <a:cs typeface="Segoe UI" pitchFamily="34" charset="-120"/>
              </a:rPr>
              <a:t>2</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O</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Label-B: E=mc</a:t>
            </a:r>
            <a:pPr algn="l" marL="342900" indent="-342900">
              <a:lnSpc>
                <a:spcPct val="125000"/>
              </a:lnSpc>
              <a:buSzPct val="100000"/>
              <a:buChar char="•"/>
            </a:pPr>
            <a:r>
              <a:rPr lang="en-US" sz="1631" baseline="30000" dirty="0">
                <a:solidFill>
                  <a:srgbClr val="1F2328"/>
                </a:solidFill>
                <a:latin typeface="Segoe UI" pitchFamily="34" charset="0"/>
                <a:ea typeface="Segoe UI" pitchFamily="34" charset="-122"/>
                <a:cs typeface="Segoe UI" pitchFamily="34" charset="-120"/>
              </a:rPr>
              <a:t>2</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Label-C: val-N</a:t>
            </a:r>
            <a:pPr algn="l" marL="342900" indent="-342900">
              <a:lnSpc>
                <a:spcPct val="125000"/>
              </a:lnSpc>
              <a:buSzPct val="100000"/>
              <a:buChar char="•"/>
            </a:pPr>
            <a:r>
              <a:rPr lang="en-US" sz="1631" baseline="-40000" dirty="0">
                <a:solidFill>
                  <a:srgbClr val="1F2328"/>
                </a:solidFill>
                <a:latin typeface="Segoe UI" pitchFamily="34" charset="0"/>
                <a:ea typeface="Segoe UI" pitchFamily="34" charset="-122"/>
                <a:cs typeface="Segoe UI" pitchFamily="34" charset="-120"/>
              </a:rPr>
              <a:t>item</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 + val-N</a:t>
            </a:r>
            <a:pPr algn="l" marL="342900" indent="-342900">
              <a:lnSpc>
                <a:spcPct val="125000"/>
              </a:lnSpc>
              <a:buSzPct val="100000"/>
              <a:buChar char="•"/>
            </a:pPr>
            <a:r>
              <a:rPr lang="en-US" sz="1631" baseline="30000" dirty="0">
                <a:solidFill>
                  <a:srgbClr val="1F2328"/>
                </a:solidFill>
                <a:latin typeface="Segoe UI" pitchFamily="34" charset="0"/>
                <a:ea typeface="Segoe UI" pitchFamily="34" charset="-122"/>
                <a:cs typeface="Segoe UI" pitchFamily="34" charset="-120"/>
              </a:rPr>
              <a:t>note</a:t>
            </a:r>
            <a:endParaRPr lang="en-US" sz="2175" dirty="0"/>
          </a:p>
        </p:txBody>
      </p:sp>
      <p:sp>
        <p:nvSpPr>
          <p:cNvPr id="4" name="Text 2"/>
          <p:cNvSpPr/>
          <p:nvPr/>
        </p:nvSpPr>
        <p:spPr>
          <a:xfrm>
            <a:off x="747713" y="4338191"/>
            <a:ext cx="11231404"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Alpha beta </a:t>
            </a:r>
            <a:pPr algn="l" indent="0" marL="0">
              <a:lnSpc>
                <a:spcPct val="130000"/>
              </a:lnSpc>
              <a:buNone/>
            </a:pPr>
            <a:r>
              <a:rPr lang="en-US" sz="1631" baseline="-40000" dirty="0">
                <a:solidFill>
                  <a:srgbClr val="1F2328"/>
                </a:solidFill>
                <a:latin typeface="Segoe UI" pitchFamily="34" charset="0"/>
                <a:ea typeface="Segoe UI" pitchFamily="34" charset="-122"/>
                <a:cs typeface="Segoe UI" pitchFamily="34" charset="-120"/>
              </a:rPr>
              <a:t>gamma</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delta </a:t>
            </a:r>
            <a:pPr algn="l" indent="0" marL="0">
              <a:lnSpc>
                <a:spcPct val="130000"/>
              </a:lnSpc>
              <a:buNone/>
            </a:pPr>
            <a:r>
              <a:rPr lang="en-US" sz="1631" baseline="30000" dirty="0">
                <a:solidFill>
                  <a:srgbClr val="1F2328"/>
                </a:solidFill>
                <a:latin typeface="Segoe UI" pitchFamily="34" charset="0"/>
                <a:ea typeface="Segoe UI" pitchFamily="34" charset="-122"/>
                <a:cs typeface="Segoe UI" pitchFamily="34" charset="-120"/>
              </a:rPr>
              <a:t>epsilon</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zeta.</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515100"/>
            <a:ext cx="261640" cy="342900"/>
          </a:xfrm>
          <a:prstGeom prst="rect">
            <a:avLst/>
          </a:prstGeom>
          <a:solidFill>
            <a:srgbClr val="2563EB"/>
          </a:solidFill>
          <a:ln/>
        </p:spPr>
      </p:sp>
      <p:sp>
        <p:nvSpPr>
          <p:cNvPr id="3" name="Text 1"/>
          <p:cNvSpPr/>
          <p:nvPr/>
        </p:nvSpPr>
        <p:spPr>
          <a:xfrm>
            <a:off x="747713" y="1981170"/>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56: section::before/after (banner suppression test)</a:t>
            </a:r>
            <a:endParaRPr lang="en-US" sz="3480" dirty="0"/>
          </a:p>
        </p:txBody>
      </p:sp>
      <p:sp>
        <p:nvSpPr>
          <p:cNvPr id="4" name="Text 2"/>
          <p:cNvSpPr/>
          <p:nvPr/>
        </p:nvSpPr>
        <p:spPr>
          <a:xfrm>
            <a:off x="747713" y="3357116"/>
            <a:ext cx="11231404"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Verify that the PPTX for this slide does </a:t>
            </a:r>
            <a:pPr algn="l" indent="0" marL="0">
              <a:lnSpc>
                <a:spcPct val="130000"/>
              </a:lnSpc>
              <a:buNone/>
            </a:pPr>
            <a:r>
              <a:rPr lang="en-US" sz="2175" b="1" dirty="0">
                <a:solidFill>
                  <a:srgbClr val="1F2328"/>
                </a:solidFill>
                <a:latin typeface="Segoe UI" pitchFamily="34" charset="0"/>
                <a:ea typeface="Segoe UI" pitchFamily="34" charset="-122"/>
                <a:cs typeface="Segoe UI" pitchFamily="34" charset="-120"/>
              </a:rPr>
              <a:t>not display top/bottom banners</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5" name="Text 3"/>
          <p:cNvSpPr/>
          <p:nvPr/>
        </p:nvSpPr>
        <p:spPr>
          <a:xfrm>
            <a:off x="747713" y="3923854"/>
            <a:ext cx="10696575" cy="828675"/>
          </a:xfrm>
          <a:prstGeom prst="rect">
            <a:avLst/>
          </a:prstGeom>
          <a:noFill/>
          <a:ln/>
        </p:spPr>
        <p:txBody>
          <a:bodyPr wrap="square" lIns="0" tIns="0" rIns="0" bIns="0" rtlCol="0" anchor="t"/>
          <a:lstStyle/>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section::before and section::after with content:"" should </a:t>
            </a:r>
            <a:pPr algn="l" indent="0" marL="0">
              <a:lnSpc>
                <a:spcPct val="125000"/>
              </a:lnSpc>
              <a:buNone/>
            </a:pPr>
            <a:r>
              <a:rPr lang="en-US" sz="2175" b="1" dirty="0">
                <a:solidFill>
                  <a:srgbClr val="1F2328"/>
                </a:solidFill>
                <a:latin typeface="Segoe UI" pitchFamily="34" charset="0"/>
                <a:ea typeface="Segoe UI" pitchFamily="34" charset="-122"/>
                <a:cs typeface="Segoe UI" pitchFamily="34" charset="-120"/>
              </a:rPr>
              <a:t>not</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be extracted as banners.</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139696"/>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57: h2 border-left vertical decoration + ZWJ emoji</a:t>
            </a:r>
            <a:endParaRPr lang="en-US" sz="3480" dirty="0"/>
          </a:p>
        </p:txBody>
      </p:sp>
      <p:sp>
        <p:nvSpPr>
          <p:cNvPr id="3" name="Shape 1"/>
          <p:cNvSpPr/>
          <p:nvPr/>
        </p:nvSpPr>
        <p:spPr>
          <a:xfrm>
            <a:off x="747713" y="2660898"/>
            <a:ext cx="38100" cy="556468"/>
          </a:xfrm>
          <a:prstGeom prst="rect">
            <a:avLst/>
          </a:prstGeom>
          <a:solidFill>
            <a:srgbClr val="3498DB"/>
          </a:solidFill>
          <a:ln w="12700">
            <a:solidFill>
              <a:srgbClr val="3498DB"/>
            </a:solidFill>
            <a:prstDash val="solid"/>
          </a:ln>
        </p:spPr>
      </p:sp>
      <p:sp>
        <p:nvSpPr>
          <p:cNvPr id="4" name="Text 2"/>
          <p:cNvSpPr/>
          <p:nvPr/>
        </p:nvSpPr>
        <p:spPr>
          <a:xfrm>
            <a:off x="785813" y="2616011"/>
            <a:ext cx="11253788" cy="556468"/>
          </a:xfrm>
          <a:prstGeom prst="rect">
            <a:avLst/>
          </a:prstGeom>
          <a:noFill/>
          <a:ln/>
        </p:spPr>
        <p:txBody>
          <a:bodyPr wrap="square" lIns="95250" tIns="0" rIns="0" bIns="107728" rtlCol="0" anchor="t"/>
          <a:lstStyle/>
          <a:p>
            <a:pPr algn="l" indent="0" marL="0">
              <a:lnSpc>
                <a:spcPct val="109000"/>
              </a:lnSpc>
              <a:buNone/>
            </a:pPr>
            <a:r>
              <a:rPr lang="en-US" sz="2828" b="1" dirty="0">
                <a:solidFill>
                  <a:srgbClr val="2980B9"/>
                </a:solidFill>
                <a:latin typeface="Segoe UI" pitchFamily="34" charset="0"/>
                <a:ea typeface="Segoe UI" pitchFamily="34" charset="-122"/>
                <a:cs typeface="Segoe UI" pitchFamily="34" charset="-120"/>
              </a:rPr>
              <a:t>Vertical decoration heading: text must not overlap the bar</a:t>
            </a:r>
            <a:endParaRPr lang="en-US" sz="2828" dirty="0"/>
          </a:p>
        </p:txBody>
      </p:sp>
      <p:sp>
        <p:nvSpPr>
          <p:cNvPr id="5" name="Text 3"/>
          <p:cNvSpPr/>
          <p:nvPr/>
        </p:nvSpPr>
        <p:spPr>
          <a:xfrm>
            <a:off x="747713" y="3300710"/>
            <a:ext cx="10696575" cy="1243013"/>
          </a:xfrm>
          <a:prstGeom prst="rect">
            <a:avLst/>
          </a:prstGeom>
          <a:noFill/>
          <a:ln/>
        </p:spPr>
        <p:txBody>
          <a:bodyPr wrap="square" lIns="0" tIns="0" rIns="0" bIns="0" rtlCol="0" anchor="t"/>
          <a:lstStyle/>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Text should start to the </a:t>
            </a:r>
            <a:pPr algn="l" indent="0" marL="0">
              <a:lnSpc>
                <a:spcPct val="125000"/>
              </a:lnSpc>
              <a:buNone/>
            </a:pPr>
            <a:r>
              <a:rPr lang="en-US" sz="2175" b="1" dirty="0">
                <a:solidFill>
                  <a:srgbClr val="1F2328"/>
                </a:solidFill>
                <a:highlight>
                  <a:srgbClr val="F1C40F"/>
                </a:highlight>
                <a:latin typeface="Segoe UI" pitchFamily="34" charset="0"/>
                <a:ea typeface="Segoe UI" pitchFamily="34" charset="-122"/>
                <a:cs typeface="Segoe UI" pitchFamily="34" charset="-120"/>
              </a:rPr>
              <a:t>right</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of the border-left bar.</a:t>
            </a:r>
            <a:pPr algn="l" indent="0" marL="0">
              <a:lnSpc>
                <a:spcPct val="125000"/>
              </a:lnSpc>
              <a:buNone/>
            </a:pPr>
            <a:endParaRPr lang="en-US" sz="2175" dirty="0"/>
          </a:p>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Developer: </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(ZWJ composed emoji)</a:t>
            </a:r>
            <a:pPr algn="l" indent="0" marL="0">
              <a:lnSpc>
                <a:spcPct val="125000"/>
              </a:lnSpc>
              <a:buNone/>
            </a:pPr>
            <a:endParaRPr lang="en-US" sz="2175" dirty="0"/>
          </a:p>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Family: </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(family ZWJ sequence)</a:t>
            </a:r>
            <a:endParaRPr lang="en-US" sz="2175" dirty="0"/>
          </a:p>
        </p:txBody>
      </p:sp>
      <p:sp>
        <p:nvSpPr>
          <p:cNvPr id="6" name="Text 4"/>
          <p:cNvSpPr/>
          <p:nvPr/>
        </p:nvSpPr>
        <p:spPr>
          <a:xfrm>
            <a:off x="747713" y="4696123"/>
            <a:ext cx="10696575" cy="966788"/>
          </a:xfrm>
          <a:prstGeom prst="rect">
            <a:avLst/>
          </a:prstGeom>
          <a:noFill/>
          <a:ln/>
        </p:spPr>
        <p:txBody>
          <a:bodyPr wrap="square" lIns="0" tIns="0" rIns="0" bIns="0" rtlCol="0" anchor="t"/>
          <a:lstStyle/>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Working on </a:t>
            </a:r>
            <a:pPr algn="l" marL="342900" indent="-342900">
              <a:lnSpc>
                <a:spcPct val="125000"/>
              </a:lnSpc>
              <a:buSzPct val="100000"/>
              <a:buChar char="•"/>
            </a:pPr>
            <a:r>
              <a:rPr lang="en-US" sz="2175" b="1" dirty="0">
                <a:solidFill>
                  <a:srgbClr val="1F2328"/>
                </a:solidFill>
                <a:highlight>
                  <a:srgbClr val="F1C40F"/>
                </a:highlight>
                <a:latin typeface="Segoe UI" pitchFamily="34" charset="0"/>
                <a:ea typeface="Segoe UI" pitchFamily="34" charset="-122"/>
                <a:cs typeface="Segoe UI" pitchFamily="34" charset="-120"/>
              </a:rPr>
              <a:t>alpha beta</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 items</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The 4px border-left should render as a vertical bar with no text overlap</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519505"/>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58: Section-scoped colour themes (class-scoped h2 border)</a:t>
            </a:r>
            <a:endParaRPr lang="en-US" sz="3480" dirty="0"/>
          </a:p>
        </p:txBody>
      </p:sp>
      <p:sp>
        <p:nvSpPr>
          <p:cNvPr id="3" name="Shape 1"/>
          <p:cNvSpPr/>
          <p:nvPr/>
        </p:nvSpPr>
        <p:spPr>
          <a:xfrm>
            <a:off x="747713" y="3040707"/>
            <a:ext cx="38100" cy="556468"/>
          </a:xfrm>
          <a:prstGeom prst="rect">
            <a:avLst/>
          </a:prstGeom>
          <a:solidFill>
            <a:srgbClr val="27AE60"/>
          </a:solidFill>
          <a:ln w="12700">
            <a:solidFill>
              <a:srgbClr val="27AE60"/>
            </a:solidFill>
            <a:prstDash val="solid"/>
          </a:ln>
        </p:spPr>
      </p:sp>
      <p:sp>
        <p:nvSpPr>
          <p:cNvPr id="4" name="Text 2"/>
          <p:cNvSpPr/>
          <p:nvPr/>
        </p:nvSpPr>
        <p:spPr>
          <a:xfrm>
            <a:off x="785813" y="2995821"/>
            <a:ext cx="11253788" cy="556468"/>
          </a:xfrm>
          <a:prstGeom prst="rect">
            <a:avLst/>
          </a:prstGeom>
          <a:noFill/>
          <a:ln/>
        </p:spPr>
        <p:txBody>
          <a:bodyPr wrap="square" lIns="95250" tIns="0" rIns="0" bIns="107728" rtlCol="0" anchor="t"/>
          <a:lstStyle/>
          <a:p>
            <a:pPr algn="l" indent="0" marL="0">
              <a:lnSpc>
                <a:spcPct val="109000"/>
              </a:lnSpc>
              <a:buNone/>
            </a:pPr>
            <a:r>
              <a:rPr lang="en-US" sz="2828" b="1" dirty="0">
                <a:solidFill>
                  <a:srgbClr val="27AE60"/>
                </a:solidFill>
                <a:latin typeface="Segoe UI" pitchFamily="34" charset="0"/>
                <a:ea typeface="Segoe UI" pitchFamily="34" charset="-122"/>
                <a:cs typeface="Segoe UI" pitchFamily="34" charset="-120"/>
              </a:rPr>
              <a:t>Theme-colour vertical decoration</a:t>
            </a:r>
            <a:endParaRPr lang="en-US" sz="2828"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747713" y="3749576"/>
          <a:ext cx="10696575" cy="914400"/>
        </p:xfrm>
        <a:graphic>
          <a:graphicData uri="http://schemas.openxmlformats.org/drawingml/2006/table">
            <a:tbl>
              <a:tblPr/>
              <a:tblGrid>
                <a:gridCol w="870109"/>
                <a:gridCol w="930116"/>
                <a:gridCol w="930116"/>
              </a:tblGrid>
              <a:tr h="0">
                <a:tc>
                  <a:txBody>
                    <a:bodyPr/>
                    <a:lstStyle/>
                    <a:p>
                      <a:pPr algn="ctr" indent="0" marL="0">
                        <a:buNone/>
                      </a:pPr>
                      <a:r>
                        <a:rPr lang="en-US" sz="1350" b="1" dirty="0">
                          <a:solidFill>
                            <a:srgbClr val="FFFFFF"/>
                          </a:solidFill>
                          <a:latin typeface="Segoe UI" pitchFamily="34" charset="0"/>
                          <a:ea typeface="Segoe UI" pitchFamily="34" charset="-122"/>
                          <a:cs typeface="Segoe UI" pitchFamily="34" charset="-120"/>
                        </a:rPr>
                        <a:t>Item</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27AE60"/>
                    </a:solidFill>
                  </a:tcPr>
                </a:tc>
                <a:tc>
                  <a:txBody>
                    <a:bodyPr/>
                    <a:lstStyle/>
                    <a:p>
                      <a:pPr algn="ctr" indent="0" marL="0">
                        <a:buNone/>
                      </a:pPr>
                      <a:r>
                        <a:rPr lang="en-US" sz="1350" b="1" dirty="0">
                          <a:solidFill>
                            <a:srgbClr val="FFFFFF"/>
                          </a:solidFill>
                          <a:latin typeface="Segoe UI" pitchFamily="34" charset="0"/>
                          <a:ea typeface="Segoe UI" pitchFamily="34" charset="-122"/>
                          <a:cs typeface="Segoe UI" pitchFamily="34" charset="-120"/>
                        </a:rPr>
                        <a:t>Mode-1</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27AE60"/>
                    </a:solidFill>
                  </a:tcPr>
                </a:tc>
                <a:tc>
                  <a:txBody>
                    <a:bodyPr/>
                    <a:lstStyle/>
                    <a:p>
                      <a:pPr algn="ctr" indent="0" marL="0">
                        <a:buNone/>
                      </a:pPr>
                      <a:r>
                        <a:rPr lang="en-US" sz="1350" b="1" dirty="0">
                          <a:solidFill>
                            <a:srgbClr val="FFFFFF"/>
                          </a:solidFill>
                          <a:latin typeface="Segoe UI" pitchFamily="34" charset="0"/>
                          <a:ea typeface="Segoe UI" pitchFamily="34" charset="-122"/>
                          <a:cs typeface="Segoe UI" pitchFamily="34" charset="-120"/>
                        </a:rPr>
                        <a:t>Mode-2</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27AE60"/>
                    </a:solidFill>
                  </a:tcPr>
                </a:tc>
              </a:tr>
              <a:tr h="0">
                <a:tc>
                  <a:txBody>
                    <a:bodyPr/>
                    <a:lstStyle/>
                    <a:p>
                      <a:pPr indent="0" marL="0">
                        <a:buNone/>
                      </a:pPr>
                      <a:r>
                        <a:rPr lang="en-US" sz="1350" b="1" dirty="0">
                          <a:solidFill>
                            <a:srgbClr val="1F2328"/>
                          </a:solidFill>
                          <a:latin typeface="Segoe UI" pitchFamily="34" charset="0"/>
                          <a:ea typeface="Segoe UI" pitchFamily="34" charset="-122"/>
                          <a:cs typeface="Segoe UI" pitchFamily="34" charset="-120"/>
                        </a:rPr>
                        <a:t>Item-A</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1350" dirty="0">
                          <a:solidFill>
                            <a:srgbClr val="1F2328"/>
                          </a:solidFill>
                          <a:latin typeface="Segoe UI" pitchFamily="34" charset="0"/>
                          <a:ea typeface="Segoe UI" pitchFamily="34" charset="-122"/>
                          <a:cs typeface="Segoe UI" pitchFamily="34" charset="-120"/>
                        </a:rPr>
                        <a:t>State-1</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1350" dirty="0">
                          <a:solidFill>
                            <a:srgbClr val="1F2328"/>
                          </a:solidFill>
                          <a:latin typeface="Segoe UI" pitchFamily="34" charset="0"/>
                          <a:ea typeface="Segoe UI" pitchFamily="34" charset="-122"/>
                          <a:cs typeface="Segoe UI" pitchFamily="34" charset="-120"/>
                        </a:rPr>
                        <a:t>State-2</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1F2328"/>
                          </a:solidFill>
                          <a:latin typeface="Segoe UI" pitchFamily="34" charset="0"/>
                          <a:ea typeface="Segoe UI" pitchFamily="34" charset="-122"/>
                          <a:cs typeface="Segoe UI" pitchFamily="34" charset="-120"/>
                        </a:rPr>
                        <a:t>Item-B</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indent="0" marL="0">
                        <a:buNone/>
                      </a:pPr>
                      <a:r>
                        <a:rPr lang="en-US" sz="1350" dirty="0">
                          <a:solidFill>
                            <a:srgbClr val="1F2328"/>
                          </a:solidFill>
                          <a:latin typeface="Segoe UI" pitchFamily="34" charset="0"/>
                          <a:ea typeface="Segoe UI" pitchFamily="34" charset="-122"/>
                          <a:cs typeface="Segoe UI" pitchFamily="34" charset="-120"/>
                        </a:rPr>
                        <a:t>State-3</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indent="0" marL="0">
                        <a:buNone/>
                      </a:pPr>
                      <a:r>
                        <a:rPr lang="en-US" sz="1350" dirty="0">
                          <a:solidFill>
                            <a:srgbClr val="1F2328"/>
                          </a:solidFill>
                          <a:latin typeface="Segoe UI" pitchFamily="34" charset="0"/>
                          <a:ea typeface="Segoe UI" pitchFamily="34" charset="-122"/>
                          <a:cs typeface="Segoe UI" pitchFamily="34" charset="-120"/>
                        </a:rPr>
                        <a:t>State-4</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r h="0">
                <a:tc>
                  <a:txBody>
                    <a:bodyPr/>
                    <a:lstStyle/>
                    <a:p>
                      <a:pPr indent="0" marL="0">
                        <a:buNone/>
                      </a:pPr>
                      <a:r>
                        <a:rPr lang="en-US" sz="1350" b="1" dirty="0">
                          <a:solidFill>
                            <a:srgbClr val="1F2328"/>
                          </a:solidFill>
                          <a:latin typeface="Segoe UI" pitchFamily="34" charset="0"/>
                          <a:ea typeface="Segoe UI" pitchFamily="34" charset="-122"/>
                          <a:cs typeface="Segoe UI" pitchFamily="34" charset="-120"/>
                        </a:rPr>
                        <a:t>Item-C</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1350" dirty="0">
                          <a:solidFill>
                            <a:srgbClr val="1F2328"/>
                          </a:solidFill>
                          <a:latin typeface="Segoe UI" pitchFamily="34" charset="0"/>
                          <a:ea typeface="Segoe UI" pitchFamily="34" charset="-122"/>
                          <a:cs typeface="Segoe UI" pitchFamily="34" charset="-120"/>
                        </a:rPr>
                        <a:t>State-5</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1350" dirty="0">
                          <a:solidFill>
                            <a:srgbClr val="1F2328"/>
                          </a:solidFill>
                          <a:latin typeface="Segoe UI" pitchFamily="34" charset="0"/>
                          <a:ea typeface="Segoe UI" pitchFamily="34" charset="-122"/>
                          <a:cs typeface="Segoe UI" pitchFamily="34" charset="-120"/>
                        </a:rPr>
                        <a:t>State-6</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623090"/>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59: Solid background strong highlight</a:t>
            </a:r>
            <a:endParaRPr lang="en-US" sz="3480" dirty="0"/>
          </a:p>
        </p:txBody>
      </p:sp>
      <p:sp>
        <p:nvSpPr>
          <p:cNvPr id="3" name="Text 1"/>
          <p:cNvSpPr/>
          <p:nvPr/>
        </p:nvSpPr>
        <p:spPr>
          <a:xfrm>
            <a:off x="747713" y="2546955"/>
            <a:ext cx="11291888" cy="556468"/>
          </a:xfrm>
          <a:prstGeom prst="rect">
            <a:avLst/>
          </a:prstGeom>
          <a:noFill/>
          <a:ln/>
        </p:spPr>
        <p:txBody>
          <a:bodyPr wrap="square" lIns="0" tIns="0" rIns="0" bIns="107728" rtlCol="0" anchor="t"/>
          <a:lstStyle/>
          <a:p>
            <a:pPr algn="l" indent="0" marL="0">
              <a:lnSpc>
                <a:spcPct val="109000"/>
              </a:lnSpc>
              <a:buNone/>
            </a:pPr>
            <a:r>
              <a:rPr lang="en-US" sz="2828" b="1" dirty="0">
                <a:solidFill>
                  <a:srgbClr val="1F2328"/>
                </a:solidFill>
                <a:latin typeface="Segoe UI" pitchFamily="34" charset="0"/>
                <a:ea typeface="Segoe UI" pitchFamily="34" charset="-122"/>
                <a:cs typeface="Segoe UI" pitchFamily="34" charset="-120"/>
              </a:rPr>
              <a:t>Solid-colour strong tag</a:t>
            </a:r>
            <a:endParaRPr lang="en-US" sz="2828" dirty="0"/>
          </a:p>
        </p:txBody>
      </p:sp>
      <p:sp>
        <p:nvSpPr>
          <p:cNvPr id="4" name="Text 2"/>
          <p:cNvSpPr/>
          <p:nvPr/>
        </p:nvSpPr>
        <p:spPr>
          <a:xfrm>
            <a:off x="747713" y="3231654"/>
            <a:ext cx="10696575" cy="828675"/>
          </a:xfrm>
          <a:prstGeom prst="rect">
            <a:avLst/>
          </a:prstGeom>
          <a:noFill/>
          <a:ln/>
        </p:spPr>
        <p:txBody>
          <a:bodyPr wrap="square" lIns="0" tIns="0" rIns="0" bIns="0" rtlCol="0" anchor="t"/>
          <a:lstStyle/>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Inline highlighting of </a:t>
            </a:r>
            <a:pPr algn="l" indent="0" marL="0">
              <a:lnSpc>
                <a:spcPct val="125000"/>
              </a:lnSpc>
              <a:buNone/>
            </a:pPr>
            <a:r>
              <a:rPr lang="en-US" sz="2175" b="1" dirty="0">
                <a:solidFill>
                  <a:srgbClr val="1F2328"/>
                </a:solidFill>
                <a:highlight>
                  <a:srgbClr val="F1C40F"/>
                </a:highlight>
                <a:latin typeface="Segoe UI" pitchFamily="34" charset="0"/>
                <a:ea typeface="Segoe UI" pitchFamily="34" charset="-122"/>
                <a:cs typeface="Segoe UI" pitchFamily="34" charset="-120"/>
              </a:rPr>
              <a:t>alpha items</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25000"/>
              </a:lnSpc>
              <a:buNone/>
            </a:pPr>
            <a:r>
              <a:rPr lang="en-US" sz="2175" b="1" dirty="0">
                <a:solidFill>
                  <a:srgbClr val="1F2328"/>
                </a:solidFill>
                <a:highlight>
                  <a:srgbClr val="F1C40F"/>
                </a:highlight>
                <a:latin typeface="Segoe UI" pitchFamily="34" charset="0"/>
                <a:ea typeface="Segoe UI" pitchFamily="34" charset="-122"/>
                <a:cs typeface="Segoe UI" pitchFamily="34" charset="-120"/>
              </a:rPr>
              <a:t>val-42 labels</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in paragraphs.</a:t>
            </a:r>
            <a:pPr algn="l" indent="0" marL="0">
              <a:lnSpc>
                <a:spcPct val="125000"/>
              </a:lnSpc>
              <a:buNone/>
            </a:pPr>
            <a:endParaRPr lang="en-US" sz="2175" dirty="0"/>
          </a:p>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Solid colour (#f1c40f) background — not a gradient — should render correctly.</a:t>
            </a:r>
            <a:endParaRPr lang="en-US" sz="2175" dirty="0"/>
          </a:p>
        </p:txBody>
      </p:sp>
      <p:sp>
        <p:nvSpPr>
          <p:cNvPr id="5" name="Text 3"/>
          <p:cNvSpPr/>
          <p:nvPr/>
        </p:nvSpPr>
        <p:spPr>
          <a:xfrm>
            <a:off x="747713" y="4212729"/>
            <a:ext cx="10696575" cy="966788"/>
          </a:xfrm>
          <a:prstGeom prst="rect">
            <a:avLst/>
          </a:prstGeom>
          <a:noFill/>
          <a:ln/>
        </p:spPr>
        <p:txBody>
          <a:bodyPr wrap="square" lIns="0" tIns="0" rIns="0" bIns="0" rtlCol="0" anchor="t"/>
          <a:lstStyle/>
          <a:p>
            <a:pPr algn="l" marL="342900" indent="-342900">
              <a:lnSpc>
                <a:spcPct val="125000"/>
              </a:lnSpc>
              <a:buSzPct val="100000"/>
              <a:buChar char="•"/>
            </a:pPr>
            <a:r>
              <a:rPr lang="en-US" sz="2175" b="1" dirty="0">
                <a:solidFill>
                  <a:srgbClr val="1F2328"/>
                </a:solidFill>
                <a:highlight>
                  <a:srgbClr val="F1C40F"/>
                </a:highlight>
                <a:latin typeface="Segoe UI" pitchFamily="34" charset="0"/>
                <a:ea typeface="Segoe UI" pitchFamily="34" charset="-122"/>
                <a:cs typeface="Segoe UI" pitchFamily="34" charset="-120"/>
              </a:rPr>
              <a:t>method-A</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 approach for beta check</a:t>
            </a:r>
            <a:endParaRPr lang="en-US" sz="2175" dirty="0"/>
          </a:p>
          <a:p>
            <a:pPr algn="l" marL="342900" indent="-342900">
              <a:lnSpc>
                <a:spcPct val="125000"/>
              </a:lnSpc>
              <a:buSzPct val="100000"/>
              <a:buChar char="•"/>
            </a:pPr>
            <a:r>
              <a:rPr lang="en-US" sz="2175" b="1" dirty="0">
                <a:solidFill>
                  <a:srgbClr val="1F2328"/>
                </a:solidFill>
                <a:highlight>
                  <a:srgbClr val="F1C40F"/>
                </a:highlight>
                <a:latin typeface="Segoe UI" pitchFamily="34" charset="0"/>
                <a:ea typeface="Segoe UI" pitchFamily="34" charset="-122"/>
                <a:cs typeface="Segoe UI" pitchFamily="34" charset="-120"/>
              </a:rPr>
              <a:t>Label-H / Label-M</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 item data</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7713" y="1664762"/>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60: Compound background filters (blur + brightness + grayscale)</a:t>
            </a:r>
            <a:endParaRPr lang="en-US" sz="3480" dirty="0"/>
          </a:p>
        </p:txBody>
      </p:sp>
      <p:sp>
        <p:nvSpPr>
          <p:cNvPr id="3" name="Shape 1"/>
          <p:cNvSpPr/>
          <p:nvPr/>
        </p:nvSpPr>
        <p:spPr>
          <a:xfrm>
            <a:off x="747713" y="3185964"/>
            <a:ext cx="38100" cy="556468"/>
          </a:xfrm>
          <a:prstGeom prst="rect">
            <a:avLst/>
          </a:prstGeom>
          <a:solidFill>
            <a:srgbClr val="E74C3C"/>
          </a:solidFill>
          <a:ln w="12700">
            <a:solidFill>
              <a:srgbClr val="E74C3C"/>
            </a:solidFill>
            <a:prstDash val="solid"/>
          </a:ln>
        </p:spPr>
      </p:sp>
      <p:sp>
        <p:nvSpPr>
          <p:cNvPr id="4" name="Text 2"/>
          <p:cNvSpPr/>
          <p:nvPr/>
        </p:nvSpPr>
        <p:spPr>
          <a:xfrm>
            <a:off x="785813" y="3141077"/>
            <a:ext cx="11253788" cy="556468"/>
          </a:xfrm>
          <a:prstGeom prst="rect">
            <a:avLst/>
          </a:prstGeom>
          <a:noFill/>
          <a:ln/>
        </p:spPr>
        <p:txBody>
          <a:bodyPr wrap="square" lIns="95250" tIns="0" rIns="0" bIns="107728" rtlCol="0" anchor="t"/>
          <a:lstStyle/>
          <a:p>
            <a:pPr algn="l" indent="0" marL="0">
              <a:lnSpc>
                <a:spcPct val="109000"/>
              </a:lnSpc>
              <a:buNone/>
            </a:pPr>
            <a:r>
              <a:rPr lang="en-US" sz="2828" b="1" dirty="0">
                <a:solidFill>
                  <a:srgbClr val="C0392B"/>
                </a:solidFill>
                <a:latin typeface="Segoe UI" pitchFamily="34" charset="0"/>
                <a:ea typeface="Segoe UI" pitchFamily="34" charset="-122"/>
                <a:cs typeface="Segoe UI" pitchFamily="34" charset="-120"/>
              </a:rPr>
              <a:t>Background image with filters</a:t>
            </a:r>
            <a:endParaRPr lang="en-US" sz="2828" dirty="0"/>
          </a:p>
        </p:txBody>
      </p:sp>
      <p:sp>
        <p:nvSpPr>
          <p:cNvPr id="5" name="Text 3"/>
          <p:cNvSpPr/>
          <p:nvPr/>
        </p:nvSpPr>
        <p:spPr>
          <a:xfrm>
            <a:off x="747713" y="3825776"/>
            <a:ext cx="10696575" cy="1243013"/>
          </a:xfrm>
          <a:prstGeom prst="rect">
            <a:avLst/>
          </a:prstGeom>
          <a:noFill/>
          <a:ln/>
        </p:spPr>
        <p:txBody>
          <a:bodyPr wrap="square" lIns="0" tIns="0" rIns="0" bIns="0" rtlCol="0" anchor="t"/>
          <a:lstStyle/>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Three filters applied simultaneously to the background image: blur + brightness + grayscale.</a:t>
            </a:r>
            <a:pPr algn="l" indent="0" marL="0">
              <a:lnSpc>
                <a:spcPct val="125000"/>
              </a:lnSpc>
              <a:buNone/>
            </a:pPr>
            <a:endParaRPr lang="en-US" sz="2175" dirty="0"/>
          </a:p>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Foreground text is displayed with a border-left vertical decoration heading.</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52400"/>
          </a:xfrm>
          <a:prstGeom prst="rect">
            <a:avLst/>
          </a:prstGeom>
          <a:solidFill>
            <a:srgbClr val="16324F"/>
          </a:solidFill>
          <a:ln/>
        </p:spPr>
      </p:sp>
      <p:sp>
        <p:nvSpPr>
          <p:cNvPr id="3" name="Shape 1"/>
          <p:cNvSpPr/>
          <p:nvPr/>
        </p:nvSpPr>
        <p:spPr>
          <a:xfrm>
            <a:off x="0" y="6762750"/>
            <a:ext cx="12192000" cy="95250"/>
          </a:xfrm>
          <a:prstGeom prst="rect">
            <a:avLst/>
          </a:prstGeom>
          <a:solidFill>
            <a:srgbClr val="0F6CBD"/>
          </a:solidFill>
          <a:ln/>
        </p:spPr>
      </p:sp>
      <p:sp>
        <p:nvSpPr>
          <p:cNvPr id="4" name="Text 2"/>
          <p:cNvSpPr/>
          <p:nvPr/>
        </p:nvSpPr>
        <p:spPr>
          <a:xfrm>
            <a:off x="747713" y="785932"/>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61: global section::before + user class (no banner test)</a:t>
            </a:r>
            <a:endParaRPr lang="en-US" sz="3480" dirty="0"/>
          </a:p>
        </p:txBody>
      </p:sp>
      <p:sp>
        <p:nvSpPr>
          <p:cNvPr id="5" name="Text 3"/>
          <p:cNvSpPr/>
          <p:nvPr/>
        </p:nvSpPr>
        <p:spPr>
          <a:xfrm>
            <a:off x="747713" y="2161877"/>
            <a:ext cx="10696575" cy="856952"/>
          </a:xfrm>
          <a:prstGeom prst="rect">
            <a:avLst/>
          </a:prstGeom>
          <a:noFill/>
          <a:ln/>
        </p:spPr>
        <p:txBody>
          <a:bodyPr wrap="square" lIns="0" tIns="0" rIns="0" bIns="0" rtlCol="0" anchor="t"/>
          <a:lstStyle/>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This slide has </a:t>
            </a:r>
            <a:pPr algn="l" indent="0" marL="0">
              <a:lnSpc>
                <a:spcPct val="125000"/>
              </a:lnSpc>
              <a:buNone/>
            </a:pPr>
            <a:r>
              <a:rPr lang="en-US" sz="2175" b="1" dirty="0">
                <a:solidFill>
                  <a:srgbClr val="1F2328"/>
                </a:solidFill>
                <a:latin typeface="Segoe UI" pitchFamily="34" charset="0"/>
                <a:ea typeface="Segoe UI" pitchFamily="34" charset="-122"/>
                <a:cs typeface="Segoe UI" pitchFamily="34" charset="-120"/>
              </a:rPr>
              <a:t>class="decorated"</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and also defines </a:t>
            </a:r>
            <a:pPr algn="l" indent="0" marL="0">
              <a:lnSpc>
                <a:spcPct val="125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section::before</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 </a:t>
            </a:r>
            <a:pPr algn="l" indent="0" marL="0">
              <a:lnSpc>
                <a:spcPct val="125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section::after</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as scoped styles.</a:t>
            </a:r>
            <a:endParaRPr lang="en-US" sz="2175" dirty="0"/>
          </a:p>
        </p:txBody>
      </p:sp>
      <p:sp>
        <p:nvSpPr>
          <p:cNvPr id="6" name="Text 4"/>
          <p:cNvSpPr/>
          <p:nvPr/>
        </p:nvSpPr>
        <p:spPr>
          <a:xfrm>
            <a:off x="747713" y="3171230"/>
            <a:ext cx="10696575" cy="1243013"/>
          </a:xfrm>
          <a:prstGeom prst="rect">
            <a:avLst/>
          </a:prstGeom>
          <a:noFill/>
          <a:ln/>
        </p:spPr>
        <p:txBody>
          <a:bodyPr wrap="square" lIns="0" tIns="0" rIns="0" bIns="0" rtlCol="0" anchor="t"/>
          <a:lstStyle/>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Because the same pseudo-element also applies to a classless slide (slide 55), the rule is treated as a </a:t>
            </a:r>
            <a:pPr algn="l" indent="0" marL="0">
              <a:lnSpc>
                <a:spcPct val="125000"/>
              </a:lnSpc>
              <a:buNone/>
            </a:pPr>
            <a:r>
              <a:rPr lang="en-US" sz="2175" b="1" dirty="0">
                <a:solidFill>
                  <a:srgbClr val="1F2328"/>
                </a:solidFill>
                <a:latin typeface="Segoe UI" pitchFamily="34" charset="0"/>
                <a:ea typeface="Segoe UI" pitchFamily="34" charset="-122"/>
                <a:cs typeface="Segoe UI" pitchFamily="34" charset="-120"/>
              </a:rPr>
              <a:t>global theme decoration</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25000"/>
              </a:lnSpc>
              <a:buNone/>
            </a:pPr>
            <a:r>
              <a:rPr lang="en-US" sz="2175" b="1" dirty="0">
                <a:solidFill>
                  <a:srgbClr val="1F2328"/>
                </a:solidFill>
                <a:latin typeface="Segoe UI" pitchFamily="34" charset="0"/>
                <a:ea typeface="Segoe UI" pitchFamily="34" charset="-122"/>
                <a:cs typeface="Segoe UI" pitchFamily="34" charset="-120"/>
              </a:rPr>
              <a:t>no banner should appear</a:t>
            </a:r>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 at the top or bottom.</a:t>
            </a:r>
            <a:endParaRPr lang="en-US" sz="2175" dirty="0"/>
          </a:p>
        </p:txBody>
      </p:sp>
      <p:sp>
        <p:nvSpPr>
          <p:cNvPr id="7" name="Text 5"/>
          <p:cNvSpPr/>
          <p:nvPr/>
        </p:nvSpPr>
        <p:spPr>
          <a:xfrm>
            <a:off x="747713" y="4566642"/>
            <a:ext cx="10696575" cy="1450181"/>
          </a:xfrm>
          <a:prstGeom prst="rect">
            <a:avLst/>
          </a:prstGeom>
          <a:noFill/>
          <a:ln/>
        </p:spPr>
        <p:txBody>
          <a:bodyPr wrap="square" lIns="0" tIns="0" rIns="0" bIns="0" rtlCol="0" anchor="t"/>
          <a:lstStyle/>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Verify: no dark navy bar at top of slide</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Verify: no blue bar at bottom of slide</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Only the content text should be visible</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902589"/>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62: Grid + flex agenda (direct text node bug regression)</a:t>
            </a:r>
            <a:endParaRPr lang="en-US" sz="3480" dirty="0"/>
          </a:p>
        </p:txBody>
      </p:sp>
      <p:sp>
        <p:nvSpPr>
          <p:cNvPr id="3" name="Text 1"/>
          <p:cNvSpPr/>
          <p:nvPr/>
        </p:nvSpPr>
        <p:spPr>
          <a:xfrm>
            <a:off x="747713" y="3423791"/>
            <a:ext cx="304800" cy="304800"/>
          </a:xfrm>
          <a:prstGeom prst="roundRect">
            <a:avLst>
              <a:gd name="adj" fmla="val 150000"/>
            </a:avLst>
          </a:prstGeom>
          <a:solidFill>
            <a:srgbClr val="0F6CBD"/>
          </a:solidFill>
          <a:ln/>
        </p:spPr>
        <p:txBody>
          <a:bodyPr wrap="square" lIns="0" tIns="0" rIns="0" bIns="0" rtlCol="0" anchor="ctr"/>
          <a:lstStyle/>
          <a:p>
            <a:pPr algn="ctr" indent="0" marL="0">
              <a:lnSpc>
                <a:spcPct val="100000"/>
              </a:lnSpc>
              <a:buNone/>
            </a:pPr>
            <a:r>
              <a:rPr lang="en-US" sz="1125" b="1" dirty="0">
                <a:solidFill>
                  <a:srgbClr val="FFFFFF"/>
                </a:solidFill>
                <a:latin typeface="Segoe UI" pitchFamily="34" charset="0"/>
                <a:ea typeface="Segoe UI" pitchFamily="34" charset="-122"/>
                <a:cs typeface="Segoe UI" pitchFamily="34" charset="-120"/>
              </a:rPr>
              <a:t>1</a:t>
            </a:r>
            <a:endParaRPr lang="en-US" sz="1125" dirty="0"/>
          </a:p>
        </p:txBody>
      </p:sp>
      <p:sp>
        <p:nvSpPr>
          <p:cNvPr id="4" name="Text 2"/>
          <p:cNvSpPr/>
          <p:nvPr/>
        </p:nvSpPr>
        <p:spPr>
          <a:xfrm>
            <a:off x="1185863" y="3371404"/>
            <a:ext cx="5015627" cy="314325"/>
          </a:xfrm>
          <a:prstGeom prst="rect">
            <a:avLst/>
          </a:prstGeom>
          <a:noFill/>
          <a:ln/>
        </p:spPr>
        <p:txBody>
          <a:bodyPr wrap="square" lIns="0" tIns="0" rIns="0" bIns="0" rtlCol="0" anchor="t"/>
          <a:lstStyle/>
          <a:p>
            <a:pPr algn="l" indent="0" marL="0">
              <a:lnSpc>
                <a:spcPct val="130000"/>
              </a:lnSpc>
              <a:buNone/>
            </a:pPr>
            <a:r>
              <a:rPr lang="en-US" sz="1650" dirty="0">
                <a:solidFill>
                  <a:srgbClr val="1F2328"/>
                </a:solidFill>
                <a:latin typeface="Segoe UI" pitchFamily="34" charset="0"/>
                <a:ea typeface="Segoe UI" pitchFamily="34" charset="-122"/>
                <a:cs typeface="Segoe UI" pitchFamily="34" charset="-120"/>
              </a:rPr>
              <a:t>Topic-1</a:t>
            </a:r>
            <a:endParaRPr lang="en-US" sz="1650" dirty="0"/>
          </a:p>
        </p:txBody>
      </p:sp>
      <p:sp>
        <p:nvSpPr>
          <p:cNvPr id="5" name="Text 3"/>
          <p:cNvSpPr/>
          <p:nvPr/>
        </p:nvSpPr>
        <p:spPr>
          <a:xfrm>
            <a:off x="6229350" y="3423791"/>
            <a:ext cx="304800" cy="304800"/>
          </a:xfrm>
          <a:prstGeom prst="roundRect">
            <a:avLst>
              <a:gd name="adj" fmla="val 150000"/>
            </a:avLst>
          </a:prstGeom>
          <a:solidFill>
            <a:srgbClr val="0F6CBD"/>
          </a:solidFill>
          <a:ln/>
        </p:spPr>
        <p:txBody>
          <a:bodyPr wrap="square" lIns="0" tIns="0" rIns="0" bIns="0" rtlCol="0" anchor="ctr"/>
          <a:lstStyle/>
          <a:p>
            <a:pPr algn="ctr" indent="0" marL="0">
              <a:lnSpc>
                <a:spcPct val="100000"/>
              </a:lnSpc>
              <a:buNone/>
            </a:pPr>
            <a:r>
              <a:rPr lang="en-US" sz="1125" b="1" dirty="0">
                <a:solidFill>
                  <a:srgbClr val="FFFFFF"/>
                </a:solidFill>
                <a:latin typeface="Segoe UI" pitchFamily="34" charset="0"/>
                <a:ea typeface="Segoe UI" pitchFamily="34" charset="-122"/>
                <a:cs typeface="Segoe UI" pitchFamily="34" charset="-120"/>
              </a:rPr>
              <a:t>2</a:t>
            </a:r>
            <a:endParaRPr lang="en-US" sz="1125" dirty="0"/>
          </a:p>
        </p:txBody>
      </p:sp>
      <p:sp>
        <p:nvSpPr>
          <p:cNvPr id="6" name="Text 4"/>
          <p:cNvSpPr/>
          <p:nvPr/>
        </p:nvSpPr>
        <p:spPr>
          <a:xfrm>
            <a:off x="6667500" y="3371404"/>
            <a:ext cx="5015627" cy="314325"/>
          </a:xfrm>
          <a:prstGeom prst="rect">
            <a:avLst/>
          </a:prstGeom>
          <a:noFill/>
          <a:ln/>
        </p:spPr>
        <p:txBody>
          <a:bodyPr wrap="square" lIns="0" tIns="0" rIns="0" bIns="0" rtlCol="0" anchor="t"/>
          <a:lstStyle/>
          <a:p>
            <a:pPr algn="l" indent="0" marL="0">
              <a:lnSpc>
                <a:spcPct val="130000"/>
              </a:lnSpc>
              <a:buNone/>
            </a:pPr>
            <a:r>
              <a:rPr lang="en-US" sz="1650" dirty="0">
                <a:solidFill>
                  <a:srgbClr val="1F2328"/>
                </a:solidFill>
                <a:latin typeface="Segoe UI" pitchFamily="34" charset="0"/>
                <a:ea typeface="Segoe UI" pitchFamily="34" charset="-122"/>
                <a:cs typeface="Segoe UI" pitchFamily="34" charset="-120"/>
              </a:rPr>
              <a:t>Topic-2</a:t>
            </a:r>
            <a:endParaRPr lang="en-US" sz="1650" dirty="0"/>
          </a:p>
        </p:txBody>
      </p:sp>
      <p:sp>
        <p:nvSpPr>
          <p:cNvPr id="7" name="Text 5"/>
          <p:cNvSpPr/>
          <p:nvPr/>
        </p:nvSpPr>
        <p:spPr>
          <a:xfrm>
            <a:off x="747713" y="4004816"/>
            <a:ext cx="304800" cy="304800"/>
          </a:xfrm>
          <a:prstGeom prst="roundRect">
            <a:avLst>
              <a:gd name="adj" fmla="val 150000"/>
            </a:avLst>
          </a:prstGeom>
          <a:solidFill>
            <a:srgbClr val="0F6CBD"/>
          </a:solidFill>
          <a:ln/>
        </p:spPr>
        <p:txBody>
          <a:bodyPr wrap="square" lIns="0" tIns="0" rIns="0" bIns="0" rtlCol="0" anchor="ctr"/>
          <a:lstStyle/>
          <a:p>
            <a:pPr algn="ctr" indent="0" marL="0">
              <a:lnSpc>
                <a:spcPct val="100000"/>
              </a:lnSpc>
              <a:buNone/>
            </a:pPr>
            <a:r>
              <a:rPr lang="en-US" sz="1125" b="1" dirty="0">
                <a:solidFill>
                  <a:srgbClr val="FFFFFF"/>
                </a:solidFill>
                <a:latin typeface="Segoe UI" pitchFamily="34" charset="0"/>
                <a:ea typeface="Segoe UI" pitchFamily="34" charset="-122"/>
                <a:cs typeface="Segoe UI" pitchFamily="34" charset="-120"/>
              </a:rPr>
              <a:t>3</a:t>
            </a:r>
            <a:endParaRPr lang="en-US" sz="1125" dirty="0"/>
          </a:p>
        </p:txBody>
      </p:sp>
      <p:sp>
        <p:nvSpPr>
          <p:cNvPr id="8" name="Text 6"/>
          <p:cNvSpPr/>
          <p:nvPr/>
        </p:nvSpPr>
        <p:spPr>
          <a:xfrm>
            <a:off x="1185863" y="3952429"/>
            <a:ext cx="5015627" cy="314325"/>
          </a:xfrm>
          <a:prstGeom prst="rect">
            <a:avLst/>
          </a:prstGeom>
          <a:noFill/>
          <a:ln/>
        </p:spPr>
        <p:txBody>
          <a:bodyPr wrap="square" lIns="0" tIns="0" rIns="0" bIns="0" rtlCol="0" anchor="t"/>
          <a:lstStyle/>
          <a:p>
            <a:pPr algn="l" indent="0" marL="0">
              <a:lnSpc>
                <a:spcPct val="130000"/>
              </a:lnSpc>
              <a:buNone/>
            </a:pPr>
            <a:r>
              <a:rPr lang="en-US" sz="1650" dirty="0">
                <a:solidFill>
                  <a:srgbClr val="1F2328"/>
                </a:solidFill>
                <a:latin typeface="Segoe UI" pitchFamily="34" charset="0"/>
                <a:ea typeface="Segoe UI" pitchFamily="34" charset="-122"/>
                <a:cs typeface="Segoe UI" pitchFamily="34" charset="-120"/>
              </a:rPr>
              <a:t>Topic-3</a:t>
            </a:r>
            <a:endParaRPr lang="en-US" sz="1650" dirty="0"/>
          </a:p>
        </p:txBody>
      </p:sp>
      <p:sp>
        <p:nvSpPr>
          <p:cNvPr id="9" name="Text 7"/>
          <p:cNvSpPr/>
          <p:nvPr/>
        </p:nvSpPr>
        <p:spPr>
          <a:xfrm>
            <a:off x="6229350" y="4004816"/>
            <a:ext cx="304800" cy="304800"/>
          </a:xfrm>
          <a:prstGeom prst="roundRect">
            <a:avLst>
              <a:gd name="adj" fmla="val 150000"/>
            </a:avLst>
          </a:prstGeom>
          <a:solidFill>
            <a:srgbClr val="0F6CBD"/>
          </a:solidFill>
          <a:ln/>
        </p:spPr>
        <p:txBody>
          <a:bodyPr wrap="square" lIns="0" tIns="0" rIns="0" bIns="0" rtlCol="0" anchor="ctr"/>
          <a:lstStyle/>
          <a:p>
            <a:pPr algn="ctr" indent="0" marL="0">
              <a:lnSpc>
                <a:spcPct val="100000"/>
              </a:lnSpc>
              <a:buNone/>
            </a:pPr>
            <a:r>
              <a:rPr lang="en-US" sz="1125" b="1" dirty="0">
                <a:solidFill>
                  <a:srgbClr val="FFFFFF"/>
                </a:solidFill>
                <a:latin typeface="Segoe UI" pitchFamily="34" charset="0"/>
                <a:ea typeface="Segoe UI" pitchFamily="34" charset="-122"/>
                <a:cs typeface="Segoe UI" pitchFamily="34" charset="-120"/>
              </a:rPr>
              <a:t>4</a:t>
            </a:r>
            <a:endParaRPr lang="en-US" sz="1125" dirty="0"/>
          </a:p>
        </p:txBody>
      </p:sp>
      <p:sp>
        <p:nvSpPr>
          <p:cNvPr id="10" name="Text 8"/>
          <p:cNvSpPr/>
          <p:nvPr/>
        </p:nvSpPr>
        <p:spPr>
          <a:xfrm>
            <a:off x="6667500" y="3952429"/>
            <a:ext cx="5015627" cy="314325"/>
          </a:xfrm>
          <a:prstGeom prst="rect">
            <a:avLst/>
          </a:prstGeom>
          <a:noFill/>
          <a:ln/>
        </p:spPr>
        <p:txBody>
          <a:bodyPr wrap="square" lIns="0" tIns="0" rIns="0" bIns="0" rtlCol="0" anchor="t"/>
          <a:lstStyle/>
          <a:p>
            <a:pPr algn="l" indent="0" marL="0">
              <a:lnSpc>
                <a:spcPct val="130000"/>
              </a:lnSpc>
              <a:buNone/>
            </a:pPr>
            <a:r>
              <a:rPr lang="en-US" sz="1650" dirty="0">
                <a:solidFill>
                  <a:srgbClr val="1F2328"/>
                </a:solidFill>
                <a:latin typeface="Segoe UI" pitchFamily="34" charset="0"/>
                <a:ea typeface="Segoe UI" pitchFamily="34" charset="-122"/>
                <a:cs typeface="Segoe UI" pitchFamily="34" charset="-120"/>
              </a:rPr>
              <a:t>Topic-4</a:t>
            </a:r>
            <a:endParaRPr lang="en-US" sz="1650" dirty="0"/>
          </a:p>
        </p:txBody>
      </p:sp>
      <p:sp>
        <p:nvSpPr>
          <p:cNvPr id="11" name="Text 9"/>
          <p:cNvSpPr/>
          <p:nvPr/>
        </p:nvSpPr>
        <p:spPr>
          <a:xfrm>
            <a:off x="747713" y="4585841"/>
            <a:ext cx="304800" cy="304800"/>
          </a:xfrm>
          <a:prstGeom prst="roundRect">
            <a:avLst>
              <a:gd name="adj" fmla="val 150000"/>
            </a:avLst>
          </a:prstGeom>
          <a:solidFill>
            <a:srgbClr val="0F6CBD"/>
          </a:solidFill>
          <a:ln/>
        </p:spPr>
        <p:txBody>
          <a:bodyPr wrap="square" lIns="0" tIns="0" rIns="0" bIns="0" rtlCol="0" anchor="ctr"/>
          <a:lstStyle/>
          <a:p>
            <a:pPr algn="ctr" indent="0" marL="0">
              <a:lnSpc>
                <a:spcPct val="100000"/>
              </a:lnSpc>
              <a:buNone/>
            </a:pPr>
            <a:r>
              <a:rPr lang="en-US" sz="1125" b="1" dirty="0">
                <a:solidFill>
                  <a:srgbClr val="FFFFFF"/>
                </a:solidFill>
                <a:latin typeface="Segoe UI" pitchFamily="34" charset="0"/>
                <a:ea typeface="Segoe UI" pitchFamily="34" charset="-122"/>
                <a:cs typeface="Segoe UI" pitchFamily="34" charset="-120"/>
              </a:rPr>
              <a:t>5</a:t>
            </a:r>
            <a:endParaRPr lang="en-US" sz="1125" dirty="0"/>
          </a:p>
        </p:txBody>
      </p:sp>
      <p:sp>
        <p:nvSpPr>
          <p:cNvPr id="12" name="Text 10"/>
          <p:cNvSpPr/>
          <p:nvPr/>
        </p:nvSpPr>
        <p:spPr>
          <a:xfrm>
            <a:off x="1185863" y="4533454"/>
            <a:ext cx="5015627" cy="314325"/>
          </a:xfrm>
          <a:prstGeom prst="rect">
            <a:avLst/>
          </a:prstGeom>
          <a:noFill/>
          <a:ln/>
        </p:spPr>
        <p:txBody>
          <a:bodyPr wrap="square" lIns="0" tIns="0" rIns="0" bIns="0" rtlCol="0" anchor="t"/>
          <a:lstStyle/>
          <a:p>
            <a:pPr algn="l" indent="0" marL="0">
              <a:lnSpc>
                <a:spcPct val="130000"/>
              </a:lnSpc>
              <a:buNone/>
            </a:pPr>
            <a:r>
              <a:rPr lang="en-US" sz="1650" dirty="0">
                <a:solidFill>
                  <a:srgbClr val="1F2328"/>
                </a:solidFill>
                <a:latin typeface="Segoe UI" pitchFamily="34" charset="0"/>
                <a:ea typeface="Segoe UI" pitchFamily="34" charset="-122"/>
                <a:cs typeface="Segoe UI" pitchFamily="34" charset="-120"/>
              </a:rPr>
              <a:t>Topic-5</a:t>
            </a:r>
            <a:endParaRPr lang="en-US" sz="1650" dirty="0"/>
          </a:p>
        </p:txBody>
      </p:sp>
      <p:sp>
        <p:nvSpPr>
          <p:cNvPr id="13" name="Text 11"/>
          <p:cNvSpPr/>
          <p:nvPr/>
        </p:nvSpPr>
        <p:spPr>
          <a:xfrm>
            <a:off x="6229350" y="4585841"/>
            <a:ext cx="304800" cy="304800"/>
          </a:xfrm>
          <a:prstGeom prst="roundRect">
            <a:avLst>
              <a:gd name="adj" fmla="val 150000"/>
            </a:avLst>
          </a:prstGeom>
          <a:solidFill>
            <a:srgbClr val="0F6CBD"/>
          </a:solidFill>
          <a:ln/>
        </p:spPr>
        <p:txBody>
          <a:bodyPr wrap="square" lIns="0" tIns="0" rIns="0" bIns="0" rtlCol="0" anchor="ctr"/>
          <a:lstStyle/>
          <a:p>
            <a:pPr algn="ctr" indent="0" marL="0">
              <a:lnSpc>
                <a:spcPct val="100000"/>
              </a:lnSpc>
              <a:buNone/>
            </a:pPr>
            <a:r>
              <a:rPr lang="en-US" sz="1125" b="1" dirty="0">
                <a:solidFill>
                  <a:srgbClr val="FFFFFF"/>
                </a:solidFill>
                <a:latin typeface="Segoe UI" pitchFamily="34" charset="0"/>
                <a:ea typeface="Segoe UI" pitchFamily="34" charset="-122"/>
                <a:cs typeface="Segoe UI" pitchFamily="34" charset="-120"/>
              </a:rPr>
              <a:t>6</a:t>
            </a:r>
            <a:endParaRPr lang="en-US" sz="1125" dirty="0"/>
          </a:p>
        </p:txBody>
      </p:sp>
      <p:sp>
        <p:nvSpPr>
          <p:cNvPr id="14" name="Text 12"/>
          <p:cNvSpPr/>
          <p:nvPr/>
        </p:nvSpPr>
        <p:spPr>
          <a:xfrm>
            <a:off x="6667500" y="4533454"/>
            <a:ext cx="5015627" cy="314325"/>
          </a:xfrm>
          <a:prstGeom prst="rect">
            <a:avLst/>
          </a:prstGeom>
          <a:noFill/>
          <a:ln/>
        </p:spPr>
        <p:txBody>
          <a:bodyPr wrap="square" lIns="0" tIns="0" rIns="0" bIns="0" rtlCol="0" anchor="t"/>
          <a:lstStyle/>
          <a:p>
            <a:pPr algn="l" indent="0" marL="0">
              <a:lnSpc>
                <a:spcPct val="130000"/>
              </a:lnSpc>
              <a:buNone/>
            </a:pPr>
            <a:r>
              <a:rPr lang="en-US" sz="1650" dirty="0">
                <a:solidFill>
                  <a:srgbClr val="1F2328"/>
                </a:solidFill>
                <a:latin typeface="Segoe UI" pitchFamily="34" charset="0"/>
                <a:ea typeface="Segoe UI" pitchFamily="34" charset="-122"/>
                <a:cs typeface="Segoe UI" pitchFamily="34" charset="-120"/>
              </a:rPr>
              <a:t>Topic-6</a:t>
            </a:r>
            <a:endParaRPr lang="en-US" sz="1650"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573976"/>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63: Trailing-space hard line break inside list item</a:t>
            </a:r>
            <a:endParaRPr lang="en-US" sz="3480" dirty="0"/>
          </a:p>
        </p:txBody>
      </p:sp>
      <p:sp>
        <p:nvSpPr>
          <p:cNvPr id="3" name="Text 1"/>
          <p:cNvSpPr/>
          <p:nvPr/>
        </p:nvSpPr>
        <p:spPr>
          <a:xfrm>
            <a:off x="747713" y="2949922"/>
            <a:ext cx="10696575" cy="2278856"/>
          </a:xfrm>
          <a:prstGeom prst="rect">
            <a:avLst/>
          </a:prstGeom>
          <a:noFill/>
          <a:ln/>
        </p:spPr>
        <p:txBody>
          <a:bodyPr wrap="square" lIns="0" tIns="0" rIns="0" bIns="0" rtlCol="0" anchor="t"/>
          <a:lstStyle/>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Line one</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Line two (same bullet, separated by trailing-space line break)</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Normal item (no line break)</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Third bullet</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Also has a second line</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227505"/>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64: Image between list items (no blank lines)</a:t>
            </a:r>
            <a:endParaRPr lang="en-US" sz="3480" dirty="0"/>
          </a:p>
        </p:txBody>
      </p:sp>
      <p:sp>
        <p:nvSpPr>
          <p:cNvPr id="3" name="Text 1"/>
          <p:cNvSpPr/>
          <p:nvPr/>
        </p:nvSpPr>
        <p:spPr>
          <a:xfrm>
            <a:off x="747713" y="2603450"/>
            <a:ext cx="10696575" cy="2488406"/>
          </a:xfrm>
          <a:prstGeom prst="rect">
            <a:avLst/>
          </a:prstGeom>
          <a:noFill/>
          <a:ln/>
        </p:spPr>
        <p:txBody>
          <a:bodyPr wrap="square" lIns="0" tIns="0" rIns="0" bIns="0" rtlCol="0" anchor="t"/>
          <a:lstStyle/>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First item</a:t>
            </a:r>
            <a:endParaRPr lang="en-US" sz="2175" dirty="0"/>
          </a:p>
        </p:txBody>
      </p:sp>
      <p:pic>
        <p:nvPicPr>
          <p:cNvPr id="4" name="Image 0" descr="preencoded.png">    </p:cNvPr>
          <p:cNvPicPr>
            <a:picLocks noChangeAspect="1"/>
          </p:cNvPicPr>
          <p:nvPr/>
        </p:nvPicPr>
        <p:blipFill>
          <a:blip r:embed="rId1"/>
          <a:stretch>
            <a:fillRect/>
          </a:stretch>
        </p:blipFill>
        <p:spPr>
          <a:xfrm>
            <a:off x="1300163" y="3086844"/>
            <a:ext cx="1905000" cy="1905000"/>
          </a:xfrm>
          <a:prstGeom prst="rect">
            <a:avLst/>
          </a:prstGeom>
        </p:spPr>
      </p:pic>
      <p:sp>
        <p:nvSpPr>
          <p:cNvPr id="5" name="Text 2"/>
          <p:cNvSpPr/>
          <p:nvPr/>
        </p:nvSpPr>
        <p:spPr>
          <a:xfrm>
            <a:off x="747713" y="5091857"/>
            <a:ext cx="10696575" cy="483394"/>
          </a:xfrm>
          <a:prstGeom prst="rect">
            <a:avLst/>
          </a:prstGeom>
          <a:noFill/>
          <a:ln/>
        </p:spPr>
        <p:txBody>
          <a:bodyPr wrap="square" lIns="0" tIns="0" rIns="0" bIns="0" rtlCol="0" anchor="t"/>
          <a:lstStyle/>
          <a:p>
            <a:pPr algn="l" marL="342900" indent="-342900">
              <a:lnSpc>
                <a:spcPct val="130000"/>
              </a:lnSpc>
              <a:buSzPct val="100000"/>
              <a:buChar char="•"/>
            </a:pPr>
            <a:r>
              <a:rPr lang="en-US" sz="2175" dirty="0">
                <a:solidFill>
                  <a:srgbClr val="1F2328"/>
                </a:solidFill>
                <a:latin typeface="Segoe UI" pitchFamily="34" charset="0"/>
                <a:ea typeface="Segoe UI" pitchFamily="34" charset="-122"/>
                <a:cs typeface="Segoe UI" pitchFamily="34" charset="-120"/>
              </a:rPr>
              <a:t>Second item</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764476"/>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65: Text nodes alongside inline-block badges in block container</a:t>
            </a:r>
            <a:endParaRPr lang="en-US" sz="3480" dirty="0"/>
          </a:p>
        </p:txBody>
      </p:sp>
      <p:sp>
        <p:nvSpPr>
          <p:cNvPr id="3" name="Shape 1"/>
          <p:cNvSpPr/>
          <p:nvPr/>
        </p:nvSpPr>
        <p:spPr>
          <a:xfrm>
            <a:off x="747713" y="3547616"/>
            <a:ext cx="10696575" cy="9525"/>
          </a:xfrm>
          <a:prstGeom prst="rect">
            <a:avLst/>
          </a:prstGeom>
          <a:noFill/>
          <a:ln w="9525">
            <a:solidFill>
              <a:srgbClr val="CCCCCC"/>
            </a:solidFill>
            <a:prstDash val="sysDot"/>
          </a:ln>
        </p:spPr>
      </p:sp>
      <p:sp>
        <p:nvSpPr>
          <p:cNvPr id="4" name="Text 2"/>
          <p:cNvSpPr/>
          <p:nvPr/>
        </p:nvSpPr>
        <p:spPr>
          <a:xfrm>
            <a:off x="747713" y="3228529"/>
            <a:ext cx="700088" cy="171450"/>
          </a:xfrm>
          <a:prstGeom prst="rect">
            <a:avLst/>
          </a:prstGeom>
          <a:noFill/>
          <a:ln/>
        </p:spPr>
        <p:txBody>
          <a:bodyPr wrap="square" lIns="0" tIns="0" rIns="0" bIns="0" rtlCol="0" anchor="t"/>
          <a:lstStyle/>
          <a:p>
            <a:pPr algn="l" indent="0" marL="0">
              <a:lnSpc>
                <a:spcPct val="130000"/>
              </a:lnSpc>
              <a:buNone/>
            </a:pPr>
            <a:r>
              <a:rPr lang="en-US" sz="900" b="1" dirty="0">
                <a:solidFill>
                  <a:srgbClr val="888888"/>
                </a:solidFill>
                <a:latin typeface="Segoe UI" pitchFamily="34" charset="0"/>
                <a:ea typeface="Segoe UI" pitchFamily="34" charset="-122"/>
                <a:cs typeface="Segoe UI" pitchFamily="34" charset="-120"/>
              </a:rPr>
              <a:t>Row-1</a:t>
            </a:r>
            <a:endParaRPr lang="en-US" sz="900" dirty="0"/>
          </a:p>
        </p:txBody>
      </p:sp>
      <p:sp>
        <p:nvSpPr>
          <p:cNvPr id="5" name="Text 3"/>
          <p:cNvSpPr/>
          <p:nvPr/>
        </p:nvSpPr>
        <p:spPr>
          <a:xfrm>
            <a:off x="4460081" y="3285679"/>
            <a:ext cx="454670" cy="204788"/>
          </a:xfrm>
          <a:prstGeom prst="roundRect">
            <a:avLst>
              <a:gd name="adj" fmla="val 124608"/>
            </a:avLst>
          </a:prstGeom>
          <a:solidFill>
            <a:srgbClr val="EEF5FC"/>
          </a:solidFill>
          <a:ln/>
        </p:spPr>
        <p:txBody>
          <a:bodyPr wrap="square" lIns="0" tIns="0" rIns="0" bIns="0" rtlCol="0" anchor="t"/>
          <a:lstStyle/>
          <a:p>
            <a:pPr algn="l" indent="0" marL="0">
              <a:lnSpc>
                <a:spcPct val="130000"/>
              </a:lnSpc>
              <a:buNone/>
            </a:pPr>
            <a:r>
              <a:rPr lang="en-US" sz="975" b="1" dirty="0">
                <a:solidFill>
                  <a:srgbClr val="0F6CBD"/>
                </a:solidFill>
                <a:latin typeface="Segoe UI" pitchFamily="34" charset="0"/>
                <a:ea typeface="Segoe UI" pitchFamily="34" charset="-122"/>
                <a:cs typeface="Segoe UI" pitchFamily="34" charset="-120"/>
              </a:rPr>
              <a:t>Tag-A</a:t>
            </a:r>
            <a:endParaRPr lang="en-US" sz="975" dirty="0"/>
          </a:p>
        </p:txBody>
      </p:sp>
      <p:sp>
        <p:nvSpPr>
          <p:cNvPr id="6" name="Text 4"/>
          <p:cNvSpPr/>
          <p:nvPr/>
        </p:nvSpPr>
        <p:spPr>
          <a:xfrm>
            <a:off x="1338263" y="3219004"/>
            <a:ext cx="3755313" cy="233362"/>
          </a:xfrm>
          <a:prstGeom prst="rect">
            <a:avLst/>
          </a:prstGeom>
          <a:noFill/>
          <a:ln/>
        </p:spPr>
        <p:txBody>
          <a:bodyPr wrap="square" lIns="0" tIns="0" rIns="0" bIns="0" rtlCol="0" anchor="t"/>
          <a:lstStyle/>
          <a:p>
            <a:pPr algn="l" indent="0" marL="0">
              <a:lnSpc>
                <a:spcPct val="130000"/>
              </a:lnSpc>
              <a:buNone/>
            </a:pPr>
            <a:r>
              <a:rPr lang="en-US" sz="1200" dirty="0">
                <a:solidFill>
                  <a:srgbClr val="1F2328"/>
                </a:solidFill>
                <a:latin typeface="Segoe UI" pitchFamily="34" charset="0"/>
                <a:ea typeface="Segoe UI" pitchFamily="34" charset="-122"/>
                <a:cs typeface="Segoe UI" pitchFamily="34" charset="-120"/>
              </a:rPr>
              <a:t>Alpha item and</a:t>
            </a:r>
            <a:pPr algn="l" indent="0" marL="0">
              <a:lnSpc>
                <a:spcPct val="130000"/>
              </a:lnSpc>
              <a:buNone/>
            </a:pPr>
            <a:r>
              <a:rPr lang="en-US" sz="1200" b="1" dirty="0">
                <a:solidFill>
                  <a:srgbClr val="1F2328"/>
                </a:solidFill>
                <a:latin typeface="Segoe UI" pitchFamily="34" charset="0"/>
                <a:ea typeface="Segoe UI" pitchFamily="34" charset="-122"/>
                <a:cs typeface="Segoe UI" pitchFamily="34" charset="-120"/>
              </a:rPr>
              <a:t>beta gamma</a:t>
            </a:r>
            <a:pPr algn="l" indent="0" marL="0">
              <a:lnSpc>
                <a:spcPct val="130000"/>
              </a:lnSpc>
              <a:buNone/>
            </a:pPr>
            <a:r>
              <a:rPr lang="en-US" sz="1200" dirty="0">
                <a:solidFill>
                  <a:srgbClr val="1F2328"/>
                </a:solidFill>
                <a:latin typeface="Segoe UI" pitchFamily="34" charset="0"/>
                <a:ea typeface="Segoe UI" pitchFamily="34" charset="-122"/>
                <a:cs typeface="Segoe UI" pitchFamily="34" charset="-120"/>
              </a:rPr>
              <a:t>. Delta epsilon</a:t>
            </a:r>
            <a:endParaRPr lang="en-US" sz="1200" dirty="0"/>
          </a:p>
        </p:txBody>
      </p:sp>
      <p:sp>
        <p:nvSpPr>
          <p:cNvPr id="7" name="Shape 5"/>
          <p:cNvSpPr/>
          <p:nvPr/>
        </p:nvSpPr>
        <p:spPr>
          <a:xfrm>
            <a:off x="747713" y="3885754"/>
            <a:ext cx="10696575" cy="9525"/>
          </a:xfrm>
          <a:prstGeom prst="rect">
            <a:avLst/>
          </a:prstGeom>
          <a:noFill/>
          <a:ln w="9525">
            <a:solidFill>
              <a:srgbClr val="CCCCCC"/>
            </a:solidFill>
            <a:prstDash val="sysDot"/>
          </a:ln>
        </p:spPr>
      </p:sp>
      <p:sp>
        <p:nvSpPr>
          <p:cNvPr id="8" name="Text 6"/>
          <p:cNvSpPr/>
          <p:nvPr/>
        </p:nvSpPr>
        <p:spPr>
          <a:xfrm>
            <a:off x="747713" y="3566666"/>
            <a:ext cx="700088" cy="171450"/>
          </a:xfrm>
          <a:prstGeom prst="rect">
            <a:avLst/>
          </a:prstGeom>
          <a:noFill/>
          <a:ln/>
        </p:spPr>
        <p:txBody>
          <a:bodyPr wrap="square" lIns="0" tIns="0" rIns="0" bIns="0" rtlCol="0" anchor="t"/>
          <a:lstStyle/>
          <a:p>
            <a:pPr algn="l" indent="0" marL="0">
              <a:lnSpc>
                <a:spcPct val="130000"/>
              </a:lnSpc>
              <a:buNone/>
            </a:pPr>
            <a:r>
              <a:rPr lang="en-US" sz="900" b="1" dirty="0">
                <a:solidFill>
                  <a:srgbClr val="888888"/>
                </a:solidFill>
                <a:latin typeface="Segoe UI" pitchFamily="34" charset="0"/>
                <a:ea typeface="Segoe UI" pitchFamily="34" charset="-122"/>
                <a:cs typeface="Segoe UI" pitchFamily="34" charset="-120"/>
              </a:rPr>
              <a:t>Row-2</a:t>
            </a:r>
            <a:endParaRPr lang="en-US" sz="900" dirty="0"/>
          </a:p>
        </p:txBody>
      </p:sp>
      <p:sp>
        <p:nvSpPr>
          <p:cNvPr id="9" name="Text 7"/>
          <p:cNvSpPr/>
          <p:nvPr/>
        </p:nvSpPr>
        <p:spPr>
          <a:xfrm>
            <a:off x="3472309" y="3623816"/>
            <a:ext cx="452438" cy="204788"/>
          </a:xfrm>
          <a:prstGeom prst="roundRect">
            <a:avLst>
              <a:gd name="adj" fmla="val 124608"/>
            </a:avLst>
          </a:prstGeom>
          <a:solidFill>
            <a:srgbClr val="EDF8F1"/>
          </a:solidFill>
          <a:ln/>
        </p:spPr>
        <p:txBody>
          <a:bodyPr wrap="square" lIns="0" tIns="0" rIns="0" bIns="0" rtlCol="0" anchor="t"/>
          <a:lstStyle/>
          <a:p>
            <a:pPr algn="l" indent="0" marL="0">
              <a:lnSpc>
                <a:spcPct val="130000"/>
              </a:lnSpc>
              <a:buNone/>
            </a:pPr>
            <a:r>
              <a:rPr lang="en-US" sz="975" b="1" dirty="0">
                <a:solidFill>
                  <a:srgbClr val="27AE60"/>
                </a:solidFill>
                <a:latin typeface="Segoe UI" pitchFamily="34" charset="0"/>
                <a:ea typeface="Segoe UI" pitchFamily="34" charset="-122"/>
                <a:cs typeface="Segoe UI" pitchFamily="34" charset="-120"/>
              </a:rPr>
              <a:t>Tag-B</a:t>
            </a:r>
            <a:endParaRPr lang="en-US" sz="975" dirty="0"/>
          </a:p>
        </p:txBody>
      </p:sp>
      <p:sp>
        <p:nvSpPr>
          <p:cNvPr id="10" name="Text 8"/>
          <p:cNvSpPr/>
          <p:nvPr/>
        </p:nvSpPr>
        <p:spPr>
          <a:xfrm>
            <a:off x="1338263" y="3557141"/>
            <a:ext cx="2715808" cy="233362"/>
          </a:xfrm>
          <a:prstGeom prst="rect">
            <a:avLst/>
          </a:prstGeom>
          <a:noFill/>
          <a:ln/>
        </p:spPr>
        <p:txBody>
          <a:bodyPr wrap="square" lIns="0" tIns="0" rIns="0" bIns="0" rtlCol="0" anchor="t"/>
          <a:lstStyle/>
          <a:p>
            <a:pPr algn="l" indent="0" marL="0">
              <a:lnSpc>
                <a:spcPct val="130000"/>
              </a:lnSpc>
              <a:buNone/>
            </a:pPr>
            <a:r>
              <a:rPr lang="en-US" sz="1200" dirty="0">
                <a:solidFill>
                  <a:srgbClr val="1F2328"/>
                </a:solidFill>
                <a:latin typeface="Segoe UI" pitchFamily="34" charset="0"/>
                <a:ea typeface="Segoe UI" pitchFamily="34" charset="-122"/>
                <a:cs typeface="Segoe UI" pitchFamily="34" charset="-120"/>
              </a:rPr>
              <a:t>Zeta nu eta,</a:t>
            </a:r>
            <a:pPr algn="l" indent="0" marL="0">
              <a:lnSpc>
                <a:spcPct val="130000"/>
              </a:lnSpc>
              <a:buNone/>
            </a:pPr>
            <a:r>
              <a:rPr lang="en-US" sz="1200" b="1" dirty="0">
                <a:solidFill>
                  <a:srgbClr val="1F2328"/>
                </a:solidFill>
                <a:latin typeface="Segoe UI" pitchFamily="34" charset="0"/>
                <a:ea typeface="Segoe UI" pitchFamily="34" charset="-122"/>
                <a:cs typeface="Segoe UI" pitchFamily="34" charset="-120"/>
              </a:rPr>
              <a:t>theta iota</a:t>
            </a:r>
            <a:pPr algn="l" indent="0" marL="0">
              <a:lnSpc>
                <a:spcPct val="130000"/>
              </a:lnSpc>
              <a:buNone/>
            </a:pPr>
            <a:r>
              <a:rPr lang="en-US" sz="1200" dirty="0">
                <a:solidFill>
                  <a:srgbClr val="1F2328"/>
                </a:solidFill>
                <a:latin typeface="Segoe UI" pitchFamily="34" charset="0"/>
                <a:ea typeface="Segoe UI" pitchFamily="34" charset="-122"/>
                <a:cs typeface="Segoe UI" pitchFamily="34" charset="-120"/>
              </a:rPr>
              <a:t>kappa</a:t>
            </a:r>
            <a:endParaRPr lang="en-US" sz="1200" dirty="0"/>
          </a:p>
        </p:txBody>
      </p:sp>
      <p:sp>
        <p:nvSpPr>
          <p:cNvPr id="11" name="Text 9"/>
          <p:cNvSpPr/>
          <p:nvPr/>
        </p:nvSpPr>
        <p:spPr>
          <a:xfrm>
            <a:off x="747713" y="3904804"/>
            <a:ext cx="700088" cy="171450"/>
          </a:xfrm>
          <a:prstGeom prst="rect">
            <a:avLst/>
          </a:prstGeom>
          <a:noFill/>
          <a:ln/>
        </p:spPr>
        <p:txBody>
          <a:bodyPr wrap="square" lIns="0" tIns="0" rIns="0" bIns="0" rtlCol="0" anchor="t"/>
          <a:lstStyle/>
          <a:p>
            <a:pPr algn="l" indent="0" marL="0">
              <a:lnSpc>
                <a:spcPct val="130000"/>
              </a:lnSpc>
              <a:buNone/>
            </a:pPr>
            <a:r>
              <a:rPr lang="en-US" sz="900" b="1" dirty="0">
                <a:solidFill>
                  <a:srgbClr val="888888"/>
                </a:solidFill>
                <a:latin typeface="Segoe UI" pitchFamily="34" charset="0"/>
                <a:ea typeface="Segoe UI" pitchFamily="34" charset="-122"/>
                <a:cs typeface="Segoe UI" pitchFamily="34" charset="-120"/>
              </a:rPr>
              <a:t>Row-3</a:t>
            </a:r>
            <a:endParaRPr lang="en-US" sz="900" dirty="0"/>
          </a:p>
        </p:txBody>
      </p:sp>
      <p:sp>
        <p:nvSpPr>
          <p:cNvPr id="12" name="Text 10"/>
          <p:cNvSpPr/>
          <p:nvPr/>
        </p:nvSpPr>
        <p:spPr>
          <a:xfrm>
            <a:off x="1338263" y="3895279"/>
            <a:ext cx="3080229" cy="228600"/>
          </a:xfrm>
          <a:prstGeom prst="rect">
            <a:avLst/>
          </a:prstGeom>
          <a:noFill/>
          <a:ln/>
        </p:spPr>
        <p:txBody>
          <a:bodyPr wrap="square" lIns="0" tIns="0" rIns="0" bIns="0" rtlCol="0" anchor="t"/>
          <a:lstStyle/>
          <a:p>
            <a:pPr algn="l" indent="0" marL="0">
              <a:lnSpc>
                <a:spcPct val="130000"/>
              </a:lnSpc>
              <a:buNone/>
            </a:pPr>
            <a:r>
              <a:rPr lang="en-US" sz="1200" dirty="0">
                <a:solidFill>
                  <a:srgbClr val="1F2328"/>
                </a:solidFill>
                <a:latin typeface="Segoe UI" pitchFamily="34" charset="0"/>
                <a:ea typeface="Segoe UI" pitchFamily="34" charset="-122"/>
                <a:cs typeface="Segoe UI" pitchFamily="34" charset="-120"/>
              </a:rPr>
              <a:t>Alpha text and </a:t>
            </a:r>
            <a:pPr algn="l" indent="0" marL="0">
              <a:lnSpc>
                <a:spcPct val="130000"/>
              </a:lnSpc>
              <a:buNone/>
            </a:pPr>
            <a:r>
              <a:rPr lang="en-US" sz="1200" b="1" dirty="0">
                <a:solidFill>
                  <a:srgbClr val="1F2328"/>
                </a:solidFill>
                <a:latin typeface="Segoe UI" pitchFamily="34" charset="0"/>
                <a:ea typeface="Segoe UI" pitchFamily="34" charset="-122"/>
                <a:cs typeface="Segoe UI" pitchFamily="34" charset="-120"/>
              </a:rPr>
              <a:t>beta gamma</a:t>
            </a:r>
            <a:pPr algn="l" indent="0" marL="0">
              <a:lnSpc>
                <a:spcPct val="130000"/>
              </a:lnSpc>
              <a:buNone/>
            </a:pPr>
            <a:r>
              <a:rPr lang="en-US" sz="1200" dirty="0">
                <a:solidFill>
                  <a:srgbClr val="1F2328"/>
                </a:solidFill>
                <a:latin typeface="Segoe UI" pitchFamily="34" charset="0"/>
                <a:ea typeface="Segoe UI" pitchFamily="34" charset="-122"/>
                <a:cs typeface="Segoe UI" pitchFamily="34" charset="-120"/>
              </a:rPr>
              <a:t> delta item</a:t>
            </a:r>
            <a:endParaRPr lang="en-US" sz="1200" dirty="0"/>
          </a:p>
        </p:txBody>
      </p:sp>
      <p:sp>
        <p:nvSpPr>
          <p:cNvPr id="13" name="Text 11"/>
          <p:cNvSpPr/>
          <p:nvPr/>
        </p:nvSpPr>
        <p:spPr>
          <a:xfrm>
            <a:off x="747713" y="4140547"/>
            <a:ext cx="10696575" cy="828675"/>
          </a:xfrm>
          <a:prstGeom prst="rect">
            <a:avLst/>
          </a:prstGeom>
          <a:noFill/>
          <a:ln/>
        </p:spPr>
        <p:txBody>
          <a:bodyPr wrap="square" lIns="0" tIns="0" rIns="0" bIns="0" rtlCol="0" anchor="t"/>
          <a:lstStyle/>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Expected: All text visible including "Alpha item and", ". Delta epsilon",</a:t>
            </a:r>
            <a:pPr algn="l" indent="0" marL="0">
              <a:lnSpc>
                <a:spcPct val="125000"/>
              </a:lnSpc>
              <a:buNone/>
            </a:pPr>
            <a:endParaRPr lang="en-US" sz="2175" dirty="0"/>
          </a:p>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"Zeta nu eta, " and " kappa" (text nodes adjacent to badges).</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133332"/>
            <a:ext cx="11291888" cy="377726"/>
          </a:xfrm>
          <a:prstGeom prst="rect">
            <a:avLst/>
          </a:prstGeom>
          <a:noFill/>
          <a:ln/>
        </p:spPr>
        <p:txBody>
          <a:bodyPr wrap="square" lIns="0" tIns="0" rIns="0" bIns="73152" rtlCol="0" anchor="t"/>
          <a:lstStyle/>
          <a:p>
            <a:pPr algn="l" indent="0" marL="0">
              <a:lnSpc>
                <a:spcPct val="109000"/>
              </a:lnSpc>
              <a:buNone/>
            </a:pPr>
            <a:r>
              <a:rPr lang="en-US" sz="1920" b="1" dirty="0">
                <a:solidFill>
                  <a:srgbClr val="224466"/>
                </a:solidFill>
                <a:latin typeface="Segoe UI" pitchFamily="34" charset="0"/>
                <a:ea typeface="Segoe UI" pitchFamily="34" charset="-122"/>
                <a:cs typeface="Segoe UI" pitchFamily="34" charset="-120"/>
              </a:rPr>
              <a:t>Slide 66: Dense table inside grid panel with narrow cells</a:t>
            </a:r>
            <a:endParaRPr lang="en-US" sz="1920" dirty="0"/>
          </a:p>
        </p:txBody>
      </p:sp>
      <p:sp>
        <p:nvSpPr>
          <p:cNvPr id="3" name="Shape 1"/>
          <p:cNvSpPr/>
          <p:nvPr/>
        </p:nvSpPr>
        <p:spPr>
          <a:xfrm>
            <a:off x="747713" y="2693938"/>
            <a:ext cx="5281613" cy="1771650"/>
          </a:xfrm>
          <a:prstGeom prst="roundRect">
            <a:avLst>
              <a:gd name="adj" fmla="val 4440"/>
            </a:avLst>
          </a:prstGeom>
          <a:ln w="9525">
            <a:solidFill>
              <a:srgbClr val="CCCCCC"/>
            </a:solidFill>
            <a:prstDash val="solid"/>
          </a:ln>
        </p:spPr>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871538" y="2798713"/>
          <a:ext cx="5033963" cy="914400"/>
        </p:xfrm>
        <a:graphic>
          <a:graphicData uri="http://schemas.openxmlformats.org/drawingml/2006/table">
            <a:tbl>
              <a:tblPr/>
              <a:tblGrid>
                <a:gridCol w="420053"/>
                <a:gridCol w="490061"/>
                <a:gridCol w="410051"/>
                <a:gridCol w="470059"/>
                <a:gridCol w="490061"/>
              </a:tblGrid>
              <a:tr h="0">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Col-A</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E8F0F8"/>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Col-B</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E8F0F8"/>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Col-C</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E8F0F8"/>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Col-D</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E8F0F8"/>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Col-E</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E8F0F8"/>
                    </a:solidFill>
                  </a:tcPr>
                </a:tc>
              </a:tr>
              <a:tr h="0">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Cat-A</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Item-1</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975" dirty="0">
                          <a:solidFill>
                            <a:srgbClr val="1F2328"/>
                          </a:solidFill>
                          <a:latin typeface="Segoe UI" pitchFamily="34" charset="0"/>
                          <a:ea typeface="Segoe UI" pitchFamily="34" charset="-122"/>
                          <a:cs typeface="Segoe UI" pitchFamily="34" charset="-120"/>
                        </a:rPr>
                        <a:t>n-1</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val-p1</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(r1–r9)</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Cat-A</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Item-2</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975" dirty="0">
                          <a:solidFill>
                            <a:srgbClr val="1F2328"/>
                          </a:solidFill>
                          <a:latin typeface="Segoe UI" pitchFamily="34" charset="0"/>
                          <a:ea typeface="Segoe UI" pitchFamily="34" charset="-122"/>
                          <a:cs typeface="Segoe UI" pitchFamily="34" charset="-120"/>
                        </a:rPr>
                        <a:t>n-2</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val-p2</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(r2–r9)</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r h="0">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Cat-B</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Item-3</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975" dirty="0">
                          <a:solidFill>
                            <a:srgbClr val="1F2328"/>
                          </a:solidFill>
                          <a:latin typeface="Segoe UI" pitchFamily="34" charset="0"/>
                          <a:ea typeface="Segoe UI" pitchFamily="34" charset="-122"/>
                          <a:cs typeface="Segoe UI" pitchFamily="34" charset="-120"/>
                        </a:rPr>
                        <a:t>n-3</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val-p1</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(r2–r8)</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Cat-B</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Item-4</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975" dirty="0">
                          <a:solidFill>
                            <a:srgbClr val="1F2328"/>
                          </a:solidFill>
                          <a:latin typeface="Segoe UI" pitchFamily="34" charset="0"/>
                          <a:ea typeface="Segoe UI" pitchFamily="34" charset="-122"/>
                          <a:cs typeface="Segoe UI" pitchFamily="34" charset="-120"/>
                        </a:rPr>
                        <a:t>n-4</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val-p2</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(r2–r9)</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r h="0">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Cat-C</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Item-5</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975" dirty="0">
                          <a:solidFill>
                            <a:srgbClr val="1F2328"/>
                          </a:solidFill>
                          <a:latin typeface="Segoe UI" pitchFamily="34" charset="0"/>
                          <a:ea typeface="Segoe UI" pitchFamily="34" charset="-122"/>
                          <a:cs typeface="Segoe UI" pitchFamily="34" charset="-120"/>
                        </a:rPr>
                        <a:t>n-4</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val-p1</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(r2–r9)</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bl>
          </a:graphicData>
        </a:graphic>
      </p:graphicFrame>
      <p:sp>
        <p:nvSpPr>
          <p:cNvPr id="5" name="Shape 2"/>
          <p:cNvSpPr/>
          <p:nvPr/>
        </p:nvSpPr>
        <p:spPr>
          <a:xfrm>
            <a:off x="6162675" y="2693938"/>
            <a:ext cx="5281613" cy="1771650"/>
          </a:xfrm>
          <a:prstGeom prst="roundRect">
            <a:avLst>
              <a:gd name="adj" fmla="val 4440"/>
            </a:avLst>
          </a:prstGeom>
          <a:ln w="9525">
            <a:solidFill>
              <a:srgbClr val="CCCCCC"/>
            </a:solidFill>
            <a:prstDash val="solid"/>
          </a:ln>
        </p:spPr>
      </p:sp>
      <p:graphicFrame>
        <p:nvGraphicFramePr>
          <p:cNvPr id="133" name="Table 1"/>
          <p:cNvGraphicFramePr>
            <a:graphicFrameLocks noGrp="1"/>
          </p:cNvGraphicFramePr>
          <p:nvPr>
            <p:extLst>
              <p:ext uri="{D42A27DB-BD31-4B8C-83A1-F6EECF244321}">
                <p14:modId xmlns:p14="http://schemas.microsoft.com/office/powerpoint/2010/main" val="1579011935"/>
              </p:ext>
            </p:extLst>
          </p:nvPr>
        </p:nvGraphicFramePr>
        <p:xfrm>
          <a:off x="6286500" y="2798713"/>
          <a:ext cx="5033963" cy="914400"/>
        </p:xfrm>
        <a:graphic>
          <a:graphicData uri="http://schemas.openxmlformats.org/drawingml/2006/table">
            <a:tbl>
              <a:tblPr/>
              <a:tblGrid>
                <a:gridCol w="420053"/>
                <a:gridCol w="570071"/>
                <a:gridCol w="410051"/>
                <a:gridCol w="470059"/>
                <a:gridCol w="490061"/>
              </a:tblGrid>
              <a:tr h="0">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Col-A</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E8F0F8"/>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Col-B</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E8F0F8"/>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Col-C</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E8F0F8"/>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Col-D</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E8F0F8"/>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Col-E</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E8F0F8"/>
                    </a:solidFill>
                  </a:tcPr>
                </a:tc>
              </a:tr>
              <a:tr h="0">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Cat-A</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Item-6</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975" dirty="0">
                          <a:solidFill>
                            <a:srgbClr val="1F2328"/>
                          </a:solidFill>
                          <a:latin typeface="Segoe UI" pitchFamily="34" charset="0"/>
                          <a:ea typeface="Segoe UI" pitchFamily="34" charset="-122"/>
                          <a:cs typeface="Segoe UI" pitchFamily="34" charset="-120"/>
                        </a:rPr>
                        <a:t>n-1</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val-p1</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(r1–r9)</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Cat-A</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Item-7</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975" dirty="0">
                          <a:solidFill>
                            <a:srgbClr val="1F2328"/>
                          </a:solidFill>
                          <a:latin typeface="Segoe UI" pitchFamily="34" charset="0"/>
                          <a:ea typeface="Segoe UI" pitchFamily="34" charset="-122"/>
                          <a:cs typeface="Segoe UI" pitchFamily="34" charset="-120"/>
                        </a:rPr>
                        <a:t>n-2</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val-p3</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(r2–r8)</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r h="0">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Cat-B</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Item-8</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975" dirty="0">
                          <a:solidFill>
                            <a:srgbClr val="1F2328"/>
                          </a:solidFill>
                          <a:latin typeface="Segoe UI" pitchFamily="34" charset="0"/>
                          <a:ea typeface="Segoe UI" pitchFamily="34" charset="-122"/>
                          <a:cs typeface="Segoe UI" pitchFamily="34" charset="-120"/>
                        </a:rPr>
                        <a:t>n-3</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val-p1</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(r2–r9)</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Cat-B</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Item-9</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975" dirty="0">
                          <a:solidFill>
                            <a:srgbClr val="1F2328"/>
                          </a:solidFill>
                          <a:latin typeface="Segoe UI" pitchFamily="34" charset="0"/>
                          <a:ea typeface="Segoe UI" pitchFamily="34" charset="-122"/>
                          <a:cs typeface="Segoe UI" pitchFamily="34" charset="-120"/>
                        </a:rPr>
                        <a:t>n-2</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val-p2</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(r2–r9)</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r h="0">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Cat-C</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Item-10</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975" dirty="0">
                          <a:solidFill>
                            <a:srgbClr val="1F2328"/>
                          </a:solidFill>
                          <a:latin typeface="Segoe UI" pitchFamily="34" charset="0"/>
                          <a:ea typeface="Segoe UI" pitchFamily="34" charset="-122"/>
                          <a:cs typeface="Segoe UI" pitchFamily="34" charset="-120"/>
                        </a:rPr>
                        <a:t>n-2</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975" b="1" dirty="0">
                          <a:solidFill>
                            <a:srgbClr val="1F2328"/>
                          </a:solidFill>
                          <a:latin typeface="Segoe UI" pitchFamily="34" charset="0"/>
                          <a:ea typeface="Segoe UI" pitchFamily="34" charset="-122"/>
                          <a:cs typeface="Segoe UI" pitchFamily="34" charset="-120"/>
                        </a:rPr>
                        <a:t>val-p2</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975" dirty="0">
                          <a:solidFill>
                            <a:srgbClr val="1F2328"/>
                          </a:solidFill>
                          <a:latin typeface="Segoe UI" pitchFamily="34" charset="0"/>
                          <a:ea typeface="Segoe UI" pitchFamily="34" charset="-122"/>
                          <a:cs typeface="Segoe UI" pitchFamily="34" charset="-120"/>
                        </a:rPr>
                        <a:t>(r2–r9)</a:t>
                      </a:r>
                      <a:endParaRPr lang="en-US" sz="1200" dirty="0"/>
                    </a:p>
                  </a:txBody>
                  <a:tcPr marL="38100" marR="38100" marT="19050" marB="190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bl>
          </a:graphicData>
        </a:graphic>
      </p:graphicFrame>
      <p:sp>
        <p:nvSpPr>
          <p:cNvPr id="7" name="Text 3"/>
          <p:cNvSpPr/>
          <p:nvPr/>
        </p:nvSpPr>
        <p:spPr>
          <a:xfrm>
            <a:off x="747713" y="4427488"/>
            <a:ext cx="11231404" cy="228600"/>
          </a:xfrm>
          <a:prstGeom prst="rect">
            <a:avLst/>
          </a:prstGeom>
          <a:noFill/>
          <a:ln/>
        </p:spPr>
        <p:txBody>
          <a:bodyPr wrap="square" lIns="0" tIns="0" rIns="0" bIns="0" rtlCol="0" anchor="t"/>
          <a:lstStyle/>
          <a:p>
            <a:pPr algn="l" indent="0" marL="0">
              <a:lnSpc>
                <a:spcPct val="130000"/>
              </a:lnSpc>
              <a:buNone/>
            </a:pPr>
            <a:r>
              <a:rPr lang="en-US" sz="1200" dirty="0">
                <a:solidFill>
                  <a:srgbClr val="1F2328"/>
                </a:solidFill>
                <a:latin typeface="Segoe UI" pitchFamily="34" charset="0"/>
                <a:ea typeface="Segoe UI" pitchFamily="34" charset="-122"/>
                <a:cs typeface="Segoe UI" pitchFamily="34" charset="-120"/>
              </a:rPr>
              <a:t>Expected: Table text should not wrap within cells. Tight padding (2px 4px) matches HTML.</a:t>
            </a:r>
            <a:endParaRPr lang="en-US" sz="1200"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348299"/>
            <a:ext cx="11291888" cy="306884"/>
          </a:xfrm>
          <a:prstGeom prst="rect">
            <a:avLst/>
          </a:prstGeom>
          <a:noFill/>
          <a:ln/>
        </p:spPr>
        <p:txBody>
          <a:bodyPr wrap="square" lIns="0" tIns="0" rIns="0" bIns="59436" rtlCol="0" anchor="t"/>
          <a:lstStyle/>
          <a:p>
            <a:pPr algn="l" indent="0" marL="0">
              <a:lnSpc>
                <a:spcPct val="109000"/>
              </a:lnSpc>
              <a:buNone/>
            </a:pPr>
            <a:r>
              <a:rPr lang="en-US" sz="1560" b="1" dirty="0">
                <a:solidFill>
                  <a:srgbClr val="224466"/>
                </a:solidFill>
                <a:latin typeface="Segoe UI" pitchFamily="34" charset="0"/>
                <a:ea typeface="Segoe UI" pitchFamily="34" charset="-122"/>
                <a:cs typeface="Segoe UI" pitchFamily="34" charset="-120"/>
              </a:rPr>
              <a:t>Slide 67: Step list with inline-block tag badges</a:t>
            </a:r>
            <a:endParaRPr lang="en-US" sz="1560" dirty="0"/>
          </a:p>
        </p:txBody>
      </p:sp>
      <p:sp>
        <p:nvSpPr>
          <p:cNvPr id="3" name="Shape 1"/>
          <p:cNvSpPr/>
          <p:nvPr/>
        </p:nvSpPr>
        <p:spPr>
          <a:xfrm>
            <a:off x="747713" y="2832348"/>
            <a:ext cx="5272088" cy="1281113"/>
          </a:xfrm>
          <a:prstGeom prst="roundRect">
            <a:avLst>
              <a:gd name="adj" fmla="val 10613"/>
            </a:avLst>
          </a:prstGeom>
          <a:ln w="9525">
            <a:solidFill>
              <a:srgbClr val="CCCCCC"/>
            </a:solidFill>
            <a:prstDash val="solid"/>
          </a:ln>
        </p:spPr>
      </p:sp>
      <p:sp>
        <p:nvSpPr>
          <p:cNvPr id="4" name="Shape 2"/>
          <p:cNvSpPr/>
          <p:nvPr/>
        </p:nvSpPr>
        <p:spPr>
          <a:xfrm>
            <a:off x="890588" y="3218111"/>
            <a:ext cx="4986338" cy="28575"/>
          </a:xfrm>
          <a:prstGeom prst="rect">
            <a:avLst/>
          </a:prstGeom>
          <a:solidFill>
            <a:srgbClr val="0F6CBD"/>
          </a:solidFill>
          <a:ln w="3175">
            <a:solidFill>
              <a:srgbClr val="0F6CBD"/>
            </a:solidFill>
            <a:prstDash val="solid"/>
          </a:ln>
        </p:spPr>
      </p:sp>
      <p:sp>
        <p:nvSpPr>
          <p:cNvPr id="5" name="Text 3"/>
          <p:cNvSpPr/>
          <p:nvPr/>
        </p:nvSpPr>
        <p:spPr>
          <a:xfrm>
            <a:off x="890588" y="2925217"/>
            <a:ext cx="5235654" cy="261937"/>
          </a:xfrm>
          <a:prstGeom prst="rect">
            <a:avLst/>
          </a:prstGeom>
          <a:noFill/>
          <a:ln/>
        </p:spPr>
        <p:txBody>
          <a:bodyPr wrap="square" lIns="0" tIns="0" rIns="0" bIns="47625" rtlCol="0" anchor="t"/>
          <a:lstStyle/>
          <a:p>
            <a:pPr algn="l" indent="0" marL="0">
              <a:lnSpc>
                <a:spcPct val="130000"/>
              </a:lnSpc>
              <a:buNone/>
            </a:pPr>
            <a:r>
              <a:rPr lang="en-US" sz="975" b="1" dirty="0">
                <a:solidFill>
                  <a:srgbClr val="0F6CBD"/>
                </a:solidFill>
                <a:latin typeface="Segoe UI" pitchFamily="34" charset="0"/>
                <a:ea typeface="Segoe UI" pitchFamily="34" charset="-122"/>
                <a:cs typeface="Segoe UI" pitchFamily="34" charset="-120"/>
              </a:rPr>
              <a:t>Group A</a:t>
            </a:r>
            <a:endParaRPr lang="en-US" sz="975" dirty="0"/>
          </a:p>
        </p:txBody>
      </p:sp>
      <p:sp>
        <p:nvSpPr>
          <p:cNvPr id="6" name="Text 4"/>
          <p:cNvSpPr/>
          <p:nvPr/>
        </p:nvSpPr>
        <p:spPr>
          <a:xfrm>
            <a:off x="890588" y="3294311"/>
            <a:ext cx="200025" cy="200025"/>
          </a:xfrm>
          <a:prstGeom prst="roundRect">
            <a:avLst>
              <a:gd name="adj" fmla="val 228571"/>
            </a:avLst>
          </a:prstGeom>
          <a:solidFill>
            <a:srgbClr val="0F6CBD"/>
          </a:solidFill>
          <a:ln/>
        </p:spPr>
        <p:txBody>
          <a:bodyPr wrap="square" lIns="0" tIns="0" rIns="0" bIns="0" rtlCol="0" anchor="ctr"/>
          <a:lstStyle/>
          <a:p>
            <a:pPr algn="ctr" indent="0" marL="0">
              <a:lnSpc>
                <a:spcPct val="100000"/>
              </a:lnSpc>
              <a:buNone/>
            </a:pPr>
            <a:r>
              <a:rPr lang="en-US" sz="900" b="1" dirty="0">
                <a:solidFill>
                  <a:srgbClr val="FFFFFF"/>
                </a:solidFill>
                <a:latin typeface="Segoe UI" pitchFamily="34" charset="0"/>
                <a:ea typeface="Segoe UI" pitchFamily="34" charset="-122"/>
                <a:cs typeface="Segoe UI" pitchFamily="34" charset="-120"/>
              </a:rPr>
              <a:t>1</a:t>
            </a:r>
            <a:endParaRPr lang="en-US" sz="900" dirty="0"/>
          </a:p>
        </p:txBody>
      </p:sp>
      <p:sp>
        <p:nvSpPr>
          <p:cNvPr id="7" name="Text 5"/>
          <p:cNvSpPr/>
          <p:nvPr/>
        </p:nvSpPr>
        <p:spPr>
          <a:xfrm>
            <a:off x="2603450" y="3294311"/>
            <a:ext cx="435620" cy="179487"/>
          </a:xfrm>
          <a:prstGeom prst="roundRect">
            <a:avLst>
              <a:gd name="adj" fmla="val 162214"/>
            </a:avLst>
          </a:prstGeom>
          <a:solidFill>
            <a:srgbClr val="EDF8F1"/>
          </a:solidFill>
          <a:ln/>
        </p:spPr>
        <p:txBody>
          <a:bodyPr wrap="square" lIns="0" tIns="0" rIns="0" bIns="0" rtlCol="0" anchor="t"/>
          <a:lstStyle/>
          <a:p>
            <a:pPr algn="l" indent="0" marL="0">
              <a:lnSpc>
                <a:spcPct val="126000"/>
              </a:lnSpc>
              <a:buNone/>
            </a:pPr>
            <a:r>
              <a:rPr lang="en-US" sz="975" b="1" dirty="0">
                <a:solidFill>
                  <a:srgbClr val="27AE60"/>
                </a:solidFill>
                <a:latin typeface="Segoe UI" pitchFamily="34" charset="0"/>
                <a:ea typeface="Segoe UI" pitchFamily="34" charset="-122"/>
                <a:cs typeface="Segoe UI" pitchFamily="34" charset="-120"/>
              </a:rPr>
              <a:t>Tag-A</a:t>
            </a:r>
            <a:endParaRPr lang="en-US" sz="975" dirty="0"/>
          </a:p>
        </p:txBody>
      </p:sp>
      <p:sp>
        <p:nvSpPr>
          <p:cNvPr id="8" name="Text 6"/>
          <p:cNvSpPr/>
          <p:nvPr/>
        </p:nvSpPr>
        <p:spPr>
          <a:xfrm>
            <a:off x="1157288" y="3266450"/>
            <a:ext cx="1975872" cy="179487"/>
          </a:xfrm>
          <a:prstGeom prst="rect">
            <a:avLst/>
          </a:prstGeom>
          <a:noFill/>
          <a:ln/>
        </p:spPr>
        <p:txBody>
          <a:bodyPr wrap="square" lIns="0" tIns="0" rIns="0" bIns="0" rtlCol="0" anchor="t"/>
          <a:lstStyle/>
          <a:p>
            <a:pPr algn="l" indent="0" marL="0">
              <a:lnSpc>
                <a:spcPct val="126000"/>
              </a:lnSpc>
              <a:buNone/>
            </a:pPr>
            <a:r>
              <a:rPr lang="en-US" sz="975" dirty="0">
                <a:solidFill>
                  <a:srgbClr val="1F2328"/>
                </a:solidFill>
                <a:latin typeface="Segoe UI" pitchFamily="34" charset="0"/>
                <a:ea typeface="Segoe UI" pitchFamily="34" charset="-122"/>
                <a:cs typeface="Segoe UI" pitchFamily="34" charset="-120"/>
              </a:rPr>
              <a:t>Alpha task and beta item</a:t>
            </a:r>
            <a:endParaRPr lang="en-US" sz="975" dirty="0"/>
          </a:p>
        </p:txBody>
      </p:sp>
      <p:sp>
        <p:nvSpPr>
          <p:cNvPr id="9" name="Text 7"/>
          <p:cNvSpPr/>
          <p:nvPr/>
        </p:nvSpPr>
        <p:spPr>
          <a:xfrm>
            <a:off x="890588" y="3541961"/>
            <a:ext cx="200025" cy="200025"/>
          </a:xfrm>
          <a:prstGeom prst="roundRect">
            <a:avLst>
              <a:gd name="adj" fmla="val 228571"/>
            </a:avLst>
          </a:prstGeom>
          <a:solidFill>
            <a:srgbClr val="0F6CBD"/>
          </a:solidFill>
          <a:ln/>
        </p:spPr>
        <p:txBody>
          <a:bodyPr wrap="square" lIns="0" tIns="0" rIns="0" bIns="0" rtlCol="0" anchor="ctr"/>
          <a:lstStyle/>
          <a:p>
            <a:pPr algn="ctr" indent="0" marL="0">
              <a:lnSpc>
                <a:spcPct val="100000"/>
              </a:lnSpc>
              <a:buNone/>
            </a:pPr>
            <a:r>
              <a:rPr lang="en-US" sz="900" b="1" dirty="0">
                <a:solidFill>
                  <a:srgbClr val="FFFFFF"/>
                </a:solidFill>
                <a:latin typeface="Segoe UI" pitchFamily="34" charset="0"/>
                <a:ea typeface="Segoe UI" pitchFamily="34" charset="-122"/>
                <a:cs typeface="Segoe UI" pitchFamily="34" charset="-120"/>
              </a:rPr>
              <a:t>2</a:t>
            </a:r>
            <a:endParaRPr lang="en-US" sz="900" dirty="0"/>
          </a:p>
        </p:txBody>
      </p:sp>
      <p:sp>
        <p:nvSpPr>
          <p:cNvPr id="10" name="Text 8"/>
          <p:cNvSpPr/>
          <p:nvPr/>
        </p:nvSpPr>
        <p:spPr>
          <a:xfrm>
            <a:off x="2689622" y="3541961"/>
            <a:ext cx="433388" cy="179487"/>
          </a:xfrm>
          <a:prstGeom prst="roundRect">
            <a:avLst>
              <a:gd name="adj" fmla="val 162214"/>
            </a:avLst>
          </a:prstGeom>
          <a:solidFill>
            <a:srgbClr val="EDF8F1"/>
          </a:solidFill>
          <a:ln/>
        </p:spPr>
        <p:txBody>
          <a:bodyPr wrap="square" lIns="0" tIns="0" rIns="0" bIns="0" rtlCol="0" anchor="t"/>
          <a:lstStyle/>
          <a:p>
            <a:pPr algn="l" indent="0" marL="0">
              <a:lnSpc>
                <a:spcPct val="126000"/>
              </a:lnSpc>
              <a:buNone/>
            </a:pPr>
            <a:r>
              <a:rPr lang="en-US" sz="975" b="1" dirty="0">
                <a:solidFill>
                  <a:srgbClr val="27AE60"/>
                </a:solidFill>
                <a:latin typeface="Segoe UI" pitchFamily="34" charset="0"/>
                <a:ea typeface="Segoe UI" pitchFamily="34" charset="-122"/>
                <a:cs typeface="Segoe UI" pitchFamily="34" charset="-120"/>
              </a:rPr>
              <a:t>Tag-B</a:t>
            </a:r>
            <a:endParaRPr lang="en-US" sz="975" dirty="0"/>
          </a:p>
        </p:txBody>
      </p:sp>
      <p:sp>
        <p:nvSpPr>
          <p:cNvPr id="11" name="Text 9"/>
          <p:cNvSpPr/>
          <p:nvPr/>
        </p:nvSpPr>
        <p:spPr>
          <a:xfrm>
            <a:off x="1157288" y="3514100"/>
            <a:ext cx="2064008" cy="179487"/>
          </a:xfrm>
          <a:prstGeom prst="rect">
            <a:avLst/>
          </a:prstGeom>
          <a:noFill/>
          <a:ln/>
        </p:spPr>
        <p:txBody>
          <a:bodyPr wrap="square" lIns="0" tIns="0" rIns="0" bIns="0" rtlCol="0" anchor="t"/>
          <a:lstStyle/>
          <a:p>
            <a:pPr algn="l" indent="0" marL="0">
              <a:lnSpc>
                <a:spcPct val="126000"/>
              </a:lnSpc>
              <a:buNone/>
            </a:pPr>
            <a:r>
              <a:rPr lang="en-US" sz="975" dirty="0">
                <a:solidFill>
                  <a:srgbClr val="1F2328"/>
                </a:solidFill>
                <a:latin typeface="Segoe UI" pitchFamily="34" charset="0"/>
                <a:ea typeface="Segoe UI" pitchFamily="34" charset="-122"/>
                <a:cs typeface="Segoe UI" pitchFamily="34" charset="-120"/>
              </a:rPr>
              <a:t>Gamma delta item epsilon</a:t>
            </a:r>
            <a:endParaRPr lang="en-US" sz="975" dirty="0"/>
          </a:p>
        </p:txBody>
      </p:sp>
      <p:sp>
        <p:nvSpPr>
          <p:cNvPr id="12" name="Text 10"/>
          <p:cNvSpPr/>
          <p:nvPr/>
        </p:nvSpPr>
        <p:spPr>
          <a:xfrm>
            <a:off x="890588" y="3789611"/>
            <a:ext cx="200025" cy="200025"/>
          </a:xfrm>
          <a:prstGeom prst="roundRect">
            <a:avLst>
              <a:gd name="adj" fmla="val 228571"/>
            </a:avLst>
          </a:prstGeom>
          <a:solidFill>
            <a:srgbClr val="0F6CBD"/>
          </a:solidFill>
          <a:ln/>
        </p:spPr>
        <p:txBody>
          <a:bodyPr wrap="square" lIns="0" tIns="0" rIns="0" bIns="0" rtlCol="0" anchor="ctr"/>
          <a:lstStyle/>
          <a:p>
            <a:pPr algn="ctr" indent="0" marL="0">
              <a:lnSpc>
                <a:spcPct val="100000"/>
              </a:lnSpc>
              <a:buNone/>
            </a:pPr>
            <a:r>
              <a:rPr lang="en-US" sz="900" b="1" dirty="0">
                <a:solidFill>
                  <a:srgbClr val="FFFFFF"/>
                </a:solidFill>
                <a:latin typeface="Segoe UI" pitchFamily="34" charset="0"/>
                <a:ea typeface="Segoe UI" pitchFamily="34" charset="-122"/>
                <a:cs typeface="Segoe UI" pitchFamily="34" charset="-120"/>
              </a:rPr>
              <a:t>3</a:t>
            </a:r>
            <a:endParaRPr lang="en-US" sz="900" dirty="0"/>
          </a:p>
        </p:txBody>
      </p:sp>
      <p:sp>
        <p:nvSpPr>
          <p:cNvPr id="13" name="Text 11"/>
          <p:cNvSpPr/>
          <p:nvPr/>
        </p:nvSpPr>
        <p:spPr>
          <a:xfrm>
            <a:off x="2260253" y="3789611"/>
            <a:ext cx="429071" cy="179487"/>
          </a:xfrm>
          <a:prstGeom prst="roundRect">
            <a:avLst>
              <a:gd name="adj" fmla="val 162214"/>
            </a:avLst>
          </a:prstGeom>
          <a:solidFill>
            <a:srgbClr val="EEF5FC"/>
          </a:solidFill>
          <a:ln/>
        </p:spPr>
        <p:txBody>
          <a:bodyPr wrap="square" lIns="0" tIns="0" rIns="0" bIns="0" rtlCol="0" anchor="t"/>
          <a:lstStyle/>
          <a:p>
            <a:pPr algn="l" indent="0" marL="0">
              <a:lnSpc>
                <a:spcPct val="126000"/>
              </a:lnSpc>
              <a:buNone/>
            </a:pPr>
            <a:r>
              <a:rPr lang="en-US" sz="975" b="1" dirty="0">
                <a:solidFill>
                  <a:srgbClr val="0F6CBD"/>
                </a:solidFill>
                <a:latin typeface="Segoe UI" pitchFamily="34" charset="0"/>
                <a:ea typeface="Segoe UI" pitchFamily="34" charset="-122"/>
                <a:cs typeface="Segoe UI" pitchFamily="34" charset="-120"/>
              </a:rPr>
              <a:t>Tag-C</a:t>
            </a:r>
            <a:endParaRPr lang="en-US" sz="975" dirty="0"/>
          </a:p>
        </p:txBody>
      </p:sp>
      <p:sp>
        <p:nvSpPr>
          <p:cNvPr id="14" name="Text 12"/>
          <p:cNvSpPr/>
          <p:nvPr/>
        </p:nvSpPr>
        <p:spPr>
          <a:xfrm>
            <a:off x="1157288" y="3761750"/>
            <a:ext cx="1608639" cy="179487"/>
          </a:xfrm>
          <a:prstGeom prst="rect">
            <a:avLst/>
          </a:prstGeom>
          <a:noFill/>
          <a:ln/>
        </p:spPr>
        <p:txBody>
          <a:bodyPr wrap="square" lIns="0" tIns="0" rIns="0" bIns="0" rtlCol="0" anchor="t"/>
          <a:lstStyle/>
          <a:p>
            <a:pPr algn="l" indent="0" marL="0">
              <a:lnSpc>
                <a:spcPct val="126000"/>
              </a:lnSpc>
              <a:buNone/>
            </a:pPr>
            <a:r>
              <a:rPr lang="en-US" sz="975" dirty="0">
                <a:solidFill>
                  <a:srgbClr val="1F2328"/>
                </a:solidFill>
                <a:latin typeface="Segoe UI" pitchFamily="34" charset="0"/>
                <a:ea typeface="Segoe UI" pitchFamily="34" charset="-122"/>
                <a:cs typeface="Segoe UI" pitchFamily="34" charset="-120"/>
              </a:rPr>
              <a:t>Zeta eta theta item</a:t>
            </a:r>
            <a:endParaRPr lang="en-US" sz="975" dirty="0"/>
          </a:p>
        </p:txBody>
      </p:sp>
      <p:sp>
        <p:nvSpPr>
          <p:cNvPr id="15" name="Shape 13"/>
          <p:cNvSpPr/>
          <p:nvPr/>
        </p:nvSpPr>
        <p:spPr>
          <a:xfrm>
            <a:off x="6172200" y="2832348"/>
            <a:ext cx="5272088" cy="1281113"/>
          </a:xfrm>
          <a:prstGeom prst="roundRect">
            <a:avLst>
              <a:gd name="adj" fmla="val 10613"/>
            </a:avLst>
          </a:prstGeom>
          <a:ln w="9525">
            <a:solidFill>
              <a:srgbClr val="CCCCCC"/>
            </a:solidFill>
            <a:prstDash val="solid"/>
          </a:ln>
        </p:spPr>
      </p:sp>
      <p:sp>
        <p:nvSpPr>
          <p:cNvPr id="16" name="Shape 14"/>
          <p:cNvSpPr/>
          <p:nvPr/>
        </p:nvSpPr>
        <p:spPr>
          <a:xfrm>
            <a:off x="6315075" y="3218111"/>
            <a:ext cx="4986338" cy="28575"/>
          </a:xfrm>
          <a:prstGeom prst="rect">
            <a:avLst/>
          </a:prstGeom>
          <a:solidFill>
            <a:srgbClr val="0F6CBD"/>
          </a:solidFill>
          <a:ln w="3175">
            <a:solidFill>
              <a:srgbClr val="0F6CBD"/>
            </a:solidFill>
            <a:prstDash val="solid"/>
          </a:ln>
        </p:spPr>
      </p:sp>
      <p:sp>
        <p:nvSpPr>
          <p:cNvPr id="17" name="Text 15"/>
          <p:cNvSpPr/>
          <p:nvPr/>
        </p:nvSpPr>
        <p:spPr>
          <a:xfrm>
            <a:off x="6315075" y="2925217"/>
            <a:ext cx="5235654" cy="261937"/>
          </a:xfrm>
          <a:prstGeom prst="rect">
            <a:avLst/>
          </a:prstGeom>
          <a:noFill/>
          <a:ln/>
        </p:spPr>
        <p:txBody>
          <a:bodyPr wrap="square" lIns="0" tIns="0" rIns="0" bIns="47625" rtlCol="0" anchor="t"/>
          <a:lstStyle/>
          <a:p>
            <a:pPr algn="l" indent="0" marL="0">
              <a:lnSpc>
                <a:spcPct val="130000"/>
              </a:lnSpc>
              <a:buNone/>
            </a:pPr>
            <a:r>
              <a:rPr lang="en-US" sz="975" b="1" dirty="0">
                <a:solidFill>
                  <a:srgbClr val="0F6CBD"/>
                </a:solidFill>
                <a:latin typeface="Segoe UI" pitchFamily="34" charset="0"/>
                <a:ea typeface="Segoe UI" pitchFamily="34" charset="-122"/>
                <a:cs typeface="Segoe UI" pitchFamily="34" charset="-120"/>
              </a:rPr>
              <a:t>Group B</a:t>
            </a:r>
            <a:endParaRPr lang="en-US" sz="975" dirty="0"/>
          </a:p>
        </p:txBody>
      </p:sp>
      <p:sp>
        <p:nvSpPr>
          <p:cNvPr id="18" name="Text 16"/>
          <p:cNvSpPr/>
          <p:nvPr/>
        </p:nvSpPr>
        <p:spPr>
          <a:xfrm>
            <a:off x="6315075" y="3294311"/>
            <a:ext cx="200025" cy="200025"/>
          </a:xfrm>
          <a:prstGeom prst="roundRect">
            <a:avLst>
              <a:gd name="adj" fmla="val 228571"/>
            </a:avLst>
          </a:prstGeom>
          <a:solidFill>
            <a:srgbClr val="0F6CBD"/>
          </a:solidFill>
          <a:ln/>
        </p:spPr>
        <p:txBody>
          <a:bodyPr wrap="square" lIns="0" tIns="0" rIns="0" bIns="0" rtlCol="0" anchor="ctr"/>
          <a:lstStyle/>
          <a:p>
            <a:pPr algn="ctr" indent="0" marL="0">
              <a:lnSpc>
                <a:spcPct val="100000"/>
              </a:lnSpc>
              <a:buNone/>
            </a:pPr>
            <a:r>
              <a:rPr lang="en-US" sz="900" b="1" dirty="0">
                <a:solidFill>
                  <a:srgbClr val="FFFFFF"/>
                </a:solidFill>
                <a:latin typeface="Segoe UI" pitchFamily="34" charset="0"/>
                <a:ea typeface="Segoe UI" pitchFamily="34" charset="-122"/>
                <a:cs typeface="Segoe UI" pitchFamily="34" charset="-120"/>
              </a:rPr>
              <a:t>1</a:t>
            </a:r>
            <a:endParaRPr lang="en-US" sz="900" dirty="0"/>
          </a:p>
        </p:txBody>
      </p:sp>
      <p:sp>
        <p:nvSpPr>
          <p:cNvPr id="19" name="Text 17"/>
          <p:cNvSpPr/>
          <p:nvPr/>
        </p:nvSpPr>
        <p:spPr>
          <a:xfrm>
            <a:off x="6581775" y="3266450"/>
            <a:ext cx="1306413" cy="179487"/>
          </a:xfrm>
          <a:prstGeom prst="rect">
            <a:avLst/>
          </a:prstGeom>
          <a:noFill/>
          <a:ln/>
        </p:spPr>
        <p:txBody>
          <a:bodyPr wrap="square" lIns="0" tIns="0" rIns="0" bIns="0" rtlCol="0" anchor="t"/>
          <a:lstStyle/>
          <a:p>
            <a:pPr algn="l" indent="0" marL="0">
              <a:lnSpc>
                <a:spcPct val="126000"/>
              </a:lnSpc>
              <a:buNone/>
            </a:pPr>
            <a:r>
              <a:rPr lang="en-US" sz="975" dirty="0">
                <a:solidFill>
                  <a:srgbClr val="1F2328"/>
                </a:solidFill>
                <a:latin typeface="Segoe UI" pitchFamily="34" charset="0"/>
                <a:ea typeface="Segoe UI" pitchFamily="34" charset="-122"/>
                <a:cs typeface="Segoe UI" pitchFamily="34" charset="-120"/>
              </a:rPr>
              <a:t>Iota kappa lambda</a:t>
            </a:r>
            <a:endParaRPr lang="en-US" sz="975" dirty="0"/>
          </a:p>
        </p:txBody>
      </p:sp>
      <p:sp>
        <p:nvSpPr>
          <p:cNvPr id="20" name="Text 18"/>
          <p:cNvSpPr/>
          <p:nvPr/>
        </p:nvSpPr>
        <p:spPr>
          <a:xfrm>
            <a:off x="6315075" y="3541961"/>
            <a:ext cx="200025" cy="200025"/>
          </a:xfrm>
          <a:prstGeom prst="roundRect">
            <a:avLst>
              <a:gd name="adj" fmla="val 228571"/>
            </a:avLst>
          </a:prstGeom>
          <a:solidFill>
            <a:srgbClr val="0F6CBD"/>
          </a:solidFill>
          <a:ln/>
        </p:spPr>
        <p:txBody>
          <a:bodyPr wrap="square" lIns="0" tIns="0" rIns="0" bIns="0" rtlCol="0" anchor="ctr"/>
          <a:lstStyle/>
          <a:p>
            <a:pPr algn="ctr" indent="0" marL="0">
              <a:lnSpc>
                <a:spcPct val="100000"/>
              </a:lnSpc>
              <a:buNone/>
            </a:pPr>
            <a:r>
              <a:rPr lang="en-US" sz="900" b="1" dirty="0">
                <a:solidFill>
                  <a:srgbClr val="FFFFFF"/>
                </a:solidFill>
                <a:latin typeface="Segoe UI" pitchFamily="34" charset="0"/>
                <a:ea typeface="Segoe UI" pitchFamily="34" charset="-122"/>
                <a:cs typeface="Segoe UI" pitchFamily="34" charset="-120"/>
              </a:rPr>
              <a:t>2</a:t>
            </a:r>
            <a:endParaRPr lang="en-US" sz="900" dirty="0"/>
          </a:p>
        </p:txBody>
      </p:sp>
      <p:sp>
        <p:nvSpPr>
          <p:cNvPr id="21" name="Text 19"/>
          <p:cNvSpPr/>
          <p:nvPr/>
        </p:nvSpPr>
        <p:spPr>
          <a:xfrm>
            <a:off x="7599908" y="3541961"/>
            <a:ext cx="441722" cy="179487"/>
          </a:xfrm>
          <a:prstGeom prst="roundRect">
            <a:avLst>
              <a:gd name="adj" fmla="val 162214"/>
            </a:avLst>
          </a:prstGeom>
          <a:solidFill>
            <a:srgbClr val="EEF5FC"/>
          </a:solidFill>
          <a:ln/>
        </p:spPr>
        <p:txBody>
          <a:bodyPr wrap="square" lIns="0" tIns="0" rIns="0" bIns="0" rtlCol="0" anchor="t"/>
          <a:lstStyle/>
          <a:p>
            <a:pPr algn="l" indent="0" marL="0">
              <a:lnSpc>
                <a:spcPct val="126000"/>
              </a:lnSpc>
              <a:buNone/>
            </a:pPr>
            <a:r>
              <a:rPr lang="en-US" sz="975" b="1" dirty="0">
                <a:solidFill>
                  <a:srgbClr val="0F6CBD"/>
                </a:solidFill>
                <a:latin typeface="Segoe UI" pitchFamily="34" charset="0"/>
                <a:ea typeface="Segoe UI" pitchFamily="34" charset="-122"/>
                <a:cs typeface="Segoe UI" pitchFamily="34" charset="-120"/>
              </a:rPr>
              <a:t>Tag-D</a:t>
            </a:r>
            <a:endParaRPr lang="en-US" sz="975" dirty="0"/>
          </a:p>
        </p:txBody>
      </p:sp>
      <p:sp>
        <p:nvSpPr>
          <p:cNvPr id="22" name="Text 20"/>
          <p:cNvSpPr/>
          <p:nvPr/>
        </p:nvSpPr>
        <p:spPr>
          <a:xfrm>
            <a:off x="6581775" y="3514100"/>
            <a:ext cx="1532848" cy="179487"/>
          </a:xfrm>
          <a:prstGeom prst="rect">
            <a:avLst/>
          </a:prstGeom>
          <a:noFill/>
          <a:ln/>
        </p:spPr>
        <p:txBody>
          <a:bodyPr wrap="square" lIns="0" tIns="0" rIns="0" bIns="0" rtlCol="0" anchor="t"/>
          <a:lstStyle/>
          <a:p>
            <a:pPr algn="l" indent="0" marL="0">
              <a:lnSpc>
                <a:spcPct val="126000"/>
              </a:lnSpc>
              <a:buNone/>
            </a:pPr>
            <a:r>
              <a:rPr lang="en-US" sz="975" dirty="0">
                <a:solidFill>
                  <a:srgbClr val="1F2328"/>
                </a:solidFill>
                <a:latin typeface="Segoe UI" pitchFamily="34" charset="0"/>
                <a:ea typeface="Segoe UI" pitchFamily="34" charset="-122"/>
                <a:cs typeface="Segoe UI" pitchFamily="34" charset="-120"/>
              </a:rPr>
              <a:t>Mu nu xi omicron</a:t>
            </a:r>
            <a:endParaRPr lang="en-US" sz="975" dirty="0"/>
          </a:p>
        </p:txBody>
      </p:sp>
      <p:sp>
        <p:nvSpPr>
          <p:cNvPr id="23" name="Text 21"/>
          <p:cNvSpPr/>
          <p:nvPr/>
        </p:nvSpPr>
        <p:spPr>
          <a:xfrm>
            <a:off x="6315075" y="3789611"/>
            <a:ext cx="200025" cy="200025"/>
          </a:xfrm>
          <a:prstGeom prst="roundRect">
            <a:avLst>
              <a:gd name="adj" fmla="val 228571"/>
            </a:avLst>
          </a:prstGeom>
          <a:solidFill>
            <a:srgbClr val="0F6CBD"/>
          </a:solidFill>
          <a:ln/>
        </p:spPr>
        <p:txBody>
          <a:bodyPr wrap="square" lIns="0" tIns="0" rIns="0" bIns="0" rtlCol="0" anchor="ctr"/>
          <a:lstStyle/>
          <a:p>
            <a:pPr algn="ctr" indent="0" marL="0">
              <a:lnSpc>
                <a:spcPct val="100000"/>
              </a:lnSpc>
              <a:buNone/>
            </a:pPr>
            <a:r>
              <a:rPr lang="en-US" sz="900" b="1" dirty="0">
                <a:solidFill>
                  <a:srgbClr val="FFFFFF"/>
                </a:solidFill>
                <a:latin typeface="Segoe UI" pitchFamily="34" charset="0"/>
                <a:ea typeface="Segoe UI" pitchFamily="34" charset="-122"/>
                <a:cs typeface="Segoe UI" pitchFamily="34" charset="-120"/>
              </a:rPr>
              <a:t>3</a:t>
            </a:r>
            <a:endParaRPr lang="en-US" sz="900" dirty="0"/>
          </a:p>
        </p:txBody>
      </p:sp>
      <p:sp>
        <p:nvSpPr>
          <p:cNvPr id="24" name="Text 22"/>
          <p:cNvSpPr/>
          <p:nvPr/>
        </p:nvSpPr>
        <p:spPr>
          <a:xfrm>
            <a:off x="7531150" y="3789611"/>
            <a:ext cx="419546" cy="179487"/>
          </a:xfrm>
          <a:prstGeom prst="roundRect">
            <a:avLst>
              <a:gd name="adj" fmla="val 162214"/>
            </a:avLst>
          </a:prstGeom>
          <a:solidFill>
            <a:srgbClr val="EDF8F1"/>
          </a:solidFill>
          <a:ln/>
        </p:spPr>
        <p:txBody>
          <a:bodyPr wrap="square" lIns="0" tIns="0" rIns="0" bIns="0" rtlCol="0" anchor="t"/>
          <a:lstStyle/>
          <a:p>
            <a:pPr algn="l" indent="0" marL="0">
              <a:lnSpc>
                <a:spcPct val="126000"/>
              </a:lnSpc>
              <a:buNone/>
            </a:pPr>
            <a:r>
              <a:rPr lang="en-US" sz="975" b="1" dirty="0">
                <a:solidFill>
                  <a:srgbClr val="27AE60"/>
                </a:solidFill>
                <a:latin typeface="Segoe UI" pitchFamily="34" charset="0"/>
                <a:ea typeface="Segoe UI" pitchFamily="34" charset="-122"/>
                <a:cs typeface="Segoe UI" pitchFamily="34" charset="-120"/>
              </a:rPr>
              <a:t>Tag-E</a:t>
            </a:r>
            <a:endParaRPr lang="en-US" sz="975" dirty="0"/>
          </a:p>
        </p:txBody>
      </p:sp>
      <p:sp>
        <p:nvSpPr>
          <p:cNvPr id="25" name="Text 23"/>
          <p:cNvSpPr/>
          <p:nvPr/>
        </p:nvSpPr>
        <p:spPr>
          <a:xfrm>
            <a:off x="6581775" y="3761750"/>
            <a:ext cx="1437367" cy="179487"/>
          </a:xfrm>
          <a:prstGeom prst="rect">
            <a:avLst/>
          </a:prstGeom>
          <a:noFill/>
          <a:ln/>
        </p:spPr>
        <p:txBody>
          <a:bodyPr wrap="square" lIns="0" tIns="0" rIns="0" bIns="0" rtlCol="0" anchor="t"/>
          <a:lstStyle/>
          <a:p>
            <a:pPr algn="l" indent="0" marL="0">
              <a:lnSpc>
                <a:spcPct val="126000"/>
              </a:lnSpc>
              <a:buNone/>
            </a:pPr>
            <a:r>
              <a:rPr lang="en-US" sz="975" dirty="0">
                <a:solidFill>
                  <a:srgbClr val="1F2328"/>
                </a:solidFill>
                <a:latin typeface="Segoe UI" pitchFamily="34" charset="0"/>
                <a:ea typeface="Segoe UI" pitchFamily="34" charset="-122"/>
                <a:cs typeface="Segoe UI" pitchFamily="34" charset="-120"/>
              </a:rPr>
              <a:t>Pi rho sigma tau</a:t>
            </a:r>
            <a:endParaRPr lang="en-US" sz="975" dirty="0"/>
          </a:p>
        </p:txBody>
      </p:sp>
      <p:sp>
        <p:nvSpPr>
          <p:cNvPr id="26" name="Text 24"/>
          <p:cNvSpPr/>
          <p:nvPr/>
        </p:nvSpPr>
        <p:spPr>
          <a:xfrm>
            <a:off x="747713" y="4082504"/>
            <a:ext cx="10696575" cy="371475"/>
          </a:xfrm>
          <a:prstGeom prst="rect">
            <a:avLst/>
          </a:prstGeom>
          <a:noFill/>
          <a:ln/>
        </p:spPr>
        <p:txBody>
          <a:bodyPr wrap="square" lIns="0" tIns="0" rIns="0" bIns="0" rtlCol="0" anchor="t"/>
          <a:lstStyle/>
          <a:p>
            <a:pPr algn="l" indent="0" marL="0">
              <a:lnSpc>
                <a:spcPct val="125000"/>
              </a:lnSpc>
              <a:buNone/>
            </a:pPr>
            <a:r>
              <a:rPr lang="en-US" sz="975" dirty="0">
                <a:solidFill>
                  <a:srgbClr val="1F2328"/>
                </a:solidFill>
                <a:latin typeface="Segoe UI" pitchFamily="34" charset="0"/>
                <a:ea typeface="Segoe UI" pitchFamily="34" charset="-122"/>
                <a:cs typeface="Segoe UI" pitchFamily="34" charset="-120"/>
              </a:rPr>
              <a:t>Expected: Step descriptions fully visible, e.g. "Alpha task and beta item"</a:t>
            </a:r>
            <a:pPr algn="l" indent="0" marL="0">
              <a:lnSpc>
                <a:spcPct val="125000"/>
              </a:lnSpc>
              <a:buNone/>
            </a:pPr>
            <a:endParaRPr lang="en-US" sz="975" dirty="0"/>
          </a:p>
          <a:p>
            <a:pPr algn="l" indent="0" marL="0">
              <a:lnSpc>
                <a:spcPct val="125000"/>
              </a:lnSpc>
              <a:buNone/>
            </a:pPr>
            <a:r>
              <a:rPr lang="en-US" sz="975" dirty="0">
                <a:solidFill>
                  <a:srgbClr val="1F2328"/>
                </a:solidFill>
                <a:latin typeface="Segoe UI" pitchFamily="34" charset="0"/>
                <a:ea typeface="Segoe UI" pitchFamily="34" charset="-122"/>
                <a:cs typeface="Segoe UI" pitchFamily="34" charset="-120"/>
              </a:rPr>
              <a:t>before the Tag-A badge.</a:t>
            </a:r>
            <a:endParaRPr lang="en-US" sz="9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581120"/>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68: Right-aligned text in flex row (wrapping regression — nowrap width test)</a:t>
            </a:r>
            <a:endParaRPr lang="en-US" sz="3480" dirty="0"/>
          </a:p>
        </p:txBody>
      </p:sp>
      <p:sp>
        <p:nvSpPr>
          <p:cNvPr id="3" name="Shape 1"/>
          <p:cNvSpPr/>
          <p:nvPr/>
        </p:nvSpPr>
        <p:spPr>
          <a:xfrm>
            <a:off x="747713" y="3026122"/>
            <a:ext cx="10696575" cy="1781175"/>
          </a:xfrm>
          <a:prstGeom prst="roundRect">
            <a:avLst>
              <a:gd name="adj" fmla="val 4392"/>
            </a:avLst>
          </a:prstGeom>
          <a:ln w="9525">
            <a:solidFill>
              <a:srgbClr val="CCCCCC"/>
            </a:solidFill>
            <a:prstDash val="solid"/>
          </a:ln>
        </p:spPr>
      </p:sp>
      <p:sp>
        <p:nvSpPr>
          <p:cNvPr id="4" name="Shape 2"/>
          <p:cNvSpPr/>
          <p:nvPr/>
        </p:nvSpPr>
        <p:spPr>
          <a:xfrm>
            <a:off x="757238" y="3616672"/>
            <a:ext cx="10677525" cy="9525"/>
          </a:xfrm>
          <a:prstGeom prst="rect">
            <a:avLst/>
          </a:prstGeom>
          <a:solidFill>
            <a:srgbClr val="CCCCCC"/>
          </a:solidFill>
          <a:ln w="3175">
            <a:solidFill>
              <a:srgbClr val="CCCCCC"/>
            </a:solidFill>
            <a:prstDash val="solid"/>
          </a:ln>
        </p:spPr>
      </p:sp>
      <p:sp>
        <p:nvSpPr>
          <p:cNvPr id="5" name="Text 3"/>
          <p:cNvSpPr/>
          <p:nvPr/>
        </p:nvSpPr>
        <p:spPr>
          <a:xfrm>
            <a:off x="1138238" y="3092797"/>
            <a:ext cx="9066758" cy="400050"/>
          </a:xfrm>
          <a:prstGeom prst="rect">
            <a:avLst/>
          </a:prstGeom>
          <a:noFill/>
          <a:ln/>
        </p:spPr>
        <p:txBody>
          <a:bodyPr wrap="square" lIns="0" tIns="0" rIns="0" bIns="0" rtlCol="0" anchor="t"/>
          <a:lstStyle/>
          <a:p>
            <a:pPr algn="l" indent="0" marL="0">
              <a:lnSpc>
                <a:spcPct val="117000"/>
              </a:lnSpc>
              <a:buNone/>
            </a:pPr>
            <a:r>
              <a:rPr lang="en-US" sz="1125" dirty="0">
                <a:solidFill>
                  <a:srgbClr val="888888"/>
                </a:solidFill>
                <a:latin typeface="Segoe UI" pitchFamily="34" charset="0"/>
                <a:ea typeface="Segoe UI" pitchFamily="34" charset="-122"/>
                <a:cs typeface="Segoe UI" pitchFamily="34" charset="-120"/>
              </a:rPr>
              <a:t>Label-A</a:t>
            </a:r>
            <a:pPr algn="l" indent="0" marL="0">
              <a:lnSpc>
                <a:spcPct val="117000"/>
              </a:lnSpc>
              <a:buNone/>
            </a:pPr>
            <a:endParaRPr lang="en-US" sz="1125" dirty="0"/>
          </a:p>
          <a:p>
            <a:pPr algn="l" indent="0" marL="0">
              <a:lnSpc>
                <a:spcPct val="117000"/>
              </a:lnSpc>
              <a:buNone/>
            </a:pPr>
            <a:r>
              <a:rPr lang="en-US" sz="1125" dirty="0">
                <a:solidFill>
                  <a:srgbClr val="888888"/>
                </a:solidFill>
                <a:latin typeface="Segoe UI" pitchFamily="34" charset="0"/>
                <a:ea typeface="Segoe UI" pitchFamily="34" charset="-122"/>
                <a:cs typeface="Segoe UI" pitchFamily="34" charset="-120"/>
              </a:rPr>
              <a:t>val-X × val-N (label-1)</a:t>
            </a:r>
            <a:endParaRPr lang="en-US" sz="1125" dirty="0"/>
          </a:p>
        </p:txBody>
      </p:sp>
      <p:sp>
        <p:nvSpPr>
          <p:cNvPr id="6" name="Text 4"/>
          <p:cNvSpPr/>
          <p:nvPr/>
        </p:nvSpPr>
        <p:spPr>
          <a:xfrm>
            <a:off x="10147846" y="3111847"/>
            <a:ext cx="1525592" cy="314325"/>
          </a:xfrm>
          <a:prstGeom prst="rect">
            <a:avLst/>
          </a:prstGeom>
          <a:noFill/>
          <a:ln/>
        </p:spPr>
        <p:txBody>
          <a:bodyPr wrap="none" lIns="0" tIns="0" rIns="0" bIns="0" rtlCol="0" anchor="t"/>
          <a:lstStyle/>
          <a:p>
            <a:pPr algn="l" indent="0" marL="0">
              <a:lnSpc>
                <a:spcPct val="130000"/>
              </a:lnSpc>
              <a:buNone/>
            </a:pPr>
            <a:r>
              <a:rPr lang="en-US" sz="1650" b="1" spc="-37" kern="0" dirty="0">
                <a:solidFill>
                  <a:srgbClr val="1F2328"/>
                </a:solidFill>
                <a:latin typeface="Segoe UI" pitchFamily="34" charset="0"/>
                <a:ea typeface="Segoe UI" pitchFamily="34" charset="-122"/>
                <a:cs typeface="Segoe UI" pitchFamily="34" charset="-120"/>
              </a:rPr>
              <a:t>val-1000</a:t>
            </a:r>
            <a:pPr algn="l" indent="0" marL="0">
              <a:lnSpc>
                <a:spcPct val="130000"/>
              </a:lnSpc>
              <a:buNone/>
            </a:pPr>
            <a:r>
              <a:rPr lang="en-US" sz="1650" spc="-37" kern="0" dirty="0">
                <a:solidFill>
                  <a:srgbClr val="888888"/>
                </a:solidFill>
                <a:latin typeface="Segoe UI" pitchFamily="34" charset="0"/>
                <a:ea typeface="Segoe UI" pitchFamily="34" charset="-122"/>
                <a:cs typeface="Segoe UI" pitchFamily="34" charset="-120"/>
              </a:rPr>
              <a:t>/uu</a:t>
            </a:r>
            <a:endParaRPr lang="en-US" sz="1650" dirty="0"/>
          </a:p>
        </p:txBody>
      </p:sp>
      <p:sp>
        <p:nvSpPr>
          <p:cNvPr id="7" name="Shape 5"/>
          <p:cNvSpPr/>
          <p:nvPr/>
        </p:nvSpPr>
        <p:spPr>
          <a:xfrm>
            <a:off x="757238" y="4211985"/>
            <a:ext cx="10677525" cy="9525"/>
          </a:xfrm>
          <a:prstGeom prst="rect">
            <a:avLst/>
          </a:prstGeom>
          <a:solidFill>
            <a:srgbClr val="CCCCCC"/>
          </a:solidFill>
          <a:ln w="3175">
            <a:solidFill>
              <a:srgbClr val="CCCCCC"/>
            </a:solidFill>
            <a:prstDash val="solid"/>
          </a:ln>
        </p:spPr>
      </p:sp>
      <p:sp>
        <p:nvSpPr>
          <p:cNvPr id="8" name="Text 6"/>
          <p:cNvSpPr/>
          <p:nvPr/>
        </p:nvSpPr>
        <p:spPr>
          <a:xfrm>
            <a:off x="890588" y="3633341"/>
            <a:ext cx="325978" cy="414338"/>
          </a:xfrm>
          <a:prstGeom prst="rect">
            <a:avLst/>
          </a:prstGeom>
          <a:noFill/>
          <a:ln/>
        </p:spPr>
        <p:txBody>
          <a:bodyPr wrap="square" lIns="0" tIns="0" rIns="0" bIns="0" rtlCol="0" anchor="t"/>
          <a:lstStyle/>
          <a:p>
            <a:pPr algn="ctr" indent="0" marL="0">
              <a:lnSpc>
                <a:spcPct val="130000"/>
              </a:lnSpc>
              <a:buNone/>
            </a:pPr>
            <a:r>
              <a:rPr lang="en-US" sz="2175" b="1" dirty="0">
                <a:solidFill>
                  <a:srgbClr val="888888"/>
                </a:solidFill>
                <a:latin typeface="Segoe UI" pitchFamily="34" charset="0"/>
                <a:ea typeface="Segoe UI" pitchFamily="34" charset="-122"/>
                <a:cs typeface="Segoe UI" pitchFamily="34" charset="-120"/>
              </a:rPr>
              <a:t>+</a:t>
            </a:r>
            <a:endParaRPr lang="en-US" sz="2175" dirty="0"/>
          </a:p>
        </p:txBody>
      </p:sp>
      <p:sp>
        <p:nvSpPr>
          <p:cNvPr id="9" name="Text 7"/>
          <p:cNvSpPr/>
          <p:nvPr/>
        </p:nvSpPr>
        <p:spPr>
          <a:xfrm>
            <a:off x="1143893" y="3780979"/>
            <a:ext cx="9025659" cy="200025"/>
          </a:xfrm>
          <a:prstGeom prst="rect">
            <a:avLst/>
          </a:prstGeom>
          <a:noFill/>
          <a:ln/>
        </p:spPr>
        <p:txBody>
          <a:bodyPr wrap="square" lIns="0" tIns="0" rIns="0" bIns="0" rtlCol="0" anchor="t"/>
          <a:lstStyle/>
          <a:p>
            <a:pPr algn="l" indent="0" marL="0">
              <a:lnSpc>
                <a:spcPct val="122000"/>
              </a:lnSpc>
              <a:buNone/>
            </a:pPr>
            <a:r>
              <a:rPr lang="en-US" sz="1125" dirty="0">
                <a:solidFill>
                  <a:srgbClr val="888888"/>
                </a:solidFill>
                <a:latin typeface="Segoe UI" pitchFamily="34" charset="0"/>
                <a:ea typeface="Segoe UI" pitchFamily="34" charset="-122"/>
                <a:cs typeface="Segoe UI" pitchFamily="34" charset="-120"/>
              </a:rPr>
              <a:t>Label-B</a:t>
            </a:r>
            <a:endParaRPr lang="en-US" sz="1125" dirty="0"/>
          </a:p>
        </p:txBody>
      </p:sp>
      <p:sp>
        <p:nvSpPr>
          <p:cNvPr id="10" name="Text 8"/>
          <p:cNvSpPr/>
          <p:nvPr/>
        </p:nvSpPr>
        <p:spPr>
          <a:xfrm>
            <a:off x="9682609" y="3700016"/>
            <a:ext cx="2140868" cy="314325"/>
          </a:xfrm>
          <a:prstGeom prst="rect">
            <a:avLst/>
          </a:prstGeom>
          <a:noFill/>
          <a:ln/>
        </p:spPr>
        <p:txBody>
          <a:bodyPr wrap="none" lIns="0" tIns="0" rIns="0" bIns="0" rtlCol="0" anchor="t"/>
          <a:lstStyle/>
          <a:p>
            <a:pPr algn="l" indent="0" marL="0">
              <a:lnSpc>
                <a:spcPct val="130000"/>
              </a:lnSpc>
              <a:buNone/>
            </a:pPr>
            <a:r>
              <a:rPr lang="en-US" sz="1650" b="1" spc="-37" kern="0" dirty="0">
                <a:solidFill>
                  <a:srgbClr val="0F6CBD"/>
                </a:solidFill>
                <a:latin typeface="Segoe UI" pitchFamily="34" charset="0"/>
                <a:ea typeface="Segoe UI" pitchFamily="34" charset="-122"/>
                <a:cs typeface="Segoe UI" pitchFamily="34" charset="-120"/>
              </a:rPr>
              <a:t>val-0–val-100</a:t>
            </a:r>
            <a:pPr algn="l" indent="0" marL="0">
              <a:lnSpc>
                <a:spcPct val="130000"/>
              </a:lnSpc>
              <a:buNone/>
            </a:pPr>
            <a:r>
              <a:rPr lang="en-US" sz="1650" spc="-37" kern="0" dirty="0">
                <a:solidFill>
                  <a:srgbClr val="888888"/>
                </a:solidFill>
                <a:latin typeface="Segoe UI" pitchFamily="34" charset="0"/>
                <a:ea typeface="Segoe UI" pitchFamily="34" charset="-122"/>
                <a:cs typeface="Segoe UI" pitchFamily="34" charset="-120"/>
              </a:rPr>
              <a:t>/uu</a:t>
            </a:r>
            <a:endParaRPr lang="en-US" sz="1650" dirty="0"/>
          </a:p>
        </p:txBody>
      </p:sp>
      <p:sp>
        <p:nvSpPr>
          <p:cNvPr id="11" name="Shape 9"/>
          <p:cNvSpPr/>
          <p:nvPr/>
        </p:nvSpPr>
        <p:spPr>
          <a:xfrm>
            <a:off x="757238" y="4211985"/>
            <a:ext cx="10677525" cy="585788"/>
          </a:xfrm>
          <a:prstGeom prst="rect">
            <a:avLst/>
          </a:prstGeom>
          <a:solidFill>
            <a:srgbClr val="F0F7FF"/>
          </a:solidFill>
          <a:ln/>
        </p:spPr>
      </p:sp>
      <p:sp>
        <p:nvSpPr>
          <p:cNvPr id="12" name="Text 10"/>
          <p:cNvSpPr/>
          <p:nvPr/>
        </p:nvSpPr>
        <p:spPr>
          <a:xfrm>
            <a:off x="890588" y="4228654"/>
            <a:ext cx="325978" cy="414338"/>
          </a:xfrm>
          <a:prstGeom prst="rect">
            <a:avLst/>
          </a:prstGeom>
          <a:noFill/>
          <a:ln/>
        </p:spPr>
        <p:txBody>
          <a:bodyPr wrap="square" lIns="0" tIns="0" rIns="0" bIns="0" rtlCol="0" anchor="t"/>
          <a:lstStyle/>
          <a:p>
            <a:pPr algn="ctr" indent="0" marL="0">
              <a:lnSpc>
                <a:spcPct val="130000"/>
              </a:lnSpc>
              <a:buNone/>
            </a:pPr>
            <a:r>
              <a:rPr lang="en-US" sz="2175" b="1" dirty="0">
                <a:solidFill>
                  <a:srgbClr val="0F6CBD"/>
                </a:solidFill>
                <a:latin typeface="Segoe UI" pitchFamily="34" charset="0"/>
                <a:ea typeface="Segoe UI" pitchFamily="34" charset="-122"/>
                <a:cs typeface="Segoe UI" pitchFamily="34" charset="-120"/>
              </a:rPr>
              <a:t>=</a:t>
            </a:r>
            <a:endParaRPr lang="en-US" sz="2175" dirty="0"/>
          </a:p>
        </p:txBody>
      </p:sp>
      <p:sp>
        <p:nvSpPr>
          <p:cNvPr id="13" name="Text 11"/>
          <p:cNvSpPr/>
          <p:nvPr/>
        </p:nvSpPr>
        <p:spPr>
          <a:xfrm>
            <a:off x="1143893" y="4376291"/>
            <a:ext cx="8504813" cy="200025"/>
          </a:xfrm>
          <a:prstGeom prst="rect">
            <a:avLst/>
          </a:prstGeom>
          <a:noFill/>
          <a:ln/>
        </p:spPr>
        <p:txBody>
          <a:bodyPr wrap="square" lIns="0" tIns="0" rIns="0" bIns="0" rtlCol="0" anchor="t"/>
          <a:lstStyle/>
          <a:p>
            <a:pPr algn="l" indent="0" marL="0">
              <a:lnSpc>
                <a:spcPct val="122000"/>
              </a:lnSpc>
              <a:buNone/>
            </a:pPr>
            <a:r>
              <a:rPr lang="en-US" sz="1125" b="1" dirty="0">
                <a:solidFill>
                  <a:srgbClr val="0F6CBD"/>
                </a:solidFill>
                <a:latin typeface="Segoe UI" pitchFamily="34" charset="0"/>
                <a:ea typeface="Segoe UI" pitchFamily="34" charset="-122"/>
                <a:cs typeface="Segoe UI" pitchFamily="34" charset="-120"/>
              </a:rPr>
              <a:t>Label-C (label-2)</a:t>
            </a:r>
            <a:endParaRPr lang="en-US" sz="1125" dirty="0"/>
          </a:p>
        </p:txBody>
      </p:sp>
      <p:sp>
        <p:nvSpPr>
          <p:cNvPr id="14" name="Text 12"/>
          <p:cNvSpPr/>
          <p:nvPr/>
        </p:nvSpPr>
        <p:spPr>
          <a:xfrm>
            <a:off x="9186565" y="4295329"/>
            <a:ext cx="2796886" cy="314325"/>
          </a:xfrm>
          <a:prstGeom prst="rect">
            <a:avLst/>
          </a:prstGeom>
          <a:noFill/>
          <a:ln/>
        </p:spPr>
        <p:txBody>
          <a:bodyPr wrap="none" lIns="0" tIns="0" rIns="0" bIns="0" rtlCol="0" anchor="t"/>
          <a:lstStyle/>
          <a:p>
            <a:pPr algn="l" indent="0" marL="0">
              <a:lnSpc>
                <a:spcPct val="130000"/>
              </a:lnSpc>
              <a:buNone/>
            </a:pPr>
            <a:r>
              <a:rPr lang="en-US" sz="1650" b="1" spc="-37" kern="0" dirty="0">
                <a:solidFill>
                  <a:srgbClr val="0F6CBD"/>
                </a:solidFill>
                <a:latin typeface="Segoe UI" pitchFamily="34" charset="0"/>
                <a:ea typeface="Segoe UI" pitchFamily="34" charset="-122"/>
                <a:cs typeface="Segoe UI" pitchFamily="34" charset="-120"/>
              </a:rPr>
              <a:t>val-1000–val-2000</a:t>
            </a:r>
            <a:pPr algn="l" indent="0" marL="0">
              <a:lnSpc>
                <a:spcPct val="130000"/>
              </a:lnSpc>
              <a:buNone/>
            </a:pPr>
            <a:r>
              <a:rPr lang="en-US" sz="1650" spc="-37" kern="0" dirty="0">
                <a:solidFill>
                  <a:srgbClr val="888888"/>
                </a:solidFill>
                <a:latin typeface="Segoe UI" pitchFamily="34" charset="0"/>
                <a:ea typeface="Segoe UI" pitchFamily="34" charset="-122"/>
                <a:cs typeface="Segoe UI" pitchFamily="34" charset="-120"/>
              </a:rPr>
              <a:t>/uu</a:t>
            </a:r>
            <a:endParaRPr lang="en-US" sz="1650" dirty="0"/>
          </a:p>
        </p:txBody>
      </p:sp>
      <p:sp>
        <p:nvSpPr>
          <p:cNvPr id="15" name="Text 13"/>
          <p:cNvSpPr/>
          <p:nvPr/>
        </p:nvSpPr>
        <p:spPr>
          <a:xfrm>
            <a:off x="747713" y="4738241"/>
            <a:ext cx="11231404"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Expected: nw-val text should stay on one line without wrapping.</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595408"/>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69: Narrow emoji-icon div in flex row with adjacent text (ADR-30 regression)</a:t>
            </a:r>
            <a:endParaRPr lang="en-US" sz="3480" dirty="0"/>
          </a:p>
        </p:txBody>
      </p:sp>
      <p:sp>
        <p:nvSpPr>
          <p:cNvPr id="3" name="Text 1"/>
          <p:cNvSpPr/>
          <p:nvPr/>
        </p:nvSpPr>
        <p:spPr>
          <a:xfrm>
            <a:off x="747713" y="2971354"/>
            <a:ext cx="521940" cy="414338"/>
          </a:xfrm>
          <a:prstGeom prst="rect">
            <a:avLst/>
          </a:prstGeom>
          <a:noFill/>
          <a:ln/>
        </p:spPr>
        <p:txBody>
          <a:bodyPr wrap="square" lIns="0" tIns="0" rIns="0" bIns="0" rtlCol="0" anchor="t"/>
          <a:lstStyle/>
          <a:p>
            <a:pPr algn="ctr" indent="0" marL="0">
              <a:lnSpc>
                <a:spcPct val="13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4" name="Text 2"/>
          <p:cNvSpPr/>
          <p:nvPr/>
        </p:nvSpPr>
        <p:spPr>
          <a:xfrm>
            <a:off x="1159073" y="2971354"/>
            <a:ext cx="3506532"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Alpha beta gamma delta</a:t>
            </a:r>
            <a:endParaRPr lang="en-US" sz="2175" dirty="0"/>
          </a:p>
        </p:txBody>
      </p:sp>
      <p:sp>
        <p:nvSpPr>
          <p:cNvPr id="5" name="Text 3"/>
          <p:cNvSpPr/>
          <p:nvPr/>
        </p:nvSpPr>
        <p:spPr>
          <a:xfrm>
            <a:off x="747713" y="3433316"/>
            <a:ext cx="521940" cy="414338"/>
          </a:xfrm>
          <a:prstGeom prst="rect">
            <a:avLst/>
          </a:prstGeom>
          <a:noFill/>
          <a:ln/>
        </p:spPr>
        <p:txBody>
          <a:bodyPr wrap="square" lIns="0" tIns="0" rIns="0" bIns="0" rtlCol="0" anchor="t"/>
          <a:lstStyle/>
          <a:p>
            <a:pPr algn="ctr" indent="0" marL="0">
              <a:lnSpc>
                <a:spcPct val="13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6" name="Text 4"/>
          <p:cNvSpPr/>
          <p:nvPr/>
        </p:nvSpPr>
        <p:spPr>
          <a:xfrm>
            <a:off x="1159073" y="3433316"/>
            <a:ext cx="3087417"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Delta epsilon zeta eta</a:t>
            </a:r>
            <a:endParaRPr lang="en-US" sz="2175" dirty="0"/>
          </a:p>
        </p:txBody>
      </p:sp>
      <p:sp>
        <p:nvSpPr>
          <p:cNvPr id="7" name="Text 5"/>
          <p:cNvSpPr/>
          <p:nvPr/>
        </p:nvSpPr>
        <p:spPr>
          <a:xfrm>
            <a:off x="747713" y="3895279"/>
            <a:ext cx="521940" cy="414338"/>
          </a:xfrm>
          <a:prstGeom prst="rect">
            <a:avLst/>
          </a:prstGeom>
          <a:noFill/>
          <a:ln/>
        </p:spPr>
        <p:txBody>
          <a:bodyPr wrap="square" lIns="0" tIns="0" rIns="0" bIns="0" rtlCol="0" anchor="t"/>
          <a:lstStyle/>
          <a:p>
            <a:pPr algn="ctr" indent="0" marL="0">
              <a:lnSpc>
                <a:spcPct val="13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8" name="Text 6"/>
          <p:cNvSpPr/>
          <p:nvPr/>
        </p:nvSpPr>
        <p:spPr>
          <a:xfrm>
            <a:off x="1159073" y="3895279"/>
            <a:ext cx="3540755"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Theta iota kappa lambda</a:t>
            </a:r>
            <a:endParaRPr lang="en-US" sz="2175" dirty="0"/>
          </a:p>
        </p:txBody>
      </p:sp>
      <p:sp>
        <p:nvSpPr>
          <p:cNvPr id="9" name="Text 7"/>
          <p:cNvSpPr/>
          <p:nvPr/>
        </p:nvSpPr>
        <p:spPr>
          <a:xfrm>
            <a:off x="747713" y="4309616"/>
            <a:ext cx="10696575" cy="828675"/>
          </a:xfrm>
          <a:prstGeom prst="rect">
            <a:avLst/>
          </a:prstGeom>
          <a:noFill/>
          <a:ln/>
        </p:spPr>
        <p:txBody>
          <a:bodyPr wrap="square" lIns="0" tIns="0" rIns="0" bIns="0" rtlCol="0" anchor="t"/>
          <a:lstStyle/>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Expected: each emoji icon stays left-aligned in its 18 px cell; text div starts immediately to the right without overlap.</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695867"/>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70: KaTeX math text (duplicate text prevention)</a:t>
            </a:r>
            <a:endParaRPr lang="en-US" sz="3480" dirty="0"/>
          </a:p>
        </p:txBody>
      </p:sp>
      <p:sp>
        <p:nvSpPr>
          <p:cNvPr id="3" name="Text 1"/>
          <p:cNvSpPr/>
          <p:nvPr/>
        </p:nvSpPr>
        <p:spPr>
          <a:xfrm>
            <a:off x="747713" y="3071813"/>
            <a:ext cx="10696575" cy="1468189"/>
          </a:xfrm>
          <a:prstGeom prst="rect">
            <a:avLst/>
          </a:prstGeom>
          <a:noFill/>
          <a:ln/>
        </p:spPr>
        <p:txBody>
          <a:bodyPr wrap="square" lIns="0" tIns="0" rIns="0" bIns="0" rtlCol="0" anchor="t"/>
          <a:lstStyle/>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Label-A: </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Label-B: </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Label-C: </a:t>
            </a:r>
            <a:endParaRPr lang="en-US" sz="2175" dirty="0"/>
          </a:p>
        </p:txBody>
      </p:sp>
      <p:pic>
        <p:nvPicPr>
          <p:cNvPr id="4" name="Image 0" descr="preencoded.png">    </p:cNvPr>
          <p:cNvPicPr>
            <a:picLocks noChangeAspect="1"/>
          </p:cNvPicPr>
          <p:nvPr/>
        </p:nvPicPr>
        <p:blipFill>
          <a:blip r:embed="rId1"/>
          <a:stretch>
            <a:fillRect/>
          </a:stretch>
        </p:blipFill>
        <p:spPr>
          <a:xfrm>
            <a:off x="2408188" y="3175992"/>
            <a:ext cx="1287810" cy="306735"/>
          </a:xfrm>
          <a:prstGeom prst="rect">
            <a:avLst/>
          </a:prstGeom>
        </p:spPr>
      </p:pic>
      <p:pic>
        <p:nvPicPr>
          <p:cNvPr id="5" name="Image 1" descr="preencoded.png">    </p:cNvPr>
          <p:cNvPicPr>
            <a:picLocks noChangeAspect="1"/>
          </p:cNvPicPr>
          <p:nvPr/>
        </p:nvPicPr>
        <p:blipFill>
          <a:blip r:embed="rId2"/>
          <a:stretch>
            <a:fillRect/>
          </a:stretch>
        </p:blipFill>
        <p:spPr>
          <a:xfrm>
            <a:off x="2411164" y="3659237"/>
            <a:ext cx="1806327" cy="347960"/>
          </a:xfrm>
          <a:prstGeom prst="rect">
            <a:avLst/>
          </a:prstGeom>
        </p:spPr>
      </p:pic>
      <p:pic>
        <p:nvPicPr>
          <p:cNvPr id="6" name="Image 2" descr="preencoded.png">    </p:cNvPr>
          <p:cNvPicPr>
            <a:picLocks noChangeAspect="1"/>
          </p:cNvPicPr>
          <p:nvPr/>
        </p:nvPicPr>
        <p:blipFill>
          <a:blip r:embed="rId3"/>
          <a:stretch>
            <a:fillRect/>
          </a:stretch>
        </p:blipFill>
        <p:spPr>
          <a:xfrm>
            <a:off x="2406253" y="4185493"/>
            <a:ext cx="272653" cy="354509"/>
          </a:xfrm>
          <a:prstGeom prst="rect">
            <a:avLst/>
          </a:prstGeom>
        </p:spPr>
      </p:pic>
      <p:pic>
        <p:nvPicPr>
          <p:cNvPr id="7" name="Image 3" descr="preencoded.png">    </p:cNvPr>
          <p:cNvPicPr>
            <a:picLocks noChangeAspect="1"/>
          </p:cNvPicPr>
          <p:nvPr/>
        </p:nvPicPr>
        <p:blipFill>
          <a:blip r:embed="rId4"/>
          <a:stretch>
            <a:fillRect/>
          </a:stretch>
        </p:blipFill>
        <p:spPr>
          <a:xfrm>
            <a:off x="747713" y="4692402"/>
            <a:ext cx="10696575" cy="414338"/>
          </a:xfrm>
          <a:prstGeom prst="rect">
            <a:avLst/>
          </a:prstGeom>
        </p:spPr>
      </p:pic>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027158"/>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71: Block math (display mode)</a:t>
            </a:r>
            <a:endParaRPr lang="en-US" sz="3480" dirty="0"/>
          </a:p>
        </p:txBody>
      </p:sp>
      <p:pic>
        <p:nvPicPr>
          <p:cNvPr id="3" name="Image 0" descr="preencoded.png">    </p:cNvPr>
          <p:cNvPicPr>
            <a:picLocks noChangeAspect="1"/>
          </p:cNvPicPr>
          <p:nvPr/>
        </p:nvPicPr>
        <p:blipFill>
          <a:blip r:embed="rId1"/>
          <a:stretch>
            <a:fillRect/>
          </a:stretch>
        </p:blipFill>
        <p:spPr>
          <a:xfrm>
            <a:off x="747713" y="2919710"/>
            <a:ext cx="10696575" cy="814536"/>
          </a:xfrm>
          <a:prstGeom prst="rect">
            <a:avLst/>
          </a:prstGeom>
        </p:spPr>
      </p:pic>
      <p:sp>
        <p:nvSpPr>
          <p:cNvPr id="4" name="Text 1"/>
          <p:cNvSpPr/>
          <p:nvPr/>
        </p:nvSpPr>
        <p:spPr>
          <a:xfrm>
            <a:off x="747713" y="3817590"/>
            <a:ext cx="11231404"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Inline before block. Below is Euler's identity:</a:t>
            </a:r>
            <a:endParaRPr lang="en-US" sz="2175" dirty="0"/>
          </a:p>
        </p:txBody>
      </p:sp>
      <p:pic>
        <p:nvPicPr>
          <p:cNvPr id="5" name="Image 1" descr="preencoded.png">    </p:cNvPr>
          <p:cNvPicPr>
            <a:picLocks noChangeAspect="1"/>
          </p:cNvPicPr>
          <p:nvPr/>
        </p:nvPicPr>
        <p:blipFill>
          <a:blip r:embed="rId2"/>
          <a:stretch>
            <a:fillRect/>
          </a:stretch>
        </p:blipFill>
        <p:spPr>
          <a:xfrm>
            <a:off x="747713" y="4453384"/>
            <a:ext cx="10696575" cy="322213"/>
          </a:xfrm>
          <a:prstGeom prst="rect">
            <a:avLst/>
          </a:prstGeom>
        </p:spPr>
      </p:pic>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7713" y="2747933"/>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72: paginate:false + background image</a:t>
            </a:r>
            <a:endParaRPr lang="en-US" sz="3480" dirty="0"/>
          </a:p>
        </p:txBody>
      </p:sp>
      <p:sp>
        <p:nvSpPr>
          <p:cNvPr id="3" name="Text 1"/>
          <p:cNvSpPr/>
          <p:nvPr/>
        </p:nvSpPr>
        <p:spPr>
          <a:xfrm>
            <a:off x="747713" y="3571429"/>
            <a:ext cx="11231404"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Content over background with pagination disabled.</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3031301"/>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73: Fitting header (auto-scaling)</a:t>
            </a:r>
            <a:endParaRPr lang="en-US" sz="3480"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876800" cy="6858000"/>
          </a:xfrm>
          <a:prstGeom prst="rect">
            <a:avLst/>
          </a:prstGeom>
        </p:spPr>
      </p:pic>
      <p:sp>
        <p:nvSpPr>
          <p:cNvPr id="3" name="Text 0"/>
          <p:cNvSpPr/>
          <p:nvPr/>
        </p:nvSpPr>
        <p:spPr>
          <a:xfrm>
            <a:off x="5624513" y="2230011"/>
            <a:ext cx="6110764"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74: Background image split left</a:t>
            </a:r>
            <a:endParaRPr lang="en-US" sz="3480" dirty="0"/>
          </a:p>
        </p:txBody>
      </p:sp>
      <p:sp>
        <p:nvSpPr>
          <p:cNvPr id="4" name="Text 1"/>
          <p:cNvSpPr/>
          <p:nvPr/>
        </p:nvSpPr>
        <p:spPr>
          <a:xfrm>
            <a:off x="5624513" y="3605957"/>
            <a:ext cx="5819775" cy="966788"/>
          </a:xfrm>
          <a:prstGeom prst="rect">
            <a:avLst/>
          </a:prstGeom>
          <a:noFill/>
          <a:ln/>
        </p:spPr>
        <p:txBody>
          <a:bodyPr wrap="square" lIns="0" tIns="0" rIns="0" bIns="0" rtlCol="0" anchor="t"/>
          <a:lstStyle/>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Split background left layout</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Content area is 60% of slide width</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sp>
        <p:nvSpPr>
          <p:cNvPr id="3" name="Text 0"/>
          <p:cNvSpPr/>
          <p:nvPr/>
        </p:nvSpPr>
        <p:spPr>
          <a:xfrm>
            <a:off x="747713" y="2740789"/>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75: Multiple background images</a:t>
            </a:r>
            <a:endParaRPr lang="en-US" sz="3480" dirty="0"/>
          </a:p>
        </p:txBody>
      </p:sp>
      <p:sp>
        <p:nvSpPr>
          <p:cNvPr id="4" name="Text 1"/>
          <p:cNvSpPr/>
          <p:nvPr/>
        </p:nvSpPr>
        <p:spPr>
          <a:xfrm>
            <a:off x="747713" y="3564285"/>
            <a:ext cx="11231404" cy="428476"/>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Multiple </a:t>
            </a:r>
            <a:pPr algn="l" indent="0" marL="0">
              <a:lnSpc>
                <a:spcPct val="13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![bg]</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directives on a single slide.</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747713" y="2740789"/>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76: Background image fit mode</a:t>
            </a:r>
            <a:endParaRPr lang="en-US" sz="3480" dirty="0"/>
          </a:p>
        </p:txBody>
      </p:sp>
      <p:sp>
        <p:nvSpPr>
          <p:cNvPr id="4" name="Text 1"/>
          <p:cNvSpPr/>
          <p:nvPr/>
        </p:nvSpPr>
        <p:spPr>
          <a:xfrm>
            <a:off x="747713" y="3564285"/>
            <a:ext cx="11231404" cy="428476"/>
          </a:xfrm>
          <a:prstGeom prst="rect">
            <a:avLst/>
          </a:prstGeom>
          <a:noFill/>
          <a:ln/>
        </p:spPr>
        <p:txBody>
          <a:bodyPr wrap="square" lIns="0" tIns="0" rIns="0" bIns="0" rtlCol="0" anchor="t"/>
          <a:lstStyle/>
          <a:p>
            <a:pPr algn="l" indent="0" marL="0">
              <a:lnSpc>
                <a:spcPct val="13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![bg fit]</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uses </a:t>
            </a:r>
            <a:pPr algn="l" indent="0" marL="0">
              <a:lnSpc>
                <a:spcPct val="13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contain</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sizing instead of </a:t>
            </a:r>
            <a:pPr algn="l" indent="0" marL="0">
              <a:lnSpc>
                <a:spcPct val="13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cover</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a:t>
            </a:r>
            <a:endParaRPr lang="en-US" sz="1849"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781145"/>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77: Task lists (checkboxes)</a:t>
            </a:r>
            <a:endParaRPr lang="en-US" sz="3480" dirty="0"/>
          </a:p>
        </p:txBody>
      </p:sp>
      <p:sp>
        <p:nvSpPr>
          <p:cNvPr id="3" name="Text 1"/>
          <p:cNvSpPr/>
          <p:nvPr/>
        </p:nvSpPr>
        <p:spPr>
          <a:xfrm>
            <a:off x="747713" y="2604641"/>
            <a:ext cx="10696575" cy="2416969"/>
          </a:xfrm>
          <a:prstGeom prst="rect">
            <a:avLst/>
          </a:prstGeom>
          <a:noFill/>
          <a:ln/>
        </p:spPr>
        <p:txBody>
          <a:bodyPr wrap="square" lIns="0" tIns="0" rIns="0" bIns="0" rtlCol="0" anchor="t"/>
          <a:lstStyle/>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 ] Unchecked item</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[x] Checked item</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 ] Another unchecked</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[x] Done task</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Regular list item (no checkbox)</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437799"/>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78: Headings h5 and h6 + bold-italic + horizontal rule</a:t>
            </a:r>
            <a:endParaRPr lang="en-US" sz="3480" dirty="0"/>
          </a:p>
        </p:txBody>
      </p:sp>
      <p:sp>
        <p:nvSpPr>
          <p:cNvPr id="3" name="Text 1"/>
          <p:cNvSpPr/>
          <p:nvPr/>
        </p:nvSpPr>
        <p:spPr>
          <a:xfrm>
            <a:off x="747713" y="2924473"/>
            <a:ext cx="11291888" cy="345281"/>
          </a:xfrm>
          <a:prstGeom prst="rect">
            <a:avLst/>
          </a:prstGeom>
          <a:noFill/>
          <a:ln/>
        </p:spPr>
        <p:txBody>
          <a:bodyPr wrap="square" lIns="0" tIns="0" rIns="0" bIns="0" rtlCol="0" anchor="t"/>
          <a:lstStyle/>
          <a:p>
            <a:pPr algn="l" indent="0" marL="0">
              <a:lnSpc>
                <a:spcPct val="109000"/>
              </a:lnSpc>
              <a:buNone/>
            </a:pPr>
            <a:r>
              <a:rPr lang="en-US" sz="2175" b="1" dirty="0">
                <a:solidFill>
                  <a:srgbClr val="1F2328"/>
                </a:solidFill>
                <a:latin typeface="Segoe UI" pitchFamily="34" charset="0"/>
                <a:ea typeface="Segoe UI" pitchFamily="34" charset="-122"/>
                <a:cs typeface="Segoe UI" pitchFamily="34" charset="-120"/>
              </a:rPr>
              <a:t>Heading level 5</a:t>
            </a:r>
            <a:endParaRPr lang="en-US" sz="2175" dirty="0"/>
          </a:p>
        </p:txBody>
      </p:sp>
      <p:sp>
        <p:nvSpPr>
          <p:cNvPr id="4" name="Text 2"/>
          <p:cNvSpPr/>
          <p:nvPr/>
        </p:nvSpPr>
        <p:spPr>
          <a:xfrm>
            <a:off x="747713" y="3501807"/>
            <a:ext cx="11291888" cy="310604"/>
          </a:xfrm>
          <a:prstGeom prst="rect">
            <a:avLst/>
          </a:prstGeom>
          <a:noFill/>
          <a:ln/>
        </p:spPr>
        <p:txBody>
          <a:bodyPr wrap="square" lIns="0" tIns="0" rIns="0" bIns="0" rtlCol="0" anchor="t"/>
          <a:lstStyle/>
          <a:p>
            <a:pPr algn="l" indent="0" marL="0">
              <a:lnSpc>
                <a:spcPct val="109000"/>
              </a:lnSpc>
              <a:buNone/>
            </a:pPr>
            <a:r>
              <a:rPr lang="en-US" sz="1958" b="1" dirty="0">
                <a:solidFill>
                  <a:srgbClr val="59636E"/>
                </a:solidFill>
                <a:latin typeface="Segoe UI" pitchFamily="34" charset="0"/>
                <a:ea typeface="Segoe UI" pitchFamily="34" charset="-122"/>
                <a:cs typeface="Segoe UI" pitchFamily="34" charset="-120"/>
              </a:rPr>
              <a:t>Heading level 6</a:t>
            </a:r>
            <a:endParaRPr lang="en-US" sz="1958" dirty="0"/>
          </a:p>
        </p:txBody>
      </p:sp>
      <p:sp>
        <p:nvSpPr>
          <p:cNvPr id="5" name="Text 3"/>
          <p:cNvSpPr/>
          <p:nvPr/>
        </p:nvSpPr>
        <p:spPr>
          <a:xfrm>
            <a:off x="747713" y="3926830"/>
            <a:ext cx="11231404" cy="414338"/>
          </a:xfrm>
          <a:prstGeom prst="rect">
            <a:avLst/>
          </a:prstGeom>
          <a:noFill/>
          <a:ln/>
        </p:spPr>
        <p:txBody>
          <a:bodyPr wrap="square" lIns="0" tIns="0" rIns="0" bIns="0" rtlCol="0" anchor="t"/>
          <a:lstStyle/>
          <a:p>
            <a:pPr algn="l" indent="0" marL="0">
              <a:lnSpc>
                <a:spcPct val="130000"/>
              </a:lnSpc>
              <a:buNone/>
            </a:pPr>
            <a:r>
              <a:rPr lang="en-US" sz="2175" b="1" i="1" dirty="0">
                <a:solidFill>
                  <a:srgbClr val="1F2328"/>
                </a:solidFill>
                <a:latin typeface="Segoe UI" pitchFamily="34" charset="0"/>
                <a:ea typeface="Segoe UI" pitchFamily="34" charset="-122"/>
                <a:cs typeface="Segoe UI" pitchFamily="34" charset="-120"/>
              </a:rPr>
              <a:t>bold and italic text</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alongside normal text.</a:t>
            </a:r>
            <a:endParaRPr lang="en-US" sz="2175" dirty="0"/>
          </a:p>
        </p:txBody>
      </p:sp>
      <p:sp>
        <p:nvSpPr>
          <p:cNvPr id="6" name="Shape 4"/>
          <p:cNvSpPr/>
          <p:nvPr/>
        </p:nvSpPr>
        <p:spPr>
          <a:xfrm>
            <a:off x="747713" y="4638824"/>
            <a:ext cx="10696575" cy="69056"/>
          </a:xfrm>
          <a:prstGeom prst="rect">
            <a:avLst/>
          </a:prstGeom>
          <a:solidFill>
            <a:srgbClr val="D1D9E0"/>
          </a:solidFill>
          <a:ln/>
        </p:spPr>
      </p:sp>
      <p:sp>
        <p:nvSpPr>
          <p:cNvPr id="7" name="Text 5"/>
          <p:cNvSpPr/>
          <p:nvPr/>
        </p:nvSpPr>
        <p:spPr>
          <a:xfrm>
            <a:off x="747713" y="4867424"/>
            <a:ext cx="11231404" cy="428476"/>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Above is a horizontal rule (</a:t>
            </a:r>
            <a:pPr algn="l" indent="0" marL="0">
              <a:lnSpc>
                <a:spcPct val="13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&lt;hr&gt;</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362045"/>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79: Image height and combined sizing + emoji shortcodes</a:t>
            </a:r>
            <a:endParaRPr lang="en-US" sz="3480" dirty="0"/>
          </a:p>
        </p:txBody>
      </p:sp>
      <p:pic>
        <p:nvPicPr>
          <p:cNvPr id="3" name="Image 0" descr="preencoded.png">    </p:cNvPr>
          <p:cNvPicPr>
            <a:picLocks noChangeAspect="1"/>
          </p:cNvPicPr>
          <p:nvPr/>
        </p:nvPicPr>
        <p:blipFill>
          <a:blip r:embed="rId1"/>
          <a:stretch>
            <a:fillRect/>
          </a:stretch>
        </p:blipFill>
        <p:spPr>
          <a:xfrm>
            <a:off x="747713" y="2807047"/>
            <a:ext cx="952500" cy="952500"/>
          </a:xfrm>
          <a:prstGeom prst="rect">
            <a:avLst/>
          </a:prstGeom>
        </p:spPr>
      </p:pic>
      <p:pic>
        <p:nvPicPr>
          <p:cNvPr id="4" name="Image 1" descr="preencoded.png">    </p:cNvPr>
          <p:cNvPicPr>
            <a:picLocks noChangeAspect="1"/>
          </p:cNvPicPr>
          <p:nvPr/>
        </p:nvPicPr>
        <p:blipFill>
          <a:blip r:embed="rId2"/>
          <a:stretch>
            <a:fillRect/>
          </a:stretch>
        </p:blipFill>
        <p:spPr>
          <a:xfrm>
            <a:off x="747713" y="4011960"/>
            <a:ext cx="1905000" cy="762000"/>
          </a:xfrm>
          <a:prstGeom prst="rect">
            <a:avLst/>
          </a:prstGeom>
        </p:spPr>
      </p:pic>
      <p:sp>
        <p:nvSpPr>
          <p:cNvPr id="5" name="Text 1"/>
          <p:cNvSpPr/>
          <p:nvPr/>
        </p:nvSpPr>
        <p:spPr>
          <a:xfrm>
            <a:off x="747713" y="4957316"/>
            <a:ext cx="11231404"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Emoji shortcodes: </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 </a:t>
            </a:r>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988314"/>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80: linear-gradient marker highlight on strong inside list item</a:t>
            </a:r>
            <a:endParaRPr lang="en-US" sz="3480" dirty="0"/>
          </a:p>
        </p:txBody>
      </p:sp>
      <p:sp>
        <p:nvSpPr>
          <p:cNvPr id="3" name="Text 1"/>
          <p:cNvSpPr/>
          <p:nvPr/>
        </p:nvSpPr>
        <p:spPr>
          <a:xfrm>
            <a:off x="747713" y="3364260"/>
            <a:ext cx="10696575" cy="1450181"/>
          </a:xfrm>
          <a:prstGeom prst="rect">
            <a:avLst/>
          </a:prstGeom>
          <a:noFill/>
          <a:ln/>
        </p:spPr>
        <p:txBody>
          <a:bodyPr wrap="square" lIns="0" tIns="0" rIns="0" bIns="0" rtlCol="0" anchor="t"/>
          <a:lstStyle/>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Alpha beta gamma </a:t>
            </a:r>
            <a:pPr algn="l" marL="342900" indent="-342900">
              <a:lnSpc>
                <a:spcPct val="125000"/>
              </a:lnSpc>
              <a:buSzPct val="100000"/>
              <a:buChar char="•"/>
            </a:pPr>
            <a:r>
              <a:rPr lang="en-US" sz="2175" b="1" dirty="0">
                <a:solidFill>
                  <a:srgbClr val="1F2328"/>
                </a:solidFill>
                <a:highlight>
                  <a:srgbClr val="FFF2A8"/>
                </a:highlight>
                <a:latin typeface="Segoe UI" pitchFamily="34" charset="0"/>
                <a:ea typeface="Segoe UI" pitchFamily="34" charset="-122"/>
                <a:cs typeface="Segoe UI" pitchFamily="34" charset="-120"/>
              </a:rPr>
              <a:t>Item-1</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 delta epsilon</a:t>
            </a:r>
            <a:endParaRPr lang="en-US" sz="2175" dirty="0"/>
          </a:p>
          <a:p>
            <a:pPr algn="l" marL="342900" indent="-342900">
              <a:lnSpc>
                <a:spcPct val="125000"/>
              </a:lnSpc>
              <a:buSzPct val="100000"/>
              <a:buChar char="•"/>
            </a:pPr>
            <a:r>
              <a:rPr lang="en-US" sz="2175" b="1" dirty="0">
                <a:solidFill>
                  <a:srgbClr val="1F2328"/>
                </a:solidFill>
                <a:highlight>
                  <a:srgbClr val="FFF2A8"/>
                </a:highlight>
                <a:latin typeface="Segoe UI" pitchFamily="34" charset="0"/>
                <a:ea typeface="Segoe UI" pitchFamily="34" charset="-122"/>
                <a:cs typeface="Segoe UI" pitchFamily="34" charset="-120"/>
              </a:rPr>
              <a:t>Item-2</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 zeta nu eta</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Theta iota </a:t>
            </a:r>
            <a:pPr algn="l" marL="342900" indent="-342900">
              <a:lnSpc>
                <a:spcPct val="125000"/>
              </a:lnSpc>
              <a:buSzPct val="100000"/>
              <a:buChar char="•"/>
            </a:pPr>
            <a:r>
              <a:rPr lang="en-US" sz="2175" b="1" dirty="0">
                <a:solidFill>
                  <a:srgbClr val="1F2328"/>
                </a:solidFill>
                <a:highlight>
                  <a:srgbClr val="FFF2A8"/>
                </a:highlight>
                <a:latin typeface="Segoe UI" pitchFamily="34" charset="0"/>
                <a:ea typeface="Segoe UI" pitchFamily="34" charset="-122"/>
                <a:cs typeface="Segoe UI" pitchFamily="34" charset="-120"/>
              </a:rPr>
              <a:t>Item-3</a:t>
            </a:r>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 kappa lambda</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728758"/>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81: Table with colspan and rowspan</a:t>
            </a:r>
            <a:endParaRPr lang="en-US" sz="348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747713" y="2621310"/>
          <a:ext cx="4999881" cy="914400"/>
        </p:xfrm>
        <a:graphic>
          <a:graphicData uri="http://schemas.openxmlformats.org/drawingml/2006/table">
            <a:tbl>
              <a:tblPr/>
              <a:tblGrid>
                <a:gridCol w="1930241"/>
                <a:gridCol w="1930241"/>
                <a:gridCol w="1380173"/>
              </a:tblGrid>
              <a:tr h="0">
                <a:tc gridSpan="2">
                  <a:txBody>
                    <a:bodyPr/>
                    <a:lstStyle/>
                    <a:p>
                      <a:pPr algn="ctr" indent="0" marL="0">
                        <a:buNone/>
                      </a:pPr>
                      <a:r>
                        <a:rPr lang="en-US" sz="2175" b="1" dirty="0">
                          <a:solidFill>
                            <a:srgbClr val="1F2328"/>
                          </a:solidFill>
                          <a:latin typeface="Segoe UI" pitchFamily="34" charset="0"/>
                          <a:ea typeface="Segoe UI" pitchFamily="34" charset="-122"/>
                          <a:cs typeface="Segoe UI" pitchFamily="34" charset="-120"/>
                        </a:rPr>
                        <a:t>Col-A / Col-B (merged)</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hMerge="1">
                  <a:tcPr/>
                </a:tc>
                <a:tc>
                  <a:txBody>
                    <a:bodyPr/>
                    <a:lstStyle/>
                    <a:p>
                      <a:pPr algn="ctr" indent="0" marL="0">
                        <a:buNone/>
                      </a:pPr>
                      <a:r>
                        <a:rPr lang="en-US" sz="2175" b="1" dirty="0">
                          <a:solidFill>
                            <a:srgbClr val="1F2328"/>
                          </a:solidFill>
                          <a:latin typeface="Segoe UI" pitchFamily="34" charset="0"/>
                          <a:ea typeface="Segoe UI" pitchFamily="34" charset="-122"/>
                          <a:cs typeface="Segoe UI" pitchFamily="34" charset="-120"/>
                        </a:rPr>
                        <a:t>Col-C</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rowSpan="2">
                  <a:txBody>
                    <a:bodyPr/>
                    <a:lstStyle/>
                    <a:p>
                      <a:pPr indent="0" marL="0">
                        <a:buNone/>
                      </a:pPr>
                      <a:r>
                        <a:rPr lang="en-US" sz="2175" dirty="0">
                          <a:solidFill>
                            <a:srgbClr val="1F2328"/>
                          </a:solidFill>
                          <a:latin typeface="Segoe UI" pitchFamily="34" charset="0"/>
                          <a:ea typeface="Segoe UI" pitchFamily="34" charset="-122"/>
                          <a:cs typeface="Segoe UI" pitchFamily="34" charset="-120"/>
                        </a:rPr>
                        <a:t>Row-1</a:t>
                      </a:r>
                      <a:endParaRPr lang="en-US" sz="1200" dirty="0"/>
                    </a:p>
                    <a:p>
                      <a:pPr indent="0" marL="0">
                        <a:buNone/>
                      </a:pPr>
                      <a:r>
                        <a:rPr lang="en-US" sz="2175" dirty="0">
                          <a:solidFill>
                            <a:srgbClr val="1F2328"/>
                          </a:solidFill>
                          <a:latin typeface="Segoe UI" pitchFamily="34" charset="0"/>
                          <a:ea typeface="Segoe UI" pitchFamily="34" charset="-122"/>
                          <a:cs typeface="Segoe UI" pitchFamily="34" charset="-120"/>
                        </a:rPr>
                        <a:t>Row-2</a:t>
                      </a:r>
                      <a:endParaRPr lang="en-US" sz="1200" dirty="0"/>
                    </a:p>
                    <a:p>
                      <a:pPr indent="0" marL="0">
                        <a:buNone/>
                      </a:pPr>
                      <a:r>
                        <a:rPr lang="en-US" sz="2175" dirty="0">
                          <a:solidFill>
                            <a:srgbClr val="1F2328"/>
                          </a:solidFill>
                          <a:latin typeface="Segoe UI" pitchFamily="34" charset="0"/>
                          <a:ea typeface="Segoe UI" pitchFamily="34" charset="-122"/>
                          <a:cs typeface="Segoe UI" pitchFamily="34" charset="-120"/>
                        </a:rPr>
                        <a:t>(merged)</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2175" dirty="0">
                          <a:solidFill>
                            <a:srgbClr val="1F2328"/>
                          </a:solidFill>
                          <a:latin typeface="Segoe UI" pitchFamily="34" charset="0"/>
                          <a:ea typeface="Segoe UI" pitchFamily="34" charset="-122"/>
                          <a:cs typeface="Segoe UI" pitchFamily="34" charset="-120"/>
                        </a:rPr>
                        <a:t>val-1</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2175" dirty="0">
                          <a:solidFill>
                            <a:srgbClr val="1F2328"/>
                          </a:solidFill>
                          <a:latin typeface="Segoe UI" pitchFamily="34" charset="0"/>
                          <a:ea typeface="Segoe UI" pitchFamily="34" charset="-122"/>
                          <a:cs typeface="Segoe UI" pitchFamily="34" charset="-120"/>
                        </a:rPr>
                        <a:t>val-2</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vMerge="1">
                  <a:tcPr/>
                </a:tc>
                <a:tc>
                  <a:txBody>
                    <a:bodyPr/>
                    <a:lstStyle/>
                    <a:p>
                      <a:pPr indent="0" marL="0">
                        <a:buNone/>
                      </a:pPr>
                      <a:r>
                        <a:rPr lang="en-US" sz="2175" dirty="0">
                          <a:solidFill>
                            <a:srgbClr val="1F2328"/>
                          </a:solidFill>
                          <a:latin typeface="Segoe UI" pitchFamily="34" charset="0"/>
                          <a:ea typeface="Segoe UI" pitchFamily="34" charset="-122"/>
                          <a:cs typeface="Segoe UI" pitchFamily="34" charset="-120"/>
                        </a:rPr>
                        <a:t>val-3</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indent="0" marL="0">
                        <a:buNone/>
                      </a:pPr>
                      <a:r>
                        <a:rPr lang="en-US" sz="2175" dirty="0">
                          <a:solidFill>
                            <a:srgbClr val="1F2328"/>
                          </a:solidFill>
                          <a:latin typeface="Segoe UI" pitchFamily="34" charset="0"/>
                          <a:ea typeface="Segoe UI" pitchFamily="34" charset="-122"/>
                          <a:cs typeface="Segoe UI" pitchFamily="34" charset="-120"/>
                        </a:rPr>
                        <a:t>val-4</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r h="0">
                <a:tc>
                  <a:txBody>
                    <a:bodyPr/>
                    <a:lstStyle/>
                    <a:p>
                      <a:pPr indent="0" marL="0">
                        <a:buNone/>
                      </a:pPr>
                      <a:r>
                        <a:rPr lang="en-US" sz="2175" dirty="0">
                          <a:solidFill>
                            <a:srgbClr val="1F2328"/>
                          </a:solidFill>
                          <a:latin typeface="Segoe UI" pitchFamily="34" charset="0"/>
                          <a:ea typeface="Segoe UI" pitchFamily="34" charset="-122"/>
                          <a:cs typeface="Segoe UI" pitchFamily="34" charset="-120"/>
                        </a:rPr>
                        <a:t>Row-3</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gridSpan="2">
                  <a:txBody>
                    <a:bodyPr/>
                    <a:lstStyle/>
                    <a:p>
                      <a:pPr indent="0" marL="0">
                        <a:buNone/>
                      </a:pPr>
                      <a:r>
                        <a:rPr lang="en-US" sz="2175" dirty="0">
                          <a:solidFill>
                            <a:srgbClr val="1F2328"/>
                          </a:solidFill>
                          <a:latin typeface="Segoe UI" pitchFamily="34" charset="0"/>
                          <a:ea typeface="Segoe UI" pitchFamily="34" charset="-122"/>
                          <a:cs typeface="Segoe UI" pitchFamily="34" charset="-120"/>
                        </a:rPr>
                        <a:t>val-5 / val-6 (merged)</a:t>
                      </a:r>
                      <a:endParaRPr lang="en-US" sz="1200" dirty="0"/>
                    </a:p>
                  </a:txBody>
                  <a:tcPr marL="123825" marR="123825" marT="57150" marB="5715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hMerge="1">
                  <a:tcPr/>
                </a:tc>
              </a:tr>
            </a:tbl>
          </a:graphicData>
        </a:graphic>
      </p:graphicFrame>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172736"/>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82: Ordered list with start number</a:t>
            </a:r>
            <a:endParaRPr lang="en-US" sz="3480" dirty="0"/>
          </a:p>
        </p:txBody>
      </p:sp>
      <p:sp>
        <p:nvSpPr>
          <p:cNvPr id="3" name="Text 1"/>
          <p:cNvSpPr/>
          <p:nvPr/>
        </p:nvSpPr>
        <p:spPr>
          <a:xfrm>
            <a:off x="747713" y="1996232"/>
            <a:ext cx="11231404"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Alpha beta gamma:</a:t>
            </a:r>
            <a:endParaRPr lang="en-US" sz="2175" dirty="0"/>
          </a:p>
        </p:txBody>
      </p:sp>
      <p:sp>
        <p:nvSpPr>
          <p:cNvPr id="4" name="Text 2"/>
          <p:cNvSpPr/>
          <p:nvPr/>
        </p:nvSpPr>
        <p:spPr>
          <a:xfrm>
            <a:off x="747713" y="2562969"/>
            <a:ext cx="10696575" cy="1450181"/>
          </a:xfrm>
          <a:prstGeom prst="rect">
            <a:avLst/>
          </a:prstGeom>
          <a:noFill/>
          <a:ln/>
        </p:spPr>
        <p:txBody>
          <a:bodyPr wrap="square" lIns="0" tIns="0" rIns="0" bIns="0" rtlCol="0" anchor="t"/>
          <a:lstStyle/>
          <a:p>
            <a:pPr algn="l" marL="342900" indent="-342900">
              <a:lnSpc>
                <a:spcPct val="125000"/>
              </a:lnSpc>
              <a:buSzPct val="100000"/>
              <a:buFont typeface="+mj-lt"/>
              <a:buAutoNum type="arabicPeriod" startAt="5"/>
            </a:pPr>
            <a:r>
              <a:rPr lang="en-US" sz="2175" dirty="0">
                <a:solidFill>
                  <a:srgbClr val="1F2328"/>
                </a:solidFill>
                <a:latin typeface="Segoe UI" pitchFamily="34" charset="0"/>
                <a:ea typeface="Segoe UI" pitchFamily="34" charset="-122"/>
                <a:cs typeface="Segoe UI" pitchFamily="34" charset="-120"/>
              </a:rPr>
              <a:t>Item-5 alpha beta</a:t>
            </a:r>
            <a:endParaRPr lang="en-US" sz="2175" dirty="0"/>
          </a:p>
          <a:p>
            <a:pPr algn="l" marL="342900" indent="-342900">
              <a:lnSpc>
                <a:spcPct val="125000"/>
              </a:lnSpc>
              <a:buSzPct val="100000"/>
              <a:buFont typeface="+mj-lt"/>
              <a:buAutoNum type="arabicPeriod" startAt="6"/>
            </a:pPr>
            <a:r>
              <a:rPr lang="en-US" sz="2175" dirty="0">
                <a:solidFill>
                  <a:srgbClr val="1F2328"/>
                </a:solidFill>
                <a:latin typeface="Segoe UI" pitchFamily="34" charset="0"/>
                <a:ea typeface="Segoe UI" pitchFamily="34" charset="-122"/>
                <a:cs typeface="Segoe UI" pitchFamily="34" charset="-120"/>
              </a:rPr>
              <a:t>Item-6 gamma delta</a:t>
            </a:r>
            <a:endParaRPr lang="en-US" sz="2175" dirty="0"/>
          </a:p>
          <a:p>
            <a:pPr algn="l" marL="342900" indent="-342900">
              <a:lnSpc>
                <a:spcPct val="125000"/>
              </a:lnSpc>
              <a:buSzPct val="100000"/>
              <a:buFont typeface="+mj-lt"/>
              <a:buAutoNum type="arabicPeriod" startAt="7"/>
            </a:pPr>
            <a:r>
              <a:rPr lang="en-US" sz="2175" dirty="0">
                <a:solidFill>
                  <a:srgbClr val="1F2328"/>
                </a:solidFill>
                <a:latin typeface="Segoe UI" pitchFamily="34" charset="0"/>
                <a:ea typeface="Segoe UI" pitchFamily="34" charset="-122"/>
                <a:cs typeface="Segoe UI" pitchFamily="34" charset="-120"/>
              </a:rPr>
              <a:t>Item-7 epsilon zeta</a:t>
            </a:r>
            <a:endParaRPr lang="en-US" sz="2175" dirty="0"/>
          </a:p>
        </p:txBody>
      </p:sp>
      <p:sp>
        <p:nvSpPr>
          <p:cNvPr id="5" name="Text 3"/>
          <p:cNvSpPr/>
          <p:nvPr/>
        </p:nvSpPr>
        <p:spPr>
          <a:xfrm>
            <a:off x="747713" y="4096494"/>
            <a:ext cx="11231404"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Delta epsilon:</a:t>
            </a:r>
            <a:endParaRPr lang="en-US" sz="2175" dirty="0"/>
          </a:p>
        </p:txBody>
      </p:sp>
      <p:sp>
        <p:nvSpPr>
          <p:cNvPr id="6" name="Text 4"/>
          <p:cNvSpPr/>
          <p:nvPr/>
        </p:nvSpPr>
        <p:spPr>
          <a:xfrm>
            <a:off x="747713" y="4663232"/>
            <a:ext cx="10696575" cy="966788"/>
          </a:xfrm>
          <a:prstGeom prst="rect">
            <a:avLst/>
          </a:prstGeom>
          <a:noFill/>
          <a:ln/>
        </p:spPr>
        <p:txBody>
          <a:bodyPr wrap="square" lIns="0" tIns="0" rIns="0" bIns="0" rtlCol="0" anchor="t"/>
          <a:lstStyle/>
          <a:p>
            <a:pPr algn="l" marL="342900" indent="-342900">
              <a:lnSpc>
                <a:spcPct val="125000"/>
              </a:lnSpc>
              <a:buSzPct val="100000"/>
              <a:buFont typeface="+mj-lt"/>
              <a:buAutoNum type="arabicPeriod" startAt="10"/>
            </a:pPr>
            <a:r>
              <a:rPr lang="en-US" sz="2175" dirty="0">
                <a:solidFill>
                  <a:srgbClr val="1F2328"/>
                </a:solidFill>
                <a:latin typeface="Segoe UI" pitchFamily="34" charset="0"/>
                <a:ea typeface="Segoe UI" pitchFamily="34" charset="-122"/>
                <a:cs typeface="Segoe UI" pitchFamily="34" charset="-120"/>
              </a:rPr>
              <a:t>Item-10 eta theta</a:t>
            </a:r>
            <a:endParaRPr lang="en-US" sz="2175" dirty="0"/>
          </a:p>
          <a:p>
            <a:pPr algn="l" marL="342900" indent="-342900">
              <a:lnSpc>
                <a:spcPct val="125000"/>
              </a:lnSpc>
              <a:buSzPct val="100000"/>
              <a:buFont typeface="+mj-lt"/>
              <a:buAutoNum type="arabicPeriod" startAt="11"/>
            </a:pPr>
            <a:r>
              <a:rPr lang="en-US" sz="2175" dirty="0">
                <a:solidFill>
                  <a:srgbClr val="1F2328"/>
                </a:solidFill>
                <a:latin typeface="Segoe UI" pitchFamily="34" charset="0"/>
                <a:ea typeface="Segoe UI" pitchFamily="34" charset="-122"/>
                <a:cs typeface="Segoe UI" pitchFamily="34" charset="-120"/>
              </a:rPr>
              <a:t>Item-11 iota kappa</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366808"/>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83: Nested unordered list inside ordered list</a:t>
            </a:r>
            <a:endParaRPr lang="en-US" sz="3480" dirty="0"/>
          </a:p>
        </p:txBody>
      </p:sp>
      <p:sp>
        <p:nvSpPr>
          <p:cNvPr id="3" name="Text 1"/>
          <p:cNvSpPr/>
          <p:nvPr/>
        </p:nvSpPr>
        <p:spPr>
          <a:xfrm>
            <a:off x="747713" y="2190304"/>
            <a:ext cx="10696575" cy="3245644"/>
          </a:xfrm>
          <a:prstGeom prst="rect">
            <a:avLst/>
          </a:prstGeom>
          <a:noFill/>
          <a:ln/>
        </p:spPr>
        <p:txBody>
          <a:bodyPr wrap="square" lIns="0" tIns="0" rIns="0" bIns="0" rtlCol="0" anchor="t"/>
          <a:lstStyle/>
          <a:p>
            <a:pPr algn="l" marL="342900" indent="-342900">
              <a:lnSpc>
                <a:spcPct val="125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First ordered item</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Nested unordered alpha</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Nested unordered beta</a:t>
            </a:r>
            <a:endParaRPr lang="en-US" sz="2175" dirty="0"/>
          </a:p>
          <a:p>
            <a:pPr algn="l" marL="342900" indent="-342900">
              <a:lnSpc>
                <a:spcPct val="125000"/>
              </a:lnSpc>
              <a:buSzPct val="100000"/>
              <a:buFont typeface="+mj-lt"/>
              <a:buAutoNum type="arabicPeriod" startAt="2"/>
            </a:pPr>
            <a:r>
              <a:rPr lang="en-US" sz="2175" dirty="0">
                <a:solidFill>
                  <a:srgbClr val="1F2328"/>
                </a:solidFill>
                <a:latin typeface="Segoe UI" pitchFamily="34" charset="0"/>
                <a:ea typeface="Segoe UI" pitchFamily="34" charset="-122"/>
                <a:cs typeface="Segoe UI" pitchFamily="34" charset="-120"/>
              </a:rPr>
              <a:t>Second ordered item</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Nested unordered gamma</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Nested unordered delta</a:t>
            </a:r>
            <a:endParaRPr lang="en-US" sz="2175" dirty="0"/>
          </a:p>
          <a:p>
            <a:pPr algn="l" marL="342900" indent="-342900">
              <a:lnSpc>
                <a:spcPct val="125000"/>
              </a:lnSpc>
              <a:buSzPct val="100000"/>
              <a:buFont typeface="+mj-lt"/>
              <a:buAutoNum type="arabicPeriod" startAt="3"/>
            </a:pPr>
            <a:r>
              <a:rPr lang="en-US" sz="2175" dirty="0">
                <a:solidFill>
                  <a:srgbClr val="1F2328"/>
                </a:solidFill>
                <a:latin typeface="Segoe UI" pitchFamily="34" charset="0"/>
                <a:ea typeface="Segoe UI" pitchFamily="34" charset="-122"/>
                <a:cs typeface="Segoe UI" pitchFamily="34" charset="-120"/>
              </a:rPr>
              <a:t>Third ordered item</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608505"/>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84: Nested ordered list inside unordered list</a:t>
            </a:r>
            <a:endParaRPr lang="en-US" sz="3480" dirty="0"/>
          </a:p>
        </p:txBody>
      </p:sp>
      <p:sp>
        <p:nvSpPr>
          <p:cNvPr id="3" name="Text 1"/>
          <p:cNvSpPr/>
          <p:nvPr/>
        </p:nvSpPr>
        <p:spPr>
          <a:xfrm>
            <a:off x="747713" y="2432000"/>
            <a:ext cx="10696575" cy="2762250"/>
          </a:xfrm>
          <a:prstGeom prst="rect">
            <a:avLst/>
          </a:prstGeom>
          <a:noFill/>
          <a:ln/>
        </p:spPr>
        <p:txBody>
          <a:bodyPr wrap="square" lIns="0" tIns="0" rIns="0" bIns="0" rtlCol="0" anchor="t"/>
          <a:lstStyle/>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Unordered item one</a:t>
            </a:r>
            <a:endParaRPr lang="en-US" sz="2175" dirty="0"/>
          </a:p>
          <a:p>
            <a:pPr algn="l" lvl="1" marL="685800" indent="-342900">
              <a:lnSpc>
                <a:spcPct val="125000"/>
              </a:lnSpc>
              <a:buSzPct val="100000"/>
              <a:buFont typeface="+mj-lt"/>
              <a:buAutoNum type="romanLcPeriod" startAt="1"/>
            </a:pPr>
            <a:r>
              <a:rPr lang="en-US" sz="2175" dirty="0">
                <a:solidFill>
                  <a:srgbClr val="1F2328"/>
                </a:solidFill>
                <a:latin typeface="Segoe UI" pitchFamily="34" charset="0"/>
                <a:ea typeface="Segoe UI" pitchFamily="34" charset="-122"/>
                <a:cs typeface="Segoe UI" pitchFamily="34" charset="-120"/>
              </a:rPr>
              <a:t>Nested ordered first</a:t>
            </a:r>
            <a:endParaRPr lang="en-US" sz="2175" dirty="0"/>
          </a:p>
          <a:p>
            <a:pPr algn="l" lvl="1" marL="685800" indent="-342900">
              <a:lnSpc>
                <a:spcPct val="125000"/>
              </a:lnSpc>
              <a:buSzPct val="100000"/>
              <a:buFont typeface="+mj-lt"/>
              <a:buAutoNum type="romanLcPeriod" startAt="1"/>
            </a:pPr>
            <a:r>
              <a:rPr lang="en-US" sz="2175" dirty="0">
                <a:solidFill>
                  <a:srgbClr val="1F2328"/>
                </a:solidFill>
                <a:latin typeface="Segoe UI" pitchFamily="34" charset="0"/>
                <a:ea typeface="Segoe UI" pitchFamily="34" charset="-122"/>
                <a:cs typeface="Segoe UI" pitchFamily="34" charset="-120"/>
              </a:rPr>
              <a:t>Nested ordered second</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Unordered item two</a:t>
            </a:r>
            <a:endParaRPr lang="en-US" sz="2175" dirty="0"/>
          </a:p>
          <a:p>
            <a:pPr algn="l" lvl="1" marL="685800" indent="-342900">
              <a:lnSpc>
                <a:spcPct val="125000"/>
              </a:lnSpc>
              <a:buSzPct val="100000"/>
              <a:buFont typeface="+mj-lt"/>
              <a:buAutoNum type="romanLcPeriod" startAt="1"/>
            </a:pPr>
            <a:r>
              <a:rPr lang="en-US" sz="2175" dirty="0">
                <a:solidFill>
                  <a:srgbClr val="1F2328"/>
                </a:solidFill>
                <a:latin typeface="Segoe UI" pitchFamily="34" charset="0"/>
                <a:ea typeface="Segoe UI" pitchFamily="34" charset="-122"/>
                <a:cs typeface="Segoe UI" pitchFamily="34" charset="-120"/>
              </a:rPr>
              <a:t>Nested ordered third</a:t>
            </a:r>
            <a:endParaRPr lang="en-US" sz="2175" dirty="0"/>
          </a:p>
          <a:p>
            <a:pPr algn="l" lvl="1" marL="685800" indent="-342900">
              <a:lnSpc>
                <a:spcPct val="125000"/>
              </a:lnSpc>
              <a:buSzPct val="100000"/>
              <a:buFont typeface="+mj-lt"/>
              <a:buAutoNum type="romanLcPeriod" startAt="1"/>
            </a:pPr>
            <a:r>
              <a:rPr lang="en-US" sz="2175" dirty="0">
                <a:solidFill>
                  <a:srgbClr val="1F2328"/>
                </a:solidFill>
                <a:latin typeface="Segoe UI" pitchFamily="34" charset="0"/>
                <a:ea typeface="Segoe UI" pitchFamily="34" charset="-122"/>
                <a:cs typeface="Segoe UI" pitchFamily="34" charset="-120"/>
              </a:rPr>
              <a:t>Nested ordered fourth</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692468"/>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85: Code block inside list item (ADR-43 regression)</a:t>
            </a:r>
            <a:endParaRPr lang="en-US" sz="3480" dirty="0"/>
          </a:p>
        </p:txBody>
      </p:sp>
      <p:sp>
        <p:nvSpPr>
          <p:cNvPr id="3" name="Text 1"/>
          <p:cNvSpPr/>
          <p:nvPr/>
        </p:nvSpPr>
        <p:spPr>
          <a:xfrm>
            <a:off x="747713" y="2068413"/>
            <a:ext cx="10696575" cy="635794"/>
          </a:xfrm>
          <a:prstGeom prst="rect">
            <a:avLst/>
          </a:prstGeom>
          <a:noFill/>
          <a:ln/>
        </p:spPr>
        <p:txBody>
          <a:bodyPr wrap="square" lIns="0" tIns="0" rIns="0" bIns="0" rtlCol="0" anchor="t"/>
          <a:lstStyle/>
          <a:p>
            <a:pPr algn="l" marL="342900" indent="-342900">
              <a:lnSpc>
                <a:spcPct val="130000"/>
              </a:lnSpc>
              <a:buSzPct val="100000"/>
              <a:buChar char="•"/>
            </a:pPr>
            <a:r>
              <a:rPr lang="en-US" sz="2175" b="1" dirty="0">
                <a:solidFill>
                  <a:srgbClr val="1F2328"/>
                </a:solidFill>
                <a:latin typeface="Segoe UI" pitchFamily="34" charset="0"/>
                <a:ea typeface="Segoe UI" pitchFamily="34" charset="-122"/>
                <a:cs typeface="Segoe UI" pitchFamily="34" charset="-120"/>
              </a:rPr>
              <a:t>Label-A</a:t>
            </a:r>
            <a:endParaRPr lang="en-US" sz="2175" dirty="0"/>
          </a:p>
        </p:txBody>
      </p:sp>
      <p:sp>
        <p:nvSpPr>
          <p:cNvPr id="4" name="Text 2"/>
          <p:cNvSpPr/>
          <p:nvPr/>
        </p:nvSpPr>
        <p:spPr>
          <a:xfrm>
            <a:off x="1300163" y="2704207"/>
            <a:ext cx="10144125" cy="866775"/>
          </a:xfrm>
          <a:prstGeom prst="rect">
            <a:avLst/>
          </a:prstGeom>
          <a:solidFill>
            <a:srgbClr val="F6F8FA"/>
          </a:solidFill>
          <a:ln/>
        </p:spPr>
        <p:txBody>
          <a:bodyPr wrap="none" lIns="0" tIns="0" rIns="0" bIns="0" rtlCol="0" anchor="t"/>
          <a:lstStyle/>
          <a:p>
            <a:pPr indent="0" marL="0">
              <a:buNone/>
            </a:pPr>
            <a:r>
              <a:rPr lang="en-US" sz="1283" dirty="0">
                <a:solidFill>
                  <a:srgbClr val="1F2328"/>
                </a:solidFill>
                <a:latin typeface="Consolas" pitchFamily="34" charset="0"/>
                <a:ea typeface="Consolas" pitchFamily="34" charset="-122"/>
                <a:cs typeface="Consolas" pitchFamily="34" charset="-120"/>
              </a:rPr>
              <a:t>val-1: Cat-B</a:t>
            </a:r>
            <a:pPr indent="0" marL="0">
              <a:buNone/>
            </a:pPr>
            <a:endParaRPr lang="en-US" sz="1283" dirty="0"/>
          </a:p>
          <a:p>
            <a:pPr indent="0" marL="0">
              <a:buNone/>
            </a:pPr>
            <a:r>
              <a:rPr lang="en-US" sz="1283" dirty="0">
                <a:solidFill>
                  <a:srgbClr val="1F2328"/>
                </a:solidFill>
                <a:latin typeface="Consolas" pitchFamily="34" charset="0"/>
                <a:ea typeface="Consolas" pitchFamily="34" charset="-122"/>
                <a:cs typeface="Consolas" pitchFamily="34" charset="-120"/>
              </a:rPr>
              <a:t>val-2: Cat-C</a:t>
            </a:r>
            <a:pPr indent="0" marL="0">
              <a:buNone/>
            </a:pPr>
            <a:endParaRPr lang="en-US" sz="1283" dirty="0"/>
          </a:p>
        </p:txBody>
      </p:sp>
      <p:sp>
        <p:nvSpPr>
          <p:cNvPr id="5" name="Text 3"/>
          <p:cNvSpPr/>
          <p:nvPr/>
        </p:nvSpPr>
        <p:spPr>
          <a:xfrm>
            <a:off x="747713" y="3654326"/>
            <a:ext cx="10696575" cy="635794"/>
          </a:xfrm>
          <a:prstGeom prst="rect">
            <a:avLst/>
          </a:prstGeom>
          <a:noFill/>
          <a:ln/>
        </p:spPr>
        <p:txBody>
          <a:bodyPr wrap="square" lIns="0" tIns="0" rIns="0" bIns="0" rtlCol="0" anchor="t"/>
          <a:lstStyle/>
          <a:p>
            <a:pPr algn="l" marL="342900" indent="-342900">
              <a:lnSpc>
                <a:spcPct val="130000"/>
              </a:lnSpc>
              <a:buSzPct val="100000"/>
              <a:buChar char="•"/>
            </a:pPr>
            <a:r>
              <a:rPr lang="en-US" sz="2175" b="1" dirty="0">
                <a:solidFill>
                  <a:srgbClr val="1F2328"/>
                </a:solidFill>
                <a:latin typeface="Segoe UI" pitchFamily="34" charset="0"/>
                <a:ea typeface="Segoe UI" pitchFamily="34" charset="-122"/>
                <a:cs typeface="Segoe UI" pitchFamily="34" charset="-120"/>
              </a:rPr>
              <a:t>Label-B</a:t>
            </a:r>
            <a:endParaRPr lang="en-US" sz="2175" dirty="0"/>
          </a:p>
        </p:txBody>
      </p:sp>
      <p:sp>
        <p:nvSpPr>
          <p:cNvPr id="6" name="Text 4"/>
          <p:cNvSpPr/>
          <p:nvPr/>
        </p:nvSpPr>
        <p:spPr>
          <a:xfrm>
            <a:off x="1300163" y="4290120"/>
            <a:ext cx="10144125" cy="866775"/>
          </a:xfrm>
          <a:prstGeom prst="rect">
            <a:avLst/>
          </a:prstGeom>
          <a:solidFill>
            <a:srgbClr val="F6F8FA"/>
          </a:solidFill>
          <a:ln/>
        </p:spPr>
        <p:txBody>
          <a:bodyPr wrap="none" lIns="0" tIns="0" rIns="0" bIns="0" rtlCol="0" anchor="t"/>
          <a:lstStyle/>
          <a:p>
            <a:pPr indent="0" marL="0">
              <a:buNone/>
            </a:pPr>
            <a:r>
              <a:rPr lang="en-US" sz="1283" dirty="0">
                <a:solidFill>
                  <a:srgbClr val="1F2328"/>
                </a:solidFill>
                <a:latin typeface="Consolas" pitchFamily="34" charset="0"/>
                <a:ea typeface="Consolas" pitchFamily="34" charset="-122"/>
                <a:cs typeface="Consolas" pitchFamily="34" charset="-120"/>
              </a:rPr>
              <a:t>val-3: Cat-D</a:t>
            </a:r>
            <a:pPr indent="0" marL="0">
              <a:buNone/>
            </a:pPr>
            <a:endParaRPr lang="en-US" sz="1283" dirty="0"/>
          </a:p>
          <a:p>
            <a:pPr indent="0" marL="0">
              <a:buNone/>
            </a:pPr>
            <a:r>
              <a:rPr lang="en-US" sz="1283" dirty="0">
                <a:solidFill>
                  <a:srgbClr val="1F2328"/>
                </a:solidFill>
                <a:latin typeface="Consolas" pitchFamily="34" charset="0"/>
                <a:ea typeface="Consolas" pitchFamily="34" charset="-122"/>
                <a:cs typeface="Consolas" pitchFamily="34" charset="-120"/>
              </a:rPr>
              <a:t>val-4: Cat-E</a:t>
            </a:r>
            <a:pPr indent="0" marL="0">
              <a:buNone/>
            </a:pPr>
            <a:endParaRPr lang="en-US" sz="1283" dirty="0"/>
          </a:p>
        </p:txBody>
      </p:sp>
      <p:sp>
        <p:nvSpPr>
          <p:cNvPr id="7" name="Text 5"/>
          <p:cNvSpPr/>
          <p:nvPr/>
        </p:nvSpPr>
        <p:spPr>
          <a:xfrm>
            <a:off x="747713" y="5240238"/>
            <a:ext cx="10696575" cy="635794"/>
          </a:xfrm>
          <a:prstGeom prst="rect">
            <a:avLst/>
          </a:prstGeom>
          <a:noFill/>
          <a:ln/>
        </p:spPr>
        <p:txBody>
          <a:bodyPr wrap="square" lIns="0" tIns="0" rIns="0" bIns="0" rtlCol="0" anchor="t"/>
          <a:lstStyle/>
          <a:p>
            <a:pPr algn="l" marL="342900" indent="-342900">
              <a:lnSpc>
                <a:spcPct val="130000"/>
              </a:lnSpc>
              <a:buSzPct val="100000"/>
              <a:buChar char="•"/>
            </a:pPr>
            <a:r>
              <a:rPr lang="en-US" sz="2175" b="1" dirty="0">
                <a:solidFill>
                  <a:srgbClr val="1F2328"/>
                </a:solidFill>
                <a:latin typeface="Segoe UI" pitchFamily="34" charset="0"/>
                <a:ea typeface="Segoe UI" pitchFamily="34" charset="-122"/>
                <a:cs typeface="Segoe UI" pitchFamily="34" charset="-120"/>
              </a:rPr>
              <a:t>Label-C</a:t>
            </a:r>
            <a:endParaRPr lang="en-US" sz="2175" dirty="0"/>
          </a:p>
        </p:txBody>
      </p:sp>
      <p:sp>
        <p:nvSpPr>
          <p:cNvPr id="8" name="Text 6"/>
          <p:cNvSpPr/>
          <p:nvPr/>
        </p:nvSpPr>
        <p:spPr>
          <a:xfrm>
            <a:off x="1300163" y="5876032"/>
            <a:ext cx="10144125" cy="600075"/>
          </a:xfrm>
          <a:prstGeom prst="rect">
            <a:avLst/>
          </a:prstGeom>
          <a:solidFill>
            <a:srgbClr val="F6F8FA"/>
          </a:solidFill>
          <a:ln/>
        </p:spPr>
        <p:txBody>
          <a:bodyPr wrap="none" lIns="0" tIns="0" rIns="0" bIns="0" rtlCol="0" anchor="t"/>
          <a:lstStyle/>
          <a:p>
            <a:pPr indent="0" marL="0">
              <a:buNone/>
            </a:pPr>
            <a:endParaRPr lang="en-US"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256080"/>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86: List inside blockquote (ADR-44 regression)</a:t>
            </a:r>
            <a:endParaRPr lang="en-US" sz="3480" dirty="0"/>
          </a:p>
        </p:txBody>
      </p:sp>
      <p:sp>
        <p:nvSpPr>
          <p:cNvPr id="3" name="Shape 1"/>
          <p:cNvSpPr/>
          <p:nvPr/>
        </p:nvSpPr>
        <p:spPr>
          <a:xfrm>
            <a:off x="747713" y="2701082"/>
            <a:ext cx="66675" cy="2845594"/>
          </a:xfrm>
          <a:prstGeom prst="rect">
            <a:avLst/>
          </a:prstGeom>
          <a:solidFill>
            <a:srgbClr val="D1D9E0"/>
          </a:solidFill>
          <a:ln/>
        </p:spPr>
      </p:sp>
      <p:sp>
        <p:nvSpPr>
          <p:cNvPr id="4" name="Text 2"/>
          <p:cNvSpPr/>
          <p:nvPr/>
        </p:nvSpPr>
        <p:spPr>
          <a:xfrm>
            <a:off x="814388" y="2701082"/>
            <a:ext cx="10629900" cy="2845594"/>
          </a:xfrm>
          <a:prstGeom prst="rect">
            <a:avLst/>
          </a:prstGeom>
          <a:noFill/>
          <a:ln/>
        </p:spPr>
        <p:txBody>
          <a:bodyPr wrap="square" lIns="276225" tIns="0" rIns="276225" bIns="0" rtlCol="0" anchor="t"/>
          <a:lstStyle/>
          <a:p>
            <a:pPr algn="l" indent="0" marL="0">
              <a:lnSpc>
                <a:spcPct val="125000"/>
              </a:lnSpc>
              <a:buNone/>
            </a:pPr>
            <a:r>
              <a:rPr lang="en-US" sz="2175" dirty="0">
                <a:solidFill>
                  <a:srgbClr val="59636E"/>
                </a:solidFill>
                <a:latin typeface="Segoe UI" pitchFamily="34" charset="0"/>
                <a:ea typeface="Segoe UI" pitchFamily="34" charset="-122"/>
                <a:cs typeface="Segoe UI" pitchFamily="34" charset="-120"/>
              </a:rPr>
              <a:t>Alpha beta gamma. Delta epsilon zeta nu eta.</a:t>
            </a:r>
            <a:endParaRPr lang="en-US" sz="2175" dirty="0"/>
          </a:p>
        </p:txBody>
      </p:sp>
      <p:sp>
        <p:nvSpPr>
          <p:cNvPr id="5" name="Text 3"/>
          <p:cNvSpPr/>
          <p:nvPr/>
        </p:nvSpPr>
        <p:spPr>
          <a:xfrm>
            <a:off x="1090613" y="3198763"/>
            <a:ext cx="10077450" cy="2347913"/>
          </a:xfrm>
          <a:prstGeom prst="rect">
            <a:avLst/>
          </a:prstGeom>
          <a:noFill/>
          <a:ln/>
        </p:spPr>
        <p:txBody>
          <a:bodyPr wrap="square" lIns="0" tIns="0" rIns="0" bIns="0" rtlCol="0" anchor="t"/>
          <a:lstStyle/>
          <a:p>
            <a:pPr algn="l" marL="342900" indent="-342900">
              <a:lnSpc>
                <a:spcPct val="125000"/>
              </a:lnSpc>
              <a:buSzPct val="100000"/>
              <a:buChar char="•"/>
            </a:pPr>
            <a:r>
              <a:rPr lang="en-US" sz="2175" dirty="0">
                <a:solidFill>
                  <a:srgbClr val="59636E"/>
                </a:solidFill>
                <a:latin typeface="Segoe UI" pitchFamily="34" charset="0"/>
                <a:ea typeface="Segoe UI" pitchFamily="34" charset="-122"/>
                <a:cs typeface="Segoe UI" pitchFamily="34" charset="-120"/>
              </a:rPr>
              <a:t>Label-A: Alpha beta gamma</a:t>
            </a:r>
            <a:endParaRPr lang="en-US" sz="2175" dirty="0"/>
          </a:p>
          <a:p>
            <a:pPr algn="l" marL="342900" indent="-342900">
              <a:lnSpc>
                <a:spcPct val="125000"/>
              </a:lnSpc>
              <a:buSzPct val="100000"/>
              <a:buChar char="•"/>
            </a:pPr>
            <a:r>
              <a:rPr lang="en-US" sz="2175" dirty="0">
                <a:solidFill>
                  <a:srgbClr val="59636E"/>
                </a:solidFill>
                <a:latin typeface="Segoe UI" pitchFamily="34" charset="0"/>
                <a:ea typeface="Segoe UI" pitchFamily="34" charset="-122"/>
                <a:cs typeface="Segoe UI" pitchFamily="34" charset="-120"/>
              </a:rPr>
              <a:t>Label-B: Delta epsilon zeta</a:t>
            </a:r>
            <a:endParaRPr lang="en-US" sz="2175" dirty="0"/>
          </a:p>
          <a:p>
            <a:pPr algn="l" lvl="1" marL="685800" indent="-342900">
              <a:lnSpc>
                <a:spcPct val="125000"/>
              </a:lnSpc>
              <a:buSzPct val="100000"/>
              <a:buChar char="◦"/>
            </a:pPr>
            <a:r>
              <a:rPr lang="en-US" sz="2175" dirty="0">
                <a:solidFill>
                  <a:srgbClr val="59636E"/>
                </a:solidFill>
                <a:latin typeface="Segoe UI" pitchFamily="34" charset="0"/>
                <a:ea typeface="Segoe UI" pitchFamily="34" charset="-122"/>
                <a:cs typeface="Segoe UI" pitchFamily="34" charset="-120"/>
              </a:rPr>
              <a:t>Cat-A: val-1</a:t>
            </a:r>
            <a:endParaRPr lang="en-US" sz="2175" dirty="0"/>
          </a:p>
          <a:p>
            <a:pPr algn="l" lvl="1" marL="685800" indent="-342900">
              <a:lnSpc>
                <a:spcPct val="125000"/>
              </a:lnSpc>
              <a:buSzPct val="100000"/>
              <a:buChar char="◦"/>
            </a:pPr>
            <a:r>
              <a:rPr lang="en-US" sz="2175" dirty="0">
                <a:solidFill>
                  <a:srgbClr val="59636E"/>
                </a:solidFill>
                <a:latin typeface="Segoe UI" pitchFamily="34" charset="0"/>
                <a:ea typeface="Segoe UI" pitchFamily="34" charset="-122"/>
                <a:cs typeface="Segoe UI" pitchFamily="34" charset="-120"/>
              </a:rPr>
              <a:t>Cat-B: val-2</a:t>
            </a:r>
            <a:endParaRPr lang="en-US" sz="2175" dirty="0"/>
          </a:p>
          <a:p>
            <a:pPr algn="l" marL="342900" indent="-342900">
              <a:lnSpc>
                <a:spcPct val="125000"/>
              </a:lnSpc>
              <a:buSzPct val="100000"/>
              <a:buChar char="•"/>
            </a:pPr>
            <a:r>
              <a:rPr lang="en-US" sz="2175" dirty="0">
                <a:solidFill>
                  <a:srgbClr val="59636E"/>
                </a:solidFill>
                <a:latin typeface="Segoe UI" pitchFamily="34" charset="0"/>
                <a:ea typeface="Segoe UI" pitchFamily="34" charset="-122"/>
                <a:cs typeface="Segoe UI" pitchFamily="34" charset="-120"/>
              </a:rPr>
              <a:t>Label-C: Alpha item and beta gamma.</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164401"/>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87: Code block with indented lines (ADR-45 regression)</a:t>
            </a:r>
            <a:endParaRPr lang="en-US" sz="3480" dirty="0"/>
          </a:p>
        </p:txBody>
      </p:sp>
      <p:sp>
        <p:nvSpPr>
          <p:cNvPr id="3" name="Text 1"/>
          <p:cNvSpPr/>
          <p:nvPr/>
        </p:nvSpPr>
        <p:spPr>
          <a:xfrm>
            <a:off x="747713" y="2609404"/>
            <a:ext cx="10696575" cy="3028950"/>
          </a:xfrm>
          <a:prstGeom prst="rect">
            <a:avLst/>
          </a:prstGeom>
          <a:solidFill>
            <a:srgbClr val="F6F8FA"/>
          </a:solidFill>
          <a:ln/>
        </p:spPr>
        <p:txBody>
          <a:bodyPr wrap="none" lIns="0" tIns="0" rIns="0" bIns="0" rtlCol="0" anchor="t"/>
          <a:lstStyle/>
          <a:p>
            <a:pPr indent="0" marL="0">
              <a:buNone/>
            </a:pPr>
            <a:r>
              <a:rPr lang="en-US" sz="1696" dirty="0">
                <a:solidFill>
                  <a:srgbClr val="CF222E"/>
                </a:solidFill>
                <a:latin typeface="Consolas" pitchFamily="34" charset="0"/>
                <a:ea typeface="Consolas" pitchFamily="34" charset="-122"/>
                <a:cs typeface="Consolas" pitchFamily="34" charset="-120"/>
              </a:rPr>
              <a:t>class</a:t>
            </a:r>
            <a:pPr indent="0" marL="0">
              <a:buNone/>
            </a:pPr>
            <a:r>
              <a:rPr lang="en-US" sz="1696" dirty="0">
                <a:solidFill>
                  <a:srgbClr val="1F2328"/>
                </a:solidFill>
                <a:latin typeface="Consolas" pitchFamily="34" charset="0"/>
                <a:ea typeface="Consolas" pitchFamily="34" charset="-122"/>
                <a:cs typeface="Consolas" pitchFamily="34" charset="-120"/>
              </a:rPr>
              <a:t> </a:t>
            </a:r>
            <a:pPr indent="0" marL="0">
              <a:buNone/>
            </a:pPr>
            <a:r>
              <a:rPr lang="en-US" sz="1696" dirty="0">
                <a:solidFill>
                  <a:srgbClr val="6639BA"/>
                </a:solidFill>
                <a:latin typeface="Consolas" pitchFamily="34" charset="0"/>
                <a:ea typeface="Consolas" pitchFamily="34" charset="-122"/>
                <a:cs typeface="Consolas" pitchFamily="34" charset="-120"/>
              </a:rPr>
              <a:t>Cat</a:t>
            </a:r>
            <a:pPr indent="0" marL="0">
              <a:buNone/>
            </a:pPr>
            <a:r>
              <a:rPr lang="en-US" sz="1696" dirty="0">
                <a:solidFill>
                  <a:srgbClr val="1F2328"/>
                </a:solidFill>
                <a:latin typeface="Consolas" pitchFamily="34" charset="0"/>
                <a:ea typeface="Consolas" pitchFamily="34" charset="-122"/>
                <a:cs typeface="Consolas" pitchFamily="34" charset="-120"/>
              </a:rPr>
              <a:t> {</a:t>
            </a:r>
            <a:pPr indent="0" marL="0">
              <a:buNone/>
            </a:pPr>
            <a:endParaRPr lang="en-US" sz="1696" dirty="0"/>
          </a:p>
          <a:p>
            <a:pPr indent="0" marL="0">
              <a:buNone/>
            </a:pPr>
            <a:r>
              <a:rPr lang="en-US" sz="1696" dirty="0">
                <a:solidFill>
                  <a:srgbClr val="1F2328"/>
                </a:solidFill>
                <a:latin typeface="Consolas" pitchFamily="34" charset="0"/>
                <a:ea typeface="Consolas" pitchFamily="34" charset="-122"/>
                <a:cs typeface="Consolas" pitchFamily="34" charset="-120"/>
              </a:rPr>
              <a:t>  </a:t>
            </a:r>
            <a:pPr indent="0" marL="0">
              <a:buNone/>
            </a:pPr>
            <a:r>
              <a:rPr lang="en-US" sz="1696" dirty="0">
                <a:solidFill>
                  <a:srgbClr val="6639BA"/>
                </a:solidFill>
                <a:latin typeface="Consolas" pitchFamily="34" charset="0"/>
                <a:ea typeface="Consolas" pitchFamily="34" charset="-122"/>
                <a:cs typeface="Consolas" pitchFamily="34" charset="-120"/>
              </a:rPr>
              <a:t>constructor</a:t>
            </a:r>
            <a:pPr indent="0" marL="0">
              <a:buNone/>
            </a:pPr>
            <a:r>
              <a:rPr lang="en-US" sz="1696" dirty="0">
                <a:solidFill>
                  <a:srgbClr val="1F2328"/>
                </a:solidFill>
                <a:latin typeface="Consolas" pitchFamily="34" charset="0"/>
                <a:ea typeface="Consolas" pitchFamily="34" charset="-122"/>
                <a:cs typeface="Consolas" pitchFamily="34" charset="-120"/>
              </a:rPr>
              <a:t>(</a:t>
            </a:r>
            <a:pPr indent="0" marL="0">
              <a:buNone/>
            </a:pPr>
            <a:r>
              <a:rPr lang="en-US" sz="1696" dirty="0">
                <a:solidFill>
                  <a:srgbClr val="CF222E"/>
                </a:solidFill>
                <a:latin typeface="Consolas" pitchFamily="34" charset="0"/>
                <a:ea typeface="Consolas" pitchFamily="34" charset="-122"/>
                <a:cs typeface="Consolas" pitchFamily="34" charset="-120"/>
              </a:rPr>
              <a:t>private</a:t>
            </a:r>
            <a:pPr indent="0" marL="0">
              <a:buNone/>
            </a:pPr>
            <a:r>
              <a:rPr lang="en-US" sz="1696" dirty="0">
                <a:solidFill>
                  <a:srgbClr val="1F2328"/>
                </a:solidFill>
                <a:latin typeface="Consolas" pitchFamily="34" charset="0"/>
                <a:ea typeface="Consolas" pitchFamily="34" charset="-122"/>
                <a:cs typeface="Consolas" pitchFamily="34" charset="-120"/>
              </a:rPr>
              <a:t> </a:t>
            </a:r>
            <a:pPr indent="0" marL="0">
              <a:buNone/>
            </a:pPr>
            <a:r>
              <a:rPr lang="en-US" sz="1696" dirty="0">
                <a:solidFill>
                  <a:srgbClr val="0550AE"/>
                </a:solidFill>
                <a:latin typeface="Consolas" pitchFamily="34" charset="0"/>
                <a:ea typeface="Consolas" pitchFamily="34" charset="-122"/>
                <a:cs typeface="Consolas" pitchFamily="34" charset="-120"/>
              </a:rPr>
              <a:t>name</a:t>
            </a:r>
            <a:pPr indent="0" marL="0">
              <a:buNone/>
            </a:pPr>
            <a:r>
              <a:rPr lang="en-US" sz="1696" dirty="0">
                <a:solidFill>
                  <a:srgbClr val="1F2328"/>
                </a:solidFill>
                <a:latin typeface="Consolas" pitchFamily="34" charset="0"/>
                <a:ea typeface="Consolas" pitchFamily="34" charset="-122"/>
                <a:cs typeface="Consolas" pitchFamily="34" charset="-120"/>
              </a:rPr>
              <a:t>: </a:t>
            </a:r>
            <a:pPr indent="0" marL="0">
              <a:buNone/>
            </a:pPr>
            <a:r>
              <a:rPr lang="en-US" sz="1696" dirty="0">
                <a:solidFill>
                  <a:srgbClr val="953800"/>
                </a:solidFill>
                <a:latin typeface="Consolas" pitchFamily="34" charset="0"/>
                <a:ea typeface="Consolas" pitchFamily="34" charset="-122"/>
                <a:cs typeface="Consolas" pitchFamily="34" charset="-120"/>
              </a:rPr>
              <a:t>string</a:t>
            </a:r>
            <a:pPr indent="0" marL="0">
              <a:buNone/>
            </a:pPr>
            <a:r>
              <a:rPr lang="en-US" sz="1696" dirty="0">
                <a:solidFill>
                  <a:srgbClr val="1F2328"/>
                </a:solidFill>
                <a:latin typeface="Consolas" pitchFamily="34" charset="0"/>
                <a:ea typeface="Consolas" pitchFamily="34" charset="-122"/>
                <a:cs typeface="Consolas" pitchFamily="34" charset="-120"/>
              </a:rPr>
              <a:t>) {}</a:t>
            </a:r>
            <a:pPr indent="0" marL="0">
              <a:buNone/>
            </a:pPr>
            <a:endParaRPr lang="en-US" sz="1696" dirty="0"/>
          </a:p>
          <a:p>
            <a:pPr indent="0" marL="0">
              <a:buNone/>
            </a:pPr>
            <a:endParaRPr lang="en-US" sz="1696" dirty="0"/>
          </a:p>
          <a:p>
            <a:pPr indent="0" marL="0">
              <a:buNone/>
            </a:pPr>
            <a:r>
              <a:rPr lang="en-US" sz="1696" dirty="0">
                <a:solidFill>
                  <a:srgbClr val="1F2328"/>
                </a:solidFill>
                <a:latin typeface="Consolas" pitchFamily="34" charset="0"/>
                <a:ea typeface="Consolas" pitchFamily="34" charset="-122"/>
                <a:cs typeface="Consolas" pitchFamily="34" charset="-120"/>
              </a:rPr>
              <a:t>  </a:t>
            </a:r>
            <a:pPr indent="0" marL="0">
              <a:buNone/>
            </a:pPr>
            <a:r>
              <a:rPr lang="en-US" sz="1696" dirty="0">
                <a:solidFill>
                  <a:srgbClr val="6639BA"/>
                </a:solidFill>
                <a:latin typeface="Consolas" pitchFamily="34" charset="0"/>
                <a:ea typeface="Consolas" pitchFamily="34" charset="-122"/>
                <a:cs typeface="Consolas" pitchFamily="34" charset="-120"/>
              </a:rPr>
              <a:t>greet</a:t>
            </a:r>
            <a:pPr indent="0" marL="0">
              <a:buNone/>
            </a:pPr>
            <a:r>
              <a:rPr lang="en-US" sz="1696" dirty="0">
                <a:solidFill>
                  <a:srgbClr val="1F2328"/>
                </a:solidFill>
                <a:latin typeface="Consolas" pitchFamily="34" charset="0"/>
                <a:ea typeface="Consolas" pitchFamily="34" charset="-122"/>
                <a:cs typeface="Consolas" pitchFamily="34" charset="-120"/>
              </a:rPr>
              <a:t>(): </a:t>
            </a:r>
            <a:pPr indent="0" marL="0">
              <a:buNone/>
            </a:pPr>
            <a:r>
              <a:rPr lang="en-US" sz="1696" dirty="0">
                <a:solidFill>
                  <a:srgbClr val="953800"/>
                </a:solidFill>
                <a:latin typeface="Consolas" pitchFamily="34" charset="0"/>
                <a:ea typeface="Consolas" pitchFamily="34" charset="-122"/>
                <a:cs typeface="Consolas" pitchFamily="34" charset="-120"/>
              </a:rPr>
              <a:t>string</a:t>
            </a:r>
            <a:pPr indent="0" marL="0">
              <a:buNone/>
            </a:pPr>
            <a:r>
              <a:rPr lang="en-US" sz="1696" dirty="0">
                <a:solidFill>
                  <a:srgbClr val="1F2328"/>
                </a:solidFill>
                <a:latin typeface="Consolas" pitchFamily="34" charset="0"/>
                <a:ea typeface="Consolas" pitchFamily="34" charset="-122"/>
                <a:cs typeface="Consolas" pitchFamily="34" charset="-120"/>
              </a:rPr>
              <a:t> {</a:t>
            </a:r>
            <a:pPr indent="0" marL="0">
              <a:buNone/>
            </a:pPr>
            <a:endParaRPr lang="en-US" sz="1696" dirty="0"/>
          </a:p>
          <a:p>
            <a:pPr indent="0" marL="0">
              <a:buNone/>
            </a:pPr>
            <a:r>
              <a:rPr lang="en-US" sz="1696" dirty="0">
                <a:solidFill>
                  <a:srgbClr val="1F2328"/>
                </a:solidFill>
                <a:latin typeface="Consolas" pitchFamily="34" charset="0"/>
                <a:ea typeface="Consolas" pitchFamily="34" charset="-122"/>
                <a:cs typeface="Consolas" pitchFamily="34" charset="-120"/>
              </a:rPr>
              <a:t>    </a:t>
            </a:r>
            <a:pPr indent="0" marL="0">
              <a:buNone/>
            </a:pPr>
            <a:r>
              <a:rPr lang="en-US" sz="1696" dirty="0">
                <a:solidFill>
                  <a:srgbClr val="CF222E"/>
                </a:solidFill>
                <a:latin typeface="Consolas" pitchFamily="34" charset="0"/>
                <a:ea typeface="Consolas" pitchFamily="34" charset="-122"/>
                <a:cs typeface="Consolas" pitchFamily="34" charset="-120"/>
              </a:rPr>
              <a:t>if</a:t>
            </a:r>
            <a:pPr indent="0" marL="0">
              <a:buNone/>
            </a:pPr>
            <a:r>
              <a:rPr lang="en-US" sz="1696" dirty="0">
                <a:solidFill>
                  <a:srgbClr val="1F2328"/>
                </a:solidFill>
                <a:latin typeface="Consolas" pitchFamily="34" charset="0"/>
                <a:ea typeface="Consolas" pitchFamily="34" charset="-122"/>
                <a:cs typeface="Consolas" pitchFamily="34" charset="-120"/>
              </a:rPr>
              <a:t> (</a:t>
            </a:r>
            <a:pPr indent="0" marL="0">
              <a:buNone/>
            </a:pPr>
            <a:r>
              <a:rPr lang="en-US" sz="1696" dirty="0">
                <a:solidFill>
                  <a:srgbClr val="0550AE"/>
                </a:solidFill>
                <a:latin typeface="Consolas" pitchFamily="34" charset="0"/>
                <a:ea typeface="Consolas" pitchFamily="34" charset="-122"/>
                <a:cs typeface="Consolas" pitchFamily="34" charset="-120"/>
              </a:rPr>
              <a:t>this</a:t>
            </a:r>
            <a:pPr indent="0" marL="0">
              <a:buNone/>
            </a:pPr>
            <a:r>
              <a:rPr lang="en-US" sz="1696" dirty="0">
                <a:solidFill>
                  <a:srgbClr val="1F2328"/>
                </a:solidFill>
                <a:latin typeface="Consolas" pitchFamily="34" charset="0"/>
                <a:ea typeface="Consolas" pitchFamily="34" charset="-122"/>
                <a:cs typeface="Consolas" pitchFamily="34" charset="-120"/>
              </a:rPr>
              <a:t>.</a:t>
            </a:r>
            <a:pPr indent="0" marL="0">
              <a:buNone/>
            </a:pPr>
            <a:r>
              <a:rPr lang="en-US" sz="1696" dirty="0">
                <a:solidFill>
                  <a:srgbClr val="1F2328"/>
                </a:solidFill>
                <a:latin typeface="Consolas" pitchFamily="34" charset="0"/>
                <a:ea typeface="Consolas" pitchFamily="34" charset="-122"/>
                <a:cs typeface="Consolas" pitchFamily="34" charset="-120"/>
              </a:rPr>
              <a:t>name</a:t>
            </a:r>
            <a:pPr indent="0" marL="0">
              <a:buNone/>
            </a:pPr>
            <a:r>
              <a:rPr lang="en-US" sz="1696" dirty="0">
                <a:solidFill>
                  <a:srgbClr val="1F2328"/>
                </a:solidFill>
                <a:latin typeface="Consolas" pitchFamily="34" charset="0"/>
                <a:ea typeface="Consolas" pitchFamily="34" charset="-122"/>
                <a:cs typeface="Consolas" pitchFamily="34" charset="-120"/>
              </a:rPr>
              <a:t>) {</a:t>
            </a:r>
            <a:pPr indent="0" marL="0">
              <a:buNone/>
            </a:pPr>
            <a:endParaRPr lang="en-US" sz="1696" dirty="0"/>
          </a:p>
          <a:p>
            <a:pPr indent="0" marL="0">
              <a:buNone/>
            </a:pPr>
            <a:r>
              <a:rPr lang="en-US" sz="1696" dirty="0">
                <a:solidFill>
                  <a:srgbClr val="1F2328"/>
                </a:solidFill>
                <a:latin typeface="Consolas" pitchFamily="34" charset="0"/>
                <a:ea typeface="Consolas" pitchFamily="34" charset="-122"/>
                <a:cs typeface="Consolas" pitchFamily="34" charset="-120"/>
              </a:rPr>
              <a:t>      </a:t>
            </a:r>
            <a:pPr indent="0" marL="0">
              <a:buNone/>
            </a:pPr>
            <a:r>
              <a:rPr lang="en-US" sz="1696" dirty="0">
                <a:solidFill>
                  <a:srgbClr val="CF222E"/>
                </a:solidFill>
                <a:latin typeface="Consolas" pitchFamily="34" charset="0"/>
                <a:ea typeface="Consolas" pitchFamily="34" charset="-122"/>
                <a:cs typeface="Consolas" pitchFamily="34" charset="-120"/>
              </a:rPr>
              <a:t>return</a:t>
            </a:r>
            <a:pPr indent="0" marL="0">
              <a:buNone/>
            </a:pPr>
            <a:r>
              <a:rPr lang="en-US" sz="1696" dirty="0">
                <a:solidFill>
                  <a:srgbClr val="1F2328"/>
                </a:solidFill>
                <a:latin typeface="Consolas" pitchFamily="34" charset="0"/>
                <a:ea typeface="Consolas" pitchFamily="34" charset="-122"/>
                <a:cs typeface="Consolas" pitchFamily="34" charset="-120"/>
              </a:rPr>
              <a:t> </a:t>
            </a:r>
            <a:pPr indent="0" marL="0">
              <a:buNone/>
            </a:pPr>
            <a:r>
              <a:rPr lang="en-US" sz="1696" dirty="0">
                <a:solidFill>
                  <a:srgbClr val="0A3069"/>
                </a:solidFill>
                <a:latin typeface="Consolas" pitchFamily="34" charset="0"/>
                <a:ea typeface="Consolas" pitchFamily="34" charset="-122"/>
                <a:cs typeface="Consolas" pitchFamily="34" charset="-120"/>
              </a:rPr>
              <a:t>`Hello </a:t>
            </a:r>
            <a:pPr indent="0" marL="0">
              <a:buNone/>
            </a:pPr>
            <a:r>
              <a:rPr lang="en-US" sz="1696" dirty="0">
                <a:solidFill>
                  <a:srgbClr val="1F2328"/>
                </a:solidFill>
                <a:latin typeface="Consolas" pitchFamily="34" charset="0"/>
                <a:ea typeface="Consolas" pitchFamily="34" charset="-122"/>
                <a:cs typeface="Consolas" pitchFamily="34" charset="-120"/>
              </a:rPr>
              <a:t>${</a:t>
            </a:r>
            <a:pPr indent="0" marL="0">
              <a:buNone/>
            </a:pPr>
            <a:r>
              <a:rPr lang="en-US" sz="1696" dirty="0">
                <a:solidFill>
                  <a:srgbClr val="0550AE"/>
                </a:solidFill>
                <a:latin typeface="Consolas" pitchFamily="34" charset="0"/>
                <a:ea typeface="Consolas" pitchFamily="34" charset="-122"/>
                <a:cs typeface="Consolas" pitchFamily="34" charset="-120"/>
              </a:rPr>
              <a:t>this</a:t>
            </a:r>
            <a:pPr indent="0" marL="0">
              <a:buNone/>
            </a:pPr>
            <a:r>
              <a:rPr lang="en-US" sz="1696" dirty="0">
                <a:solidFill>
                  <a:srgbClr val="1F2328"/>
                </a:solidFill>
                <a:latin typeface="Consolas" pitchFamily="34" charset="0"/>
                <a:ea typeface="Consolas" pitchFamily="34" charset="-122"/>
                <a:cs typeface="Consolas" pitchFamily="34" charset="-120"/>
              </a:rPr>
              <a:t>.name}</a:t>
            </a:r>
            <a:pPr indent="0" marL="0">
              <a:buNone/>
            </a:pPr>
            <a:r>
              <a:rPr lang="en-US" sz="1696" dirty="0">
                <a:solidFill>
                  <a:srgbClr val="0A3069"/>
                </a:solidFill>
                <a:latin typeface="Consolas" pitchFamily="34" charset="0"/>
                <a:ea typeface="Consolas" pitchFamily="34" charset="-122"/>
                <a:cs typeface="Consolas" pitchFamily="34" charset="-120"/>
              </a:rPr>
              <a:t>`</a:t>
            </a:r>
            <a:pPr indent="0" marL="0">
              <a:buNone/>
            </a:pPr>
            <a:endParaRPr lang="en-US" sz="1696" dirty="0"/>
          </a:p>
          <a:p>
            <a:pPr indent="0" marL="0">
              <a:buNone/>
            </a:pPr>
            <a:r>
              <a:rPr lang="en-US" sz="1696" dirty="0">
                <a:solidFill>
                  <a:srgbClr val="1F2328"/>
                </a:solidFill>
                <a:latin typeface="Consolas" pitchFamily="34" charset="0"/>
                <a:ea typeface="Consolas" pitchFamily="34" charset="-122"/>
                <a:cs typeface="Consolas" pitchFamily="34" charset="-120"/>
              </a:rPr>
              <a:t>    }</a:t>
            </a:r>
            <a:pPr indent="0" marL="0">
              <a:buNone/>
            </a:pPr>
            <a:endParaRPr lang="en-US" sz="1696" dirty="0"/>
          </a:p>
          <a:p>
            <a:pPr indent="0" marL="0">
              <a:buNone/>
            </a:pPr>
            <a:r>
              <a:rPr lang="en-US" sz="1696" dirty="0">
                <a:solidFill>
                  <a:srgbClr val="1F2328"/>
                </a:solidFill>
                <a:latin typeface="Consolas" pitchFamily="34" charset="0"/>
                <a:ea typeface="Consolas" pitchFamily="34" charset="-122"/>
                <a:cs typeface="Consolas" pitchFamily="34" charset="-120"/>
              </a:rPr>
              <a:t>    </a:t>
            </a:r>
            <a:pPr indent="0" marL="0">
              <a:buNone/>
            </a:pPr>
            <a:r>
              <a:rPr lang="en-US" sz="1696" dirty="0">
                <a:solidFill>
                  <a:srgbClr val="CF222E"/>
                </a:solidFill>
                <a:latin typeface="Consolas" pitchFamily="34" charset="0"/>
                <a:ea typeface="Consolas" pitchFamily="34" charset="-122"/>
                <a:cs typeface="Consolas" pitchFamily="34" charset="-120"/>
              </a:rPr>
              <a:t>return</a:t>
            </a:r>
            <a:pPr indent="0" marL="0">
              <a:buNone/>
            </a:pPr>
            <a:r>
              <a:rPr lang="en-US" sz="1696" dirty="0">
                <a:solidFill>
                  <a:srgbClr val="1F2328"/>
                </a:solidFill>
                <a:latin typeface="Consolas" pitchFamily="34" charset="0"/>
                <a:ea typeface="Consolas" pitchFamily="34" charset="-122"/>
                <a:cs typeface="Consolas" pitchFamily="34" charset="-120"/>
              </a:rPr>
              <a:t> </a:t>
            </a:r>
            <a:pPr indent="0" marL="0">
              <a:buNone/>
            </a:pPr>
            <a:r>
              <a:rPr lang="en-US" sz="1696" dirty="0">
                <a:solidFill>
                  <a:srgbClr val="0A3069"/>
                </a:solidFill>
                <a:latin typeface="Consolas" pitchFamily="34" charset="0"/>
                <a:ea typeface="Consolas" pitchFamily="34" charset="-122"/>
                <a:cs typeface="Consolas" pitchFamily="34" charset="-120"/>
              </a:rPr>
              <a:t>'Hello'</a:t>
            </a:r>
            <a:pPr indent="0" marL="0">
              <a:buNone/>
            </a:pPr>
            <a:endParaRPr lang="en-US" sz="1696" dirty="0"/>
          </a:p>
          <a:p>
            <a:pPr indent="0" marL="0">
              <a:buNone/>
            </a:pPr>
            <a:r>
              <a:rPr lang="en-US" sz="1696" dirty="0">
                <a:solidFill>
                  <a:srgbClr val="1F2328"/>
                </a:solidFill>
                <a:latin typeface="Consolas" pitchFamily="34" charset="0"/>
                <a:ea typeface="Consolas" pitchFamily="34" charset="-122"/>
                <a:cs typeface="Consolas" pitchFamily="34" charset="-120"/>
              </a:rPr>
              <a:t>  }</a:t>
            </a:r>
            <a:pPr indent="0" marL="0">
              <a:buNone/>
            </a:pPr>
            <a:endParaRPr lang="en-US" sz="1696" dirty="0"/>
          </a:p>
          <a:p>
            <a:pPr indent="0" marL="0">
              <a:buNone/>
            </a:pPr>
            <a:r>
              <a:rPr lang="en-US" sz="1696" dirty="0">
                <a:solidFill>
                  <a:srgbClr val="1F2328"/>
                </a:solidFill>
                <a:latin typeface="Consolas" pitchFamily="34" charset="0"/>
                <a:ea typeface="Consolas" pitchFamily="34" charset="-122"/>
                <a:cs typeface="Consolas" pitchFamily="34" charset="-120"/>
              </a:rPr>
              <a:t>}</a:t>
            </a:r>
            <a:pPr indent="0" marL="0">
              <a:buNone/>
            </a:pPr>
            <a:endParaRPr lang="en-US" sz="1696"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221379"/>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87b: Long code block overflow (ADR-45 regression)</a:t>
            </a:r>
            <a:endParaRPr lang="en-US" sz="3480" dirty="0"/>
          </a:p>
        </p:txBody>
      </p:sp>
      <p:sp>
        <p:nvSpPr>
          <p:cNvPr id="3" name="Text 1"/>
          <p:cNvSpPr/>
          <p:nvPr/>
        </p:nvSpPr>
        <p:spPr>
          <a:xfrm>
            <a:off x="747713" y="3666381"/>
            <a:ext cx="10696575" cy="914995"/>
          </a:xfrm>
          <a:prstGeom prst="rect">
            <a:avLst/>
          </a:prstGeom>
          <a:solidFill>
            <a:srgbClr val="F6F8FA"/>
          </a:solidFill>
          <a:ln/>
        </p:spPr>
        <p:txBody>
          <a:bodyPr wrap="none" lIns="0" tIns="0" rIns="0" bIns="0" rtlCol="0" anchor="t"/>
          <a:lstStyle/>
          <a:p>
            <a:pPr indent="0" marL="0">
              <a:buNone/>
            </a:pPr>
            <a:r>
              <a:rPr lang="en-US" sz="1044" dirty="0">
                <a:solidFill>
                  <a:srgbClr val="59636E"/>
                </a:solidFill>
                <a:latin typeface="Consolas" pitchFamily="34" charset="0"/>
                <a:ea typeface="Consolas" pitchFamily="34" charset="-122"/>
                <a:cs typeface="Consolas" pitchFamily="34" charset="-120"/>
              </a:rPr>
              <a:t>// Alpha beta gamma delta epsilon zeta eta theta iota kappa lambda mu nu xi omicron pi rho sigma</a:t>
            </a:r>
            <a:pPr indent="0" marL="0">
              <a:buNone/>
            </a:pPr>
            <a:endParaRPr lang="en-US" sz="1044" dirty="0"/>
          </a:p>
          <a:p>
            <a:pPr indent="0" marL="0">
              <a:buNone/>
            </a:pPr>
            <a:r>
              <a:rPr lang="en-US" sz="1044" dirty="0">
                <a:solidFill>
                  <a:srgbClr val="CF222E"/>
                </a:solidFill>
                <a:latin typeface="Consolas" pitchFamily="34" charset="0"/>
                <a:ea typeface="Consolas" pitchFamily="34" charset="-122"/>
                <a:cs typeface="Consolas" pitchFamily="34" charset="-120"/>
              </a:rPr>
              <a:t>const</a:t>
            </a:r>
            <a:pPr indent="0" marL="0">
              <a:buNone/>
            </a:pPr>
            <a:r>
              <a:rPr lang="en-US" sz="1044" dirty="0">
                <a:solidFill>
                  <a:srgbClr val="1F2328"/>
                </a:solidFill>
                <a:latin typeface="Consolas" pitchFamily="34" charset="0"/>
                <a:ea typeface="Consolas" pitchFamily="34" charset="-122"/>
                <a:cs typeface="Consolas" pitchFamily="34" charset="-120"/>
              </a:rPr>
              <a:t> alphaResult = </a:t>
            </a:r>
            <a:pPr indent="0" marL="0">
              <a:buNone/>
            </a:pPr>
            <a:r>
              <a:rPr lang="en-US" sz="1044" dirty="0">
                <a:solidFill>
                  <a:srgbClr val="6639BA"/>
                </a:solidFill>
                <a:latin typeface="Consolas" pitchFamily="34" charset="0"/>
                <a:ea typeface="Consolas" pitchFamily="34" charset="-122"/>
                <a:cs typeface="Consolas" pitchFamily="34" charset="-120"/>
              </a:rPr>
              <a:t>calculateAlphaBetaGammaDeltaEpsilon</a:t>
            </a:r>
            <a:pPr indent="0" marL="0">
              <a:buNone/>
            </a:pPr>
            <a:r>
              <a:rPr lang="en-US" sz="1044" dirty="0">
                <a:solidFill>
                  <a:srgbClr val="1F2328"/>
                </a:solidFill>
                <a:latin typeface="Consolas" pitchFamily="34" charset="0"/>
                <a:ea typeface="Consolas" pitchFamily="34" charset="-122"/>
                <a:cs typeface="Consolas" pitchFamily="34" charset="-120"/>
              </a:rPr>
              <a:t>(paramAlpha, paramBeta, paramGamma, paramDelta)</a:t>
            </a:r>
            <a:pPr indent="0" marL="0">
              <a:buNone/>
            </a:pPr>
            <a:endParaRPr lang="en-US" sz="1044" dirty="0"/>
          </a:p>
          <a:p>
            <a:pPr indent="0" marL="0">
              <a:buNone/>
            </a:pPr>
            <a:r>
              <a:rPr lang="en-US" sz="1044" dirty="0">
                <a:solidFill>
                  <a:srgbClr val="CF222E"/>
                </a:solidFill>
                <a:latin typeface="Consolas" pitchFamily="34" charset="0"/>
                <a:ea typeface="Consolas" pitchFamily="34" charset="-122"/>
                <a:cs typeface="Consolas" pitchFamily="34" charset="-120"/>
              </a:rPr>
              <a:t>const</a:t>
            </a:r>
            <a:pPr indent="0" marL="0">
              <a:buNone/>
            </a:pPr>
            <a:r>
              <a:rPr lang="en-US" sz="1044" dirty="0">
                <a:solidFill>
                  <a:srgbClr val="1F2328"/>
                </a:solidFill>
                <a:latin typeface="Consolas" pitchFamily="34" charset="0"/>
                <a:ea typeface="Consolas" pitchFamily="34" charset="-122"/>
                <a:cs typeface="Consolas" pitchFamily="34" charset="-120"/>
              </a:rPr>
              <a:t> betaResult = </a:t>
            </a:r>
            <a:pPr indent="0" marL="0">
              <a:buNone/>
            </a:pPr>
            <a:r>
              <a:rPr lang="en-US" sz="1044" dirty="0">
                <a:solidFill>
                  <a:srgbClr val="6639BA"/>
                </a:solidFill>
                <a:latin typeface="Consolas" pitchFamily="34" charset="0"/>
                <a:ea typeface="Consolas" pitchFamily="34" charset="-122"/>
                <a:cs typeface="Consolas" pitchFamily="34" charset="-120"/>
              </a:rPr>
              <a:t>transformBetaGammaDeltaEpsilonZeta</a:t>
            </a:r>
            <a:pPr indent="0" marL="0">
              <a:buNone/>
            </a:pPr>
            <a:r>
              <a:rPr lang="en-US" sz="1044" dirty="0">
                <a:solidFill>
                  <a:srgbClr val="1F2328"/>
                </a:solidFill>
                <a:latin typeface="Consolas" pitchFamily="34" charset="0"/>
                <a:ea typeface="Consolas" pitchFamily="34" charset="-122"/>
                <a:cs typeface="Consolas" pitchFamily="34" charset="-120"/>
              </a:rPr>
              <a:t>(inputAlpha, inputBeta, inputGamma, inputDelta)</a:t>
            </a:r>
            <a:pPr indent="0" marL="0">
              <a:buNone/>
            </a:pPr>
            <a:endParaRPr lang="en-US" sz="1044"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090583"/>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88: Nested list with circle markers (ADR-45 regression)</a:t>
            </a:r>
            <a:endParaRPr lang="en-US" sz="3480" dirty="0"/>
          </a:p>
        </p:txBody>
      </p:sp>
      <p:sp>
        <p:nvSpPr>
          <p:cNvPr id="3" name="Text 1"/>
          <p:cNvSpPr/>
          <p:nvPr/>
        </p:nvSpPr>
        <p:spPr>
          <a:xfrm>
            <a:off x="747713" y="2466529"/>
            <a:ext cx="10696575" cy="3245644"/>
          </a:xfrm>
          <a:prstGeom prst="rect">
            <a:avLst/>
          </a:prstGeom>
          <a:noFill/>
          <a:ln/>
        </p:spPr>
        <p:txBody>
          <a:bodyPr wrap="square" lIns="0" tIns="0" rIns="0" bIns="0" rtlCol="0" anchor="t"/>
          <a:lstStyle/>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Label-A: Alpha beta gamma</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Cat-A: val-1</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Cat-B: val-2</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Cat-C: val-3</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Label-B: Delta epsilon zeta</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Cat-D: val-4</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Cat-E: val-5</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304895"/>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89: Bullet items with code blocks interleaved (ADR-45 regression)</a:t>
            </a:r>
            <a:endParaRPr lang="en-US" sz="3480" dirty="0"/>
          </a:p>
        </p:txBody>
      </p:sp>
      <p:sp>
        <p:nvSpPr>
          <p:cNvPr id="3" name="Text 1"/>
          <p:cNvSpPr/>
          <p:nvPr/>
        </p:nvSpPr>
        <p:spPr>
          <a:xfrm>
            <a:off x="747713" y="2680841"/>
            <a:ext cx="10696575" cy="483394"/>
          </a:xfrm>
          <a:prstGeom prst="rect">
            <a:avLst/>
          </a:prstGeom>
          <a:noFill/>
          <a:ln/>
        </p:spPr>
        <p:txBody>
          <a:bodyPr wrap="square" lIns="0" tIns="0" rIns="0" bIns="0" rtlCol="0" anchor="t"/>
          <a:lstStyle/>
          <a:p>
            <a:pPr algn="l" marL="342900" indent="-342900">
              <a:lnSpc>
                <a:spcPct val="130000"/>
              </a:lnSpc>
              <a:buSzPct val="100000"/>
              <a:buChar char="•"/>
            </a:pPr>
            <a:r>
              <a:rPr lang="en-US" sz="2175" b="1" dirty="0">
                <a:solidFill>
                  <a:srgbClr val="1F2328"/>
                </a:solidFill>
                <a:latin typeface="Segoe UI" pitchFamily="34" charset="0"/>
                <a:ea typeface="Segoe UI" pitchFamily="34" charset="-122"/>
                <a:cs typeface="Segoe UI" pitchFamily="34" charset="-120"/>
              </a:rPr>
              <a:t>Label-A</a:t>
            </a:r>
            <a:pPr algn="l" marL="342900" indent="-342900">
              <a:lnSpc>
                <a:spcPct val="130000"/>
              </a:lnSpc>
              <a:buSzPct val="100000"/>
              <a:buChar char="•"/>
            </a:pPr>
            <a:r>
              <a:rPr lang="en-US" sz="2175" dirty="0">
                <a:solidFill>
                  <a:srgbClr val="1F2328"/>
                </a:solidFill>
                <a:latin typeface="Segoe UI" pitchFamily="34" charset="0"/>
                <a:ea typeface="Segoe UI" pitchFamily="34" charset="-122"/>
                <a:cs typeface="Segoe UI" pitchFamily="34" charset="-120"/>
              </a:rPr>
              <a:t>: Alpha beta gamma</a:t>
            </a:r>
            <a:endParaRPr lang="en-US" sz="2175" dirty="0"/>
          </a:p>
        </p:txBody>
      </p:sp>
      <p:sp>
        <p:nvSpPr>
          <p:cNvPr id="4" name="Text 2"/>
          <p:cNvSpPr/>
          <p:nvPr/>
        </p:nvSpPr>
        <p:spPr>
          <a:xfrm>
            <a:off x="1300163" y="3164235"/>
            <a:ext cx="10144125" cy="600075"/>
          </a:xfrm>
          <a:prstGeom prst="rect">
            <a:avLst/>
          </a:prstGeom>
          <a:solidFill>
            <a:srgbClr val="F6F8FA"/>
          </a:solidFill>
          <a:ln/>
        </p:spPr>
        <p:txBody>
          <a:bodyPr wrap="none" lIns="0" tIns="0" rIns="0" bIns="0" rtlCol="0" anchor="t"/>
          <a:lstStyle/>
          <a:p>
            <a:pPr indent="0" marL="0">
              <a:buNone/>
            </a:pPr>
            <a:r>
              <a:rPr lang="en-US" sz="1011" dirty="0">
                <a:solidFill>
                  <a:srgbClr val="1F2328"/>
                </a:solidFill>
                <a:latin typeface="Consolas" pitchFamily="34" charset="0"/>
                <a:ea typeface="Consolas" pitchFamily="34" charset="-122"/>
                <a:cs typeface="Consolas" pitchFamily="34" charset="-120"/>
              </a:rPr>
              <a:t>.cat { color: blue; }</a:t>
            </a:r>
            <a:pPr indent="0" marL="0">
              <a:buNone/>
            </a:pPr>
            <a:endParaRPr lang="en-US" sz="1011" dirty="0"/>
          </a:p>
        </p:txBody>
      </p:sp>
      <p:sp>
        <p:nvSpPr>
          <p:cNvPr id="5" name="Text 3"/>
          <p:cNvSpPr/>
          <p:nvPr/>
        </p:nvSpPr>
        <p:spPr>
          <a:xfrm>
            <a:off x="747713" y="3847654"/>
            <a:ext cx="10696575" cy="483394"/>
          </a:xfrm>
          <a:prstGeom prst="rect">
            <a:avLst/>
          </a:prstGeom>
          <a:noFill/>
          <a:ln/>
        </p:spPr>
        <p:txBody>
          <a:bodyPr wrap="square" lIns="0" tIns="0" rIns="0" bIns="0" rtlCol="0" anchor="t"/>
          <a:lstStyle/>
          <a:p>
            <a:pPr algn="l" marL="342900" indent="-342900">
              <a:lnSpc>
                <a:spcPct val="130000"/>
              </a:lnSpc>
              <a:buSzPct val="100000"/>
              <a:buChar char="•"/>
            </a:pPr>
            <a:r>
              <a:rPr lang="en-US" sz="2175" b="1" dirty="0">
                <a:solidFill>
                  <a:srgbClr val="1F2328"/>
                </a:solidFill>
                <a:latin typeface="Segoe UI" pitchFamily="34" charset="0"/>
                <a:ea typeface="Segoe UI" pitchFamily="34" charset="-122"/>
                <a:cs typeface="Segoe UI" pitchFamily="34" charset="-120"/>
              </a:rPr>
              <a:t>Label-B</a:t>
            </a:r>
            <a:pPr algn="l" marL="342900" indent="-342900">
              <a:lnSpc>
                <a:spcPct val="130000"/>
              </a:lnSpc>
              <a:buSzPct val="100000"/>
              <a:buChar char="•"/>
            </a:pPr>
            <a:r>
              <a:rPr lang="en-US" sz="2175" dirty="0">
                <a:solidFill>
                  <a:srgbClr val="1F2328"/>
                </a:solidFill>
                <a:latin typeface="Segoe UI" pitchFamily="34" charset="0"/>
                <a:ea typeface="Segoe UI" pitchFamily="34" charset="-122"/>
                <a:cs typeface="Segoe UI" pitchFamily="34" charset="-120"/>
              </a:rPr>
              <a:t>: Delta epsilon zeta</a:t>
            </a:r>
            <a:endParaRPr lang="en-US" sz="2175" dirty="0"/>
          </a:p>
        </p:txBody>
      </p:sp>
      <p:sp>
        <p:nvSpPr>
          <p:cNvPr id="6" name="Text 4"/>
          <p:cNvSpPr/>
          <p:nvPr/>
        </p:nvSpPr>
        <p:spPr>
          <a:xfrm>
            <a:off x="1300163" y="4331047"/>
            <a:ext cx="10144125" cy="600075"/>
          </a:xfrm>
          <a:prstGeom prst="rect">
            <a:avLst/>
          </a:prstGeom>
          <a:solidFill>
            <a:srgbClr val="F6F8FA"/>
          </a:solidFill>
          <a:ln/>
        </p:spPr>
        <p:txBody>
          <a:bodyPr wrap="none" lIns="0" tIns="0" rIns="0" bIns="0" rtlCol="0" anchor="t"/>
          <a:lstStyle/>
          <a:p>
            <a:pPr indent="0" marL="0">
              <a:buNone/>
            </a:pPr>
            <a:r>
              <a:rPr lang="en-US" sz="1011" dirty="0">
                <a:solidFill>
                  <a:srgbClr val="1F2328"/>
                </a:solidFill>
                <a:latin typeface="Consolas" pitchFamily="34" charset="0"/>
                <a:ea typeface="Consolas" pitchFamily="34" charset="-122"/>
                <a:cs typeface="Consolas" pitchFamily="34" charset="-120"/>
              </a:rPr>
              <a:t>.legacy-item { ... }</a:t>
            </a:r>
            <a:pPr indent="0" marL="0">
              <a:buNone/>
            </a:pPr>
            <a:endParaRPr lang="en-US" sz="1011" dirty="0"/>
          </a:p>
        </p:txBody>
      </p:sp>
      <p:sp>
        <p:nvSpPr>
          <p:cNvPr id="7" name="Text 5"/>
          <p:cNvSpPr/>
          <p:nvPr/>
        </p:nvSpPr>
        <p:spPr>
          <a:xfrm>
            <a:off x="747713" y="5014466"/>
            <a:ext cx="10696575" cy="483394"/>
          </a:xfrm>
          <a:prstGeom prst="rect">
            <a:avLst/>
          </a:prstGeom>
          <a:noFill/>
          <a:ln/>
        </p:spPr>
        <p:txBody>
          <a:bodyPr wrap="square" lIns="0" tIns="0" rIns="0" bIns="0" rtlCol="0" anchor="t"/>
          <a:lstStyle/>
          <a:p>
            <a:pPr algn="l" marL="342900" indent="-342900">
              <a:lnSpc>
                <a:spcPct val="130000"/>
              </a:lnSpc>
              <a:buSzPct val="100000"/>
              <a:buChar char="•"/>
            </a:pPr>
            <a:r>
              <a:rPr lang="en-US" sz="2175" b="1" dirty="0">
                <a:solidFill>
                  <a:srgbClr val="1F2328"/>
                </a:solidFill>
                <a:latin typeface="Segoe UI" pitchFamily="34" charset="0"/>
                <a:ea typeface="Segoe UI" pitchFamily="34" charset="-122"/>
                <a:cs typeface="Segoe UI" pitchFamily="34" charset="-120"/>
              </a:rPr>
              <a:t>Label-C</a:t>
            </a:r>
            <a:pPr algn="l" marL="342900" indent="-342900">
              <a:lnSpc>
                <a:spcPct val="130000"/>
              </a:lnSpc>
              <a:buSzPct val="100000"/>
              <a:buChar char="•"/>
            </a:pPr>
            <a:r>
              <a:rPr lang="en-US" sz="2175" dirty="0">
                <a:solidFill>
                  <a:srgbClr val="1F2328"/>
                </a:solidFill>
                <a:latin typeface="Segoe UI" pitchFamily="34" charset="0"/>
                <a:ea typeface="Segoe UI" pitchFamily="34" charset="-122"/>
                <a:cs typeface="Segoe UI" pitchFamily="34" charset="-120"/>
              </a:rPr>
              <a:t>: Eta theta iota</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692468"/>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90: Large code block font size fidelity (ADR-46)</a:t>
            </a:r>
            <a:endParaRPr lang="en-US" sz="3480" dirty="0"/>
          </a:p>
        </p:txBody>
      </p:sp>
      <p:sp>
        <p:nvSpPr>
          <p:cNvPr id="3" name="Text 1"/>
          <p:cNvSpPr/>
          <p:nvPr/>
        </p:nvSpPr>
        <p:spPr>
          <a:xfrm>
            <a:off x="747713" y="2137470"/>
            <a:ext cx="10696575" cy="4720530"/>
          </a:xfrm>
          <a:prstGeom prst="rect">
            <a:avLst/>
          </a:prstGeom>
          <a:solidFill>
            <a:srgbClr val="F6F8FA"/>
          </a:solidFill>
          <a:ln/>
        </p:spPr>
        <p:txBody>
          <a:bodyPr wrap="none" lIns="0" tIns="0" rIns="0" bIns="0" rtlCol="0" anchor="t"/>
          <a:lstStyle/>
          <a:p>
            <a:pPr indent="0" marL="0">
              <a:buNone/>
            </a:pPr>
            <a:r>
              <a:rPr lang="en-US" sz="1239" dirty="0">
                <a:solidFill>
                  <a:srgbClr val="59636E"/>
                </a:solidFill>
                <a:latin typeface="Consolas" pitchFamily="34" charset="0"/>
                <a:ea typeface="Consolas" pitchFamily="34" charset="-122"/>
                <a:cs typeface="Consolas" pitchFamily="34" charset="-120"/>
              </a:rPr>
              <a:t>// Generic service class with multiple indentation levels</a:t>
            </a:r>
            <a:pPr indent="0" marL="0">
              <a:buNone/>
            </a:pPr>
            <a:endParaRPr lang="en-US" sz="1239" dirty="0"/>
          </a:p>
          <a:p>
            <a:pPr indent="0" marL="0">
              <a:buNone/>
            </a:pPr>
            <a:r>
              <a:rPr lang="en-US" sz="1239" dirty="0">
                <a:solidFill>
                  <a:srgbClr val="CF222E"/>
                </a:solidFill>
                <a:latin typeface="Consolas" pitchFamily="34" charset="0"/>
                <a:ea typeface="Consolas" pitchFamily="34" charset="-122"/>
                <a:cs typeface="Consolas" pitchFamily="34" charset="-120"/>
              </a:rPr>
              <a:t>class</a:t>
            </a:r>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6639BA"/>
                </a:solidFill>
                <a:latin typeface="Consolas" pitchFamily="34" charset="0"/>
                <a:ea typeface="Consolas" pitchFamily="34" charset="-122"/>
                <a:cs typeface="Consolas" pitchFamily="34" charset="-120"/>
              </a:rPr>
              <a:t>BookingService</a:t>
            </a:r>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endParaRPr lang="en-US" sz="1239" dirty="0"/>
          </a:p>
          <a:p>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59636E"/>
                </a:solidFill>
                <a:latin typeface="Consolas" pitchFamily="34" charset="0"/>
                <a:ea typeface="Consolas" pitchFamily="34" charset="-122"/>
                <a:cs typeface="Consolas" pitchFamily="34" charset="-120"/>
              </a:rPr>
              <a:t>// Dependencies injected for testability</a:t>
            </a:r>
            <a:pPr indent="0" marL="0">
              <a:buNone/>
            </a:pPr>
            <a:endParaRPr lang="en-US" sz="1239" dirty="0"/>
          </a:p>
          <a:p>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6639BA"/>
                </a:solidFill>
                <a:latin typeface="Consolas" pitchFamily="34" charset="0"/>
                <a:ea typeface="Consolas" pitchFamily="34" charset="-122"/>
                <a:cs typeface="Consolas" pitchFamily="34" charset="-120"/>
              </a:rPr>
              <a:t>constructor</a:t>
            </a:r>
            <a:pPr indent="0" marL="0">
              <a:buNone/>
            </a:pPr>
            <a:r>
              <a:rPr lang="en-US" sz="1239" dirty="0">
                <a:solidFill>
                  <a:srgbClr val="1F2328"/>
                </a:solidFill>
                <a:latin typeface="Consolas" pitchFamily="34" charset="0"/>
                <a:ea typeface="Consolas" pitchFamily="34" charset="-122"/>
                <a:cs typeface="Consolas" pitchFamily="34" charset="-120"/>
              </a:rPr>
              <a:t>(</a:t>
            </a:r>
            <a:pPr indent="0" marL="0">
              <a:buNone/>
            </a:pPr>
            <a:r>
              <a:rPr lang="en-US" sz="1239" dirty="0">
                <a:solidFill>
                  <a:srgbClr val="CF222E"/>
                </a:solidFill>
                <a:latin typeface="Consolas" pitchFamily="34" charset="0"/>
                <a:ea typeface="Consolas" pitchFamily="34" charset="-122"/>
                <a:cs typeface="Consolas" pitchFamily="34" charset="-120"/>
              </a:rPr>
              <a:t>private</a:t>
            </a:r>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0550AE"/>
                </a:solidFill>
                <a:latin typeface="Consolas" pitchFamily="34" charset="0"/>
                <a:ea typeface="Consolas" pitchFamily="34" charset="-122"/>
                <a:cs typeface="Consolas" pitchFamily="34" charset="-120"/>
              </a:rPr>
              <a:t>repository</a:t>
            </a:r>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6639BA"/>
                </a:solidFill>
                <a:latin typeface="Consolas" pitchFamily="34" charset="0"/>
                <a:ea typeface="Consolas" pitchFamily="34" charset="-122"/>
                <a:cs typeface="Consolas" pitchFamily="34" charset="-120"/>
              </a:rPr>
              <a:t>ItemRepository</a:t>
            </a:r>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endParaRPr lang="en-US" sz="1239" dirty="0"/>
          </a:p>
          <a:p>
            <a:pPr indent="0" marL="0">
              <a:buNone/>
            </a:pPr>
            <a:endParaRPr lang="en-US" sz="1239" dirty="0"/>
          </a:p>
          <a:p>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59636E"/>
                </a:solidFill>
                <a:latin typeface="Consolas" pitchFamily="34" charset="0"/>
                <a:ea typeface="Consolas" pitchFamily="34" charset="-122"/>
                <a:cs typeface="Consolas" pitchFamily="34" charset="-120"/>
              </a:rPr>
              <a:t>// Business logic encapsulated in a method</a:t>
            </a:r>
            <a:pPr indent="0" marL="0">
              <a:buNone/>
            </a:pPr>
            <a:endParaRPr lang="en-US" sz="1239" dirty="0"/>
          </a:p>
          <a:p>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CF222E"/>
                </a:solidFill>
                <a:latin typeface="Consolas" pitchFamily="34" charset="0"/>
                <a:ea typeface="Consolas" pitchFamily="34" charset="-122"/>
                <a:cs typeface="Consolas" pitchFamily="34" charset="-120"/>
              </a:rPr>
              <a:t>public</a:t>
            </a:r>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6639BA"/>
                </a:solidFill>
                <a:latin typeface="Consolas" pitchFamily="34" charset="0"/>
                <a:ea typeface="Consolas" pitchFamily="34" charset="-122"/>
                <a:cs typeface="Consolas" pitchFamily="34" charset="-120"/>
              </a:rPr>
              <a:t>reserve</a:t>
            </a:r>
            <a:pPr indent="0" marL="0">
              <a:buNone/>
            </a:pPr>
            <a:r>
              <a:rPr lang="en-US" sz="1239" dirty="0">
                <a:solidFill>
                  <a:srgbClr val="1F2328"/>
                </a:solidFill>
                <a:latin typeface="Consolas" pitchFamily="34" charset="0"/>
                <a:ea typeface="Consolas" pitchFamily="34" charset="-122"/>
                <a:cs typeface="Consolas" pitchFamily="34" charset="-120"/>
              </a:rPr>
              <a:t>(</a:t>
            </a:r>
            <a:pPr indent="0" marL="0">
              <a:buNone/>
            </a:pPr>
            <a:r>
              <a:rPr lang="en-US" sz="1239" dirty="0">
                <a:solidFill>
                  <a:srgbClr val="0550AE"/>
                </a:solidFill>
                <a:latin typeface="Consolas" pitchFamily="34" charset="0"/>
                <a:ea typeface="Consolas" pitchFamily="34" charset="-122"/>
                <a:cs typeface="Consolas" pitchFamily="34" charset="-120"/>
              </a:rPr>
              <a:t>itemId</a:t>
            </a:r>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953800"/>
                </a:solidFill>
                <a:latin typeface="Consolas" pitchFamily="34" charset="0"/>
                <a:ea typeface="Consolas" pitchFamily="34" charset="-122"/>
                <a:cs typeface="Consolas" pitchFamily="34" charset="-120"/>
              </a:rPr>
              <a:t>string</a:t>
            </a:r>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0550AE"/>
                </a:solidFill>
                <a:latin typeface="Consolas" pitchFamily="34" charset="0"/>
                <a:ea typeface="Consolas" pitchFamily="34" charset="-122"/>
                <a:cs typeface="Consolas" pitchFamily="34" charset="-120"/>
              </a:rPr>
              <a:t>userId</a:t>
            </a:r>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953800"/>
                </a:solidFill>
                <a:latin typeface="Consolas" pitchFamily="34" charset="0"/>
                <a:ea typeface="Consolas" pitchFamily="34" charset="-122"/>
                <a:cs typeface="Consolas" pitchFamily="34" charset="-120"/>
              </a:rPr>
              <a:t>string</a:t>
            </a:r>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6639BA"/>
                </a:solidFill>
                <a:latin typeface="Consolas" pitchFamily="34" charset="0"/>
                <a:ea typeface="Consolas" pitchFamily="34" charset="-122"/>
                <a:cs typeface="Consolas" pitchFamily="34" charset="-120"/>
              </a:rPr>
              <a:t>ReservationStatus</a:t>
            </a:r>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endParaRPr lang="en-US" sz="1239" dirty="0"/>
          </a:p>
          <a:p>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59636E"/>
                </a:solidFill>
                <a:latin typeface="Consolas" pitchFamily="34" charset="0"/>
                <a:ea typeface="Consolas" pitchFamily="34" charset="-122"/>
                <a:cs typeface="Consolas" pitchFamily="34" charset="-120"/>
              </a:rPr>
              <a:t>// Retrieve existing records</a:t>
            </a:r>
            <a:pPr indent="0" marL="0">
              <a:buNone/>
            </a:pPr>
            <a:endParaRPr lang="en-US" sz="1239" dirty="0"/>
          </a:p>
          <a:p>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CF222E"/>
                </a:solidFill>
                <a:latin typeface="Consolas" pitchFamily="34" charset="0"/>
                <a:ea typeface="Consolas" pitchFamily="34" charset="-122"/>
                <a:cs typeface="Consolas" pitchFamily="34" charset="-120"/>
              </a:rPr>
              <a:t>const</a:t>
            </a:r>
            <a:pPr indent="0" marL="0">
              <a:buNone/>
            </a:pPr>
            <a:r>
              <a:rPr lang="en-US" sz="1239" dirty="0">
                <a:solidFill>
                  <a:srgbClr val="1F2328"/>
                </a:solidFill>
                <a:latin typeface="Consolas" pitchFamily="34" charset="0"/>
                <a:ea typeface="Consolas" pitchFamily="34" charset="-122"/>
                <a:cs typeface="Consolas" pitchFamily="34" charset="-120"/>
              </a:rPr>
              <a:t> existing = </a:t>
            </a:r>
            <a:pPr indent="0" marL="0">
              <a:buNone/>
            </a:pPr>
            <a:r>
              <a:rPr lang="en-US" sz="1239" dirty="0">
                <a:solidFill>
                  <a:srgbClr val="0550AE"/>
                </a:solidFill>
                <a:latin typeface="Consolas" pitchFamily="34" charset="0"/>
                <a:ea typeface="Consolas" pitchFamily="34" charset="-122"/>
                <a:cs typeface="Consolas" pitchFamily="34" charset="-120"/>
              </a:rPr>
              <a:t>this</a:t>
            </a:r>
            <a:pPr indent="0" marL="0">
              <a:buNone/>
            </a:pPr>
            <a:r>
              <a:rPr lang="en-US" sz="1239" dirty="0">
                <a:solidFill>
                  <a:srgbClr val="1F2328"/>
                </a:solidFill>
                <a:latin typeface="Consolas" pitchFamily="34" charset="0"/>
                <a:ea typeface="Consolas" pitchFamily="34" charset="-122"/>
                <a:cs typeface="Consolas" pitchFamily="34" charset="-120"/>
              </a:rPr>
              <a:t>.</a:t>
            </a:r>
            <a:pPr indent="0" marL="0">
              <a:buNone/>
            </a:pPr>
            <a:r>
              <a:rPr lang="en-US" sz="1239" dirty="0">
                <a:solidFill>
                  <a:srgbClr val="1F2328"/>
                </a:solidFill>
                <a:latin typeface="Consolas" pitchFamily="34" charset="0"/>
                <a:ea typeface="Consolas" pitchFamily="34" charset="-122"/>
                <a:cs typeface="Consolas" pitchFamily="34" charset="-120"/>
              </a:rPr>
              <a:t>repository</a:t>
            </a:r>
            <a:pPr indent="0" marL="0">
              <a:buNone/>
            </a:pPr>
            <a:r>
              <a:rPr lang="en-US" sz="1239" dirty="0">
                <a:solidFill>
                  <a:srgbClr val="1F2328"/>
                </a:solidFill>
                <a:latin typeface="Consolas" pitchFamily="34" charset="0"/>
                <a:ea typeface="Consolas" pitchFamily="34" charset="-122"/>
                <a:cs typeface="Consolas" pitchFamily="34" charset="-120"/>
              </a:rPr>
              <a:t>.</a:t>
            </a:r>
            <a:pPr indent="0" marL="0">
              <a:buNone/>
            </a:pPr>
            <a:r>
              <a:rPr lang="en-US" sz="1239" dirty="0">
                <a:solidFill>
                  <a:srgbClr val="6639BA"/>
                </a:solidFill>
                <a:latin typeface="Consolas" pitchFamily="34" charset="0"/>
                <a:ea typeface="Consolas" pitchFamily="34" charset="-122"/>
                <a:cs typeface="Consolas" pitchFamily="34" charset="-120"/>
              </a:rPr>
              <a:t>findByItem</a:t>
            </a:r>
            <a:pPr indent="0" marL="0">
              <a:buNone/>
            </a:pPr>
            <a:r>
              <a:rPr lang="en-US" sz="1239" dirty="0">
                <a:solidFill>
                  <a:srgbClr val="1F2328"/>
                </a:solidFill>
                <a:latin typeface="Consolas" pitchFamily="34" charset="0"/>
                <a:ea typeface="Consolas" pitchFamily="34" charset="-122"/>
                <a:cs typeface="Consolas" pitchFamily="34" charset="-120"/>
              </a:rPr>
              <a:t>(itemId);</a:t>
            </a:r>
            <a:pPr indent="0" marL="0">
              <a:buNone/>
            </a:pPr>
            <a:endParaRPr lang="en-US" sz="1239" dirty="0"/>
          </a:p>
          <a:p>
            <a:pPr indent="0" marL="0">
              <a:buNone/>
            </a:pPr>
            <a:endParaRPr lang="en-US" sz="1239" dirty="0"/>
          </a:p>
          <a:p>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59636E"/>
                </a:solidFill>
                <a:latin typeface="Consolas" pitchFamily="34" charset="0"/>
                <a:ea typeface="Consolas" pitchFamily="34" charset="-122"/>
                <a:cs typeface="Consolas" pitchFamily="34" charset="-120"/>
              </a:rPr>
              <a:t>// Rule: duplicate reservations are rejected</a:t>
            </a:r>
            <a:pPr indent="0" marL="0">
              <a:buNone/>
            </a:pPr>
            <a:endParaRPr lang="en-US" sz="1239" dirty="0"/>
          </a:p>
          <a:p>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CF222E"/>
                </a:solidFill>
                <a:latin typeface="Consolas" pitchFamily="34" charset="0"/>
                <a:ea typeface="Consolas" pitchFamily="34" charset="-122"/>
                <a:cs typeface="Consolas" pitchFamily="34" charset="-120"/>
              </a:rPr>
              <a:t>if</a:t>
            </a:r>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0550AE"/>
                </a:solidFill>
                <a:latin typeface="Consolas" pitchFamily="34" charset="0"/>
                <a:ea typeface="Consolas" pitchFamily="34" charset="-122"/>
                <a:cs typeface="Consolas" pitchFamily="34" charset="-120"/>
              </a:rPr>
              <a:t>this</a:t>
            </a:r>
            <a:pPr indent="0" marL="0">
              <a:buNone/>
            </a:pPr>
            <a:r>
              <a:rPr lang="en-US" sz="1239" dirty="0">
                <a:solidFill>
                  <a:srgbClr val="1F2328"/>
                </a:solidFill>
                <a:latin typeface="Consolas" pitchFamily="34" charset="0"/>
                <a:ea typeface="Consolas" pitchFamily="34" charset="-122"/>
                <a:cs typeface="Consolas" pitchFamily="34" charset="-120"/>
              </a:rPr>
              <a:t>.</a:t>
            </a:r>
            <a:pPr indent="0" marL="0">
              <a:buNone/>
            </a:pPr>
            <a:r>
              <a:rPr lang="en-US" sz="1239" dirty="0">
                <a:solidFill>
                  <a:srgbClr val="6639BA"/>
                </a:solidFill>
                <a:latin typeface="Consolas" pitchFamily="34" charset="0"/>
                <a:ea typeface="Consolas" pitchFamily="34" charset="-122"/>
                <a:cs typeface="Consolas" pitchFamily="34" charset="-120"/>
              </a:rPr>
              <a:t>hasDuplicate</a:t>
            </a:r>
            <a:pPr indent="0" marL="0">
              <a:buNone/>
            </a:pPr>
            <a:r>
              <a:rPr lang="en-US" sz="1239" dirty="0">
                <a:solidFill>
                  <a:srgbClr val="1F2328"/>
                </a:solidFill>
                <a:latin typeface="Consolas" pitchFamily="34" charset="0"/>
                <a:ea typeface="Consolas" pitchFamily="34" charset="-122"/>
                <a:cs typeface="Consolas" pitchFamily="34" charset="-120"/>
              </a:rPr>
              <a:t>(existing, userId)) {</a:t>
            </a:r>
            <a:pPr indent="0" marL="0">
              <a:buNone/>
            </a:pPr>
            <a:endParaRPr lang="en-US" sz="1239" dirty="0"/>
          </a:p>
          <a:p>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CF222E"/>
                </a:solidFill>
                <a:latin typeface="Consolas" pitchFamily="34" charset="0"/>
                <a:ea typeface="Consolas" pitchFamily="34" charset="-122"/>
                <a:cs typeface="Consolas" pitchFamily="34" charset="-120"/>
              </a:rPr>
              <a:t>return</a:t>
            </a:r>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6639BA"/>
                </a:solidFill>
                <a:latin typeface="Consolas" pitchFamily="34" charset="0"/>
                <a:ea typeface="Consolas" pitchFamily="34" charset="-122"/>
                <a:cs typeface="Consolas" pitchFamily="34" charset="-120"/>
              </a:rPr>
              <a:t>ReservationStatus</a:t>
            </a:r>
            <a:pPr indent="0" marL="0">
              <a:buNone/>
            </a:pPr>
            <a:r>
              <a:rPr lang="en-US" sz="1239" dirty="0">
                <a:solidFill>
                  <a:srgbClr val="1F2328"/>
                </a:solidFill>
                <a:latin typeface="Consolas" pitchFamily="34" charset="0"/>
                <a:ea typeface="Consolas" pitchFamily="34" charset="-122"/>
                <a:cs typeface="Consolas" pitchFamily="34" charset="-120"/>
              </a:rPr>
              <a:t>.</a:t>
            </a:r>
            <a:pPr indent="0" marL="0">
              <a:buNone/>
            </a:pPr>
            <a:r>
              <a:rPr lang="en-US" sz="1239" dirty="0">
                <a:solidFill>
                  <a:srgbClr val="1F2328"/>
                </a:solidFill>
                <a:latin typeface="Consolas" pitchFamily="34" charset="0"/>
                <a:ea typeface="Consolas" pitchFamily="34" charset="-122"/>
                <a:cs typeface="Consolas" pitchFamily="34" charset="-120"/>
              </a:rPr>
              <a:t>Duplicate</a:t>
            </a:r>
            <a:pPr indent="0" marL="0">
              <a:buNone/>
            </a:pPr>
            <a:r>
              <a:rPr lang="en-US" sz="1239" dirty="0">
                <a:solidFill>
                  <a:srgbClr val="1F2328"/>
                </a:solidFill>
                <a:latin typeface="Consolas" pitchFamily="34" charset="0"/>
                <a:ea typeface="Consolas" pitchFamily="34" charset="-122"/>
                <a:cs typeface="Consolas" pitchFamily="34" charset="-120"/>
              </a:rPr>
              <a:t>;</a:t>
            </a:r>
            <a:pPr indent="0" marL="0">
              <a:buNone/>
            </a:pPr>
            <a:endParaRPr lang="en-US" sz="1239" dirty="0"/>
          </a:p>
          <a:p>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endParaRPr lang="en-US" sz="1239" dirty="0"/>
          </a:p>
          <a:p>
            <a:pPr indent="0" marL="0">
              <a:buNone/>
            </a:pPr>
            <a:endParaRPr lang="en-US" sz="1239" dirty="0"/>
          </a:p>
          <a:p>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59636E"/>
                </a:solidFill>
                <a:latin typeface="Consolas" pitchFamily="34" charset="0"/>
                <a:ea typeface="Consolas" pitchFamily="34" charset="-122"/>
                <a:cs typeface="Consolas" pitchFamily="34" charset="-120"/>
              </a:rPr>
              <a:t>// Perform reservation</a:t>
            </a:r>
            <a:pPr indent="0" marL="0">
              <a:buNone/>
            </a:pPr>
            <a:endParaRPr lang="en-US" sz="1239" dirty="0"/>
          </a:p>
          <a:p>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0550AE"/>
                </a:solidFill>
                <a:latin typeface="Consolas" pitchFamily="34" charset="0"/>
                <a:ea typeface="Consolas" pitchFamily="34" charset="-122"/>
                <a:cs typeface="Consolas" pitchFamily="34" charset="-120"/>
              </a:rPr>
              <a:t>this</a:t>
            </a:r>
            <a:pPr indent="0" marL="0">
              <a:buNone/>
            </a:pPr>
            <a:r>
              <a:rPr lang="en-US" sz="1239" dirty="0">
                <a:solidFill>
                  <a:srgbClr val="1F2328"/>
                </a:solidFill>
                <a:latin typeface="Consolas" pitchFamily="34" charset="0"/>
                <a:ea typeface="Consolas" pitchFamily="34" charset="-122"/>
                <a:cs typeface="Consolas" pitchFamily="34" charset="-120"/>
              </a:rPr>
              <a:t>.</a:t>
            </a:r>
            <a:pPr indent="0" marL="0">
              <a:buNone/>
            </a:pPr>
            <a:r>
              <a:rPr lang="en-US" sz="1239" dirty="0">
                <a:solidFill>
                  <a:srgbClr val="1F2328"/>
                </a:solidFill>
                <a:latin typeface="Consolas" pitchFamily="34" charset="0"/>
                <a:ea typeface="Consolas" pitchFamily="34" charset="-122"/>
                <a:cs typeface="Consolas" pitchFamily="34" charset="-120"/>
              </a:rPr>
              <a:t>repository</a:t>
            </a:r>
            <a:pPr indent="0" marL="0">
              <a:buNone/>
            </a:pPr>
            <a:r>
              <a:rPr lang="en-US" sz="1239" dirty="0">
                <a:solidFill>
                  <a:srgbClr val="1F2328"/>
                </a:solidFill>
                <a:latin typeface="Consolas" pitchFamily="34" charset="0"/>
                <a:ea typeface="Consolas" pitchFamily="34" charset="-122"/>
                <a:cs typeface="Consolas" pitchFamily="34" charset="-120"/>
              </a:rPr>
              <a:t>.</a:t>
            </a:r>
            <a:pPr indent="0" marL="0">
              <a:buNone/>
            </a:pPr>
            <a:r>
              <a:rPr lang="en-US" sz="1239" dirty="0">
                <a:solidFill>
                  <a:srgbClr val="6639BA"/>
                </a:solidFill>
                <a:latin typeface="Consolas" pitchFamily="34" charset="0"/>
                <a:ea typeface="Consolas" pitchFamily="34" charset="-122"/>
                <a:cs typeface="Consolas" pitchFamily="34" charset="-120"/>
              </a:rPr>
              <a:t>create</a:t>
            </a:r>
            <a:pPr indent="0" marL="0">
              <a:buNone/>
            </a:pPr>
            <a:r>
              <a:rPr lang="en-US" sz="1239" dirty="0">
                <a:solidFill>
                  <a:srgbClr val="1F2328"/>
                </a:solidFill>
                <a:latin typeface="Consolas" pitchFamily="34" charset="0"/>
                <a:ea typeface="Consolas" pitchFamily="34" charset="-122"/>
                <a:cs typeface="Consolas" pitchFamily="34" charset="-120"/>
              </a:rPr>
              <a:t>(itemId, userId);</a:t>
            </a:r>
            <a:pPr indent="0" marL="0">
              <a:buNone/>
            </a:pPr>
            <a:endParaRPr lang="en-US" sz="1239" dirty="0"/>
          </a:p>
          <a:p>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CF222E"/>
                </a:solidFill>
                <a:latin typeface="Consolas" pitchFamily="34" charset="0"/>
                <a:ea typeface="Consolas" pitchFamily="34" charset="-122"/>
                <a:cs typeface="Consolas" pitchFamily="34" charset="-120"/>
              </a:rPr>
              <a:t>return</a:t>
            </a:r>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6639BA"/>
                </a:solidFill>
                <a:latin typeface="Consolas" pitchFamily="34" charset="0"/>
                <a:ea typeface="Consolas" pitchFamily="34" charset="-122"/>
                <a:cs typeface="Consolas" pitchFamily="34" charset="-120"/>
              </a:rPr>
              <a:t>ReservationStatus</a:t>
            </a:r>
            <a:pPr indent="0" marL="0">
              <a:buNone/>
            </a:pPr>
            <a:r>
              <a:rPr lang="en-US" sz="1239" dirty="0">
                <a:solidFill>
                  <a:srgbClr val="1F2328"/>
                </a:solidFill>
                <a:latin typeface="Consolas" pitchFamily="34" charset="0"/>
                <a:ea typeface="Consolas" pitchFamily="34" charset="-122"/>
                <a:cs typeface="Consolas" pitchFamily="34" charset="-120"/>
              </a:rPr>
              <a:t>.</a:t>
            </a:r>
            <a:pPr indent="0" marL="0">
              <a:buNone/>
            </a:pPr>
            <a:r>
              <a:rPr lang="en-US" sz="1239" dirty="0">
                <a:solidFill>
                  <a:srgbClr val="1F2328"/>
                </a:solidFill>
                <a:latin typeface="Consolas" pitchFamily="34" charset="0"/>
                <a:ea typeface="Consolas" pitchFamily="34" charset="-122"/>
                <a:cs typeface="Consolas" pitchFamily="34" charset="-120"/>
              </a:rPr>
              <a:t>Success</a:t>
            </a:r>
            <a:pPr indent="0" marL="0">
              <a:buNone/>
            </a:pPr>
            <a:r>
              <a:rPr lang="en-US" sz="1239" dirty="0">
                <a:solidFill>
                  <a:srgbClr val="1F2328"/>
                </a:solidFill>
                <a:latin typeface="Consolas" pitchFamily="34" charset="0"/>
                <a:ea typeface="Consolas" pitchFamily="34" charset="-122"/>
                <a:cs typeface="Consolas" pitchFamily="34" charset="-120"/>
              </a:rPr>
              <a:t>;</a:t>
            </a:r>
            <a:pPr indent="0" marL="0">
              <a:buNone/>
            </a:pPr>
            <a:endParaRPr lang="en-US" sz="1239" dirty="0"/>
          </a:p>
          <a:p>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endParaRPr lang="en-US" sz="1239" dirty="0"/>
          </a:p>
          <a:p>
            <a:pPr indent="0" marL="0">
              <a:buNone/>
            </a:pPr>
            <a:endParaRPr lang="en-US" sz="1239" dirty="0"/>
          </a:p>
          <a:p>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CF222E"/>
                </a:solidFill>
                <a:latin typeface="Consolas" pitchFamily="34" charset="0"/>
                <a:ea typeface="Consolas" pitchFamily="34" charset="-122"/>
                <a:cs typeface="Consolas" pitchFamily="34" charset="-120"/>
              </a:rPr>
              <a:t>private</a:t>
            </a:r>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6639BA"/>
                </a:solidFill>
                <a:latin typeface="Consolas" pitchFamily="34" charset="0"/>
                <a:ea typeface="Consolas" pitchFamily="34" charset="-122"/>
                <a:cs typeface="Consolas" pitchFamily="34" charset="-120"/>
              </a:rPr>
              <a:t>hasDuplicate</a:t>
            </a:r>
            <a:pPr indent="0" marL="0">
              <a:buNone/>
            </a:pPr>
            <a:r>
              <a:rPr lang="en-US" sz="1239" dirty="0">
                <a:solidFill>
                  <a:srgbClr val="1F2328"/>
                </a:solidFill>
                <a:latin typeface="Consolas" pitchFamily="34" charset="0"/>
                <a:ea typeface="Consolas" pitchFamily="34" charset="-122"/>
                <a:cs typeface="Consolas" pitchFamily="34" charset="-120"/>
              </a:rPr>
              <a:t>(</a:t>
            </a:r>
            <a:pPr indent="0" marL="0">
              <a:buNone/>
            </a:pPr>
            <a:r>
              <a:rPr lang="en-US" sz="1239" dirty="0">
                <a:solidFill>
                  <a:srgbClr val="0550AE"/>
                </a:solidFill>
                <a:latin typeface="Consolas" pitchFamily="34" charset="0"/>
                <a:ea typeface="Consolas" pitchFamily="34" charset="-122"/>
                <a:cs typeface="Consolas" pitchFamily="34" charset="-120"/>
              </a:rPr>
              <a:t>items</a:t>
            </a:r>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6639BA"/>
                </a:solidFill>
                <a:latin typeface="Consolas" pitchFamily="34" charset="0"/>
                <a:ea typeface="Consolas" pitchFamily="34" charset="-122"/>
                <a:cs typeface="Consolas" pitchFamily="34" charset="-120"/>
              </a:rPr>
              <a:t>Item</a:t>
            </a:r>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0550AE"/>
                </a:solidFill>
                <a:latin typeface="Consolas" pitchFamily="34" charset="0"/>
                <a:ea typeface="Consolas" pitchFamily="34" charset="-122"/>
                <a:cs typeface="Consolas" pitchFamily="34" charset="-120"/>
              </a:rPr>
              <a:t>userId</a:t>
            </a:r>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953800"/>
                </a:solidFill>
                <a:latin typeface="Consolas" pitchFamily="34" charset="0"/>
                <a:ea typeface="Consolas" pitchFamily="34" charset="-122"/>
                <a:cs typeface="Consolas" pitchFamily="34" charset="-120"/>
              </a:rPr>
              <a:t>string</a:t>
            </a:r>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953800"/>
                </a:solidFill>
                <a:latin typeface="Consolas" pitchFamily="34" charset="0"/>
                <a:ea typeface="Consolas" pitchFamily="34" charset="-122"/>
                <a:cs typeface="Consolas" pitchFamily="34" charset="-120"/>
              </a:rPr>
              <a:t>boolean</a:t>
            </a:r>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endParaRPr lang="en-US" sz="1239" dirty="0"/>
          </a:p>
          <a:p>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r>
              <a:rPr lang="en-US" sz="1239" dirty="0">
                <a:solidFill>
                  <a:srgbClr val="CF222E"/>
                </a:solidFill>
                <a:latin typeface="Consolas" pitchFamily="34" charset="0"/>
                <a:ea typeface="Consolas" pitchFamily="34" charset="-122"/>
                <a:cs typeface="Consolas" pitchFamily="34" charset="-120"/>
              </a:rPr>
              <a:t>return</a:t>
            </a:r>
            <a:pPr indent="0" marL="0">
              <a:buNone/>
            </a:pPr>
            <a:r>
              <a:rPr lang="en-US" sz="1239" dirty="0">
                <a:solidFill>
                  <a:srgbClr val="1F2328"/>
                </a:solidFill>
                <a:latin typeface="Consolas" pitchFamily="34" charset="0"/>
                <a:ea typeface="Consolas" pitchFamily="34" charset="-122"/>
                <a:cs typeface="Consolas" pitchFamily="34" charset="-120"/>
              </a:rPr>
              <a:t> items.</a:t>
            </a:r>
            <a:pPr indent="0" marL="0">
              <a:buNone/>
            </a:pPr>
            <a:r>
              <a:rPr lang="en-US" sz="1239" dirty="0">
                <a:solidFill>
                  <a:srgbClr val="6639BA"/>
                </a:solidFill>
                <a:latin typeface="Consolas" pitchFamily="34" charset="0"/>
                <a:ea typeface="Consolas" pitchFamily="34" charset="-122"/>
                <a:cs typeface="Consolas" pitchFamily="34" charset="-120"/>
              </a:rPr>
              <a:t>some</a:t>
            </a:r>
            <a:pPr indent="0" marL="0">
              <a:buNone/>
            </a:pPr>
            <a:r>
              <a:rPr lang="en-US" sz="1239" dirty="0">
                <a:solidFill>
                  <a:srgbClr val="1F2328"/>
                </a:solidFill>
                <a:latin typeface="Consolas" pitchFamily="34" charset="0"/>
                <a:ea typeface="Consolas" pitchFamily="34" charset="-122"/>
                <a:cs typeface="Consolas" pitchFamily="34" charset="-120"/>
              </a:rPr>
              <a:t>(</a:t>
            </a:r>
            <a:pPr indent="0" marL="0">
              <a:buNone/>
            </a:pPr>
            <a:r>
              <a:rPr lang="en-US" sz="1239" dirty="0">
                <a:solidFill>
                  <a:srgbClr val="1F2328"/>
                </a:solidFill>
                <a:latin typeface="Consolas" pitchFamily="34" charset="0"/>
                <a:ea typeface="Consolas" pitchFamily="34" charset="-122"/>
                <a:cs typeface="Consolas" pitchFamily="34" charset="-120"/>
              </a:rPr>
              <a:t>item</a:t>
            </a:r>
            <a:pPr indent="0" marL="0">
              <a:buNone/>
            </a:pPr>
            <a:r>
              <a:rPr lang="en-US" sz="1239" dirty="0">
                <a:solidFill>
                  <a:srgbClr val="1F2328"/>
                </a:solidFill>
                <a:latin typeface="Consolas" pitchFamily="34" charset="0"/>
                <a:ea typeface="Consolas" pitchFamily="34" charset="-122"/>
                <a:cs typeface="Consolas" pitchFamily="34" charset="-120"/>
              </a:rPr>
              <a:t> =&gt;</a:t>
            </a:r>
            <a:pPr indent="0" marL="0">
              <a:buNone/>
            </a:pPr>
            <a:r>
              <a:rPr lang="en-US" sz="1239" dirty="0">
                <a:solidFill>
                  <a:srgbClr val="1F2328"/>
                </a:solidFill>
                <a:latin typeface="Consolas" pitchFamily="34" charset="0"/>
                <a:ea typeface="Consolas" pitchFamily="34" charset="-122"/>
                <a:cs typeface="Consolas" pitchFamily="34" charset="-120"/>
              </a:rPr>
              <a:t> item.</a:t>
            </a:r>
            <a:pPr indent="0" marL="0">
              <a:buNone/>
            </a:pPr>
            <a:r>
              <a:rPr lang="en-US" sz="1239" dirty="0">
                <a:solidFill>
                  <a:srgbClr val="1F2328"/>
                </a:solidFill>
                <a:latin typeface="Consolas" pitchFamily="34" charset="0"/>
                <a:ea typeface="Consolas" pitchFamily="34" charset="-122"/>
                <a:cs typeface="Consolas" pitchFamily="34" charset="-120"/>
              </a:rPr>
              <a:t>userId</a:t>
            </a:r>
            <a:pPr indent="0" marL="0">
              <a:buNone/>
            </a:pPr>
            <a:r>
              <a:rPr lang="en-US" sz="1239" dirty="0">
                <a:solidFill>
                  <a:srgbClr val="1F2328"/>
                </a:solidFill>
                <a:latin typeface="Consolas" pitchFamily="34" charset="0"/>
                <a:ea typeface="Consolas" pitchFamily="34" charset="-122"/>
                <a:cs typeface="Consolas" pitchFamily="34" charset="-120"/>
              </a:rPr>
              <a:t> === userId);</a:t>
            </a:r>
            <a:pPr indent="0" marL="0">
              <a:buNone/>
            </a:pPr>
            <a:endParaRPr lang="en-US" sz="1239" dirty="0"/>
          </a:p>
          <a:p>
            <a:pPr indent="0" marL="0">
              <a:buNone/>
            </a:pPr>
            <a:r>
              <a:rPr lang="en-US" sz="1239" dirty="0">
                <a:solidFill>
                  <a:srgbClr val="1F2328"/>
                </a:solidFill>
                <a:latin typeface="Consolas" pitchFamily="34" charset="0"/>
                <a:ea typeface="Consolas" pitchFamily="34" charset="-122"/>
                <a:cs typeface="Consolas" pitchFamily="34" charset="-120"/>
              </a:rPr>
              <a:t>  }</a:t>
            </a:r>
            <a:pPr indent="0" marL="0">
              <a:buNone/>
            </a:pPr>
            <a:endParaRPr lang="en-US" sz="1239" dirty="0"/>
          </a:p>
          <a:p>
            <a:pPr indent="0" marL="0">
              <a:buNone/>
            </a:pPr>
            <a:r>
              <a:rPr lang="en-US" sz="1239" dirty="0">
                <a:solidFill>
                  <a:srgbClr val="1F2328"/>
                </a:solidFill>
                <a:latin typeface="Consolas" pitchFamily="34" charset="0"/>
                <a:ea typeface="Consolas" pitchFamily="34" charset="-122"/>
                <a:cs typeface="Consolas" pitchFamily="34" charset="-120"/>
              </a:rPr>
              <a:t>}</a:t>
            </a:r>
            <a:pPr indent="0" marL="0">
              <a:buNone/>
            </a:pPr>
            <a:endParaRPr lang="en-US" sz="1239"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333470"/>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91: Code block with surrounding text (ADR-46 font size)</a:t>
            </a:r>
            <a:endParaRPr lang="en-US" sz="3480" dirty="0"/>
          </a:p>
        </p:txBody>
      </p:sp>
      <p:sp>
        <p:nvSpPr>
          <p:cNvPr id="3" name="Text 1"/>
          <p:cNvSpPr/>
          <p:nvPr/>
        </p:nvSpPr>
        <p:spPr>
          <a:xfrm>
            <a:off x="747713" y="2709416"/>
            <a:ext cx="11231404" cy="414338"/>
          </a:xfrm>
          <a:prstGeom prst="rect">
            <a:avLst/>
          </a:prstGeom>
          <a:noFill/>
          <a:ln/>
        </p:spPr>
        <p:txBody>
          <a:bodyPr wrap="square" lIns="0" tIns="0" rIns="0" bIns="0" rtlCol="0" anchor="t"/>
          <a:lstStyle/>
          <a:p>
            <a:pPr algn="l" indent="0" marL="0">
              <a:lnSpc>
                <a:spcPct val="130000"/>
              </a:lnSpc>
              <a:buNone/>
            </a:pPr>
            <a:r>
              <a:rPr lang="en-US" sz="2175" dirty="0">
                <a:solidFill>
                  <a:srgbClr val="1F2328"/>
                </a:solidFill>
                <a:latin typeface="Segoe UI" pitchFamily="34" charset="0"/>
                <a:ea typeface="Segoe UI" pitchFamily="34" charset="-122"/>
                <a:cs typeface="Segoe UI" pitchFamily="34" charset="-120"/>
              </a:rPr>
              <a:t>This slide has normal text above and below a code block.</a:t>
            </a:r>
            <a:endParaRPr lang="en-US" sz="2175" dirty="0"/>
          </a:p>
        </p:txBody>
      </p:sp>
      <p:sp>
        <p:nvSpPr>
          <p:cNvPr id="4" name="Text 2"/>
          <p:cNvSpPr/>
          <p:nvPr/>
        </p:nvSpPr>
        <p:spPr>
          <a:xfrm>
            <a:off x="747713" y="3345210"/>
            <a:ext cx="10696575" cy="1143000"/>
          </a:xfrm>
          <a:prstGeom prst="rect">
            <a:avLst/>
          </a:prstGeom>
          <a:solidFill>
            <a:srgbClr val="F6F8FA"/>
          </a:solidFill>
          <a:ln/>
        </p:spPr>
        <p:txBody>
          <a:bodyPr wrap="none" lIns="0" tIns="0" rIns="0" bIns="0" rtlCol="0" anchor="t"/>
          <a:lstStyle/>
          <a:p>
            <a:pPr indent="0" marL="0">
              <a:buNone/>
            </a:pPr>
            <a:r>
              <a:rPr lang="en-US" sz="1435" dirty="0">
                <a:solidFill>
                  <a:srgbClr val="1F2328"/>
                </a:solidFill>
                <a:latin typeface="Consolas" pitchFamily="34" charset="0"/>
                <a:ea typeface="Consolas" pitchFamily="34" charset="-122"/>
                <a:cs typeface="Consolas" pitchFamily="34" charset="-120"/>
              </a:rPr>
              <a:t>Alpha beta gamma delta epsilon.</a:t>
            </a:r>
            <a:pPr indent="0" marL="0">
              <a:buNone/>
            </a:pPr>
            <a:endParaRPr lang="en-US" sz="1435" dirty="0"/>
          </a:p>
          <a:p>
            <a:pPr indent="0" marL="0">
              <a:buNone/>
            </a:pPr>
            <a:r>
              <a:rPr lang="en-US" sz="1435" dirty="0">
                <a:solidFill>
                  <a:srgbClr val="1F2328"/>
                </a:solidFill>
                <a:latin typeface="Consolas" pitchFamily="34" charset="0"/>
                <a:ea typeface="Consolas" pitchFamily="34" charset="-122"/>
                <a:cs typeface="Consolas" pitchFamily="34" charset="-120"/>
              </a:rPr>
              <a:t>Zeta eta theta iota kappa.</a:t>
            </a:r>
            <a:pPr indent="0" marL="0">
              <a:buNone/>
            </a:pPr>
            <a:endParaRPr lang="en-US" sz="1435" dirty="0"/>
          </a:p>
          <a:p>
            <a:pPr indent="0" marL="0">
              <a:buNone/>
            </a:pPr>
            <a:r>
              <a:rPr lang="en-US" sz="1435" dirty="0">
                <a:solidFill>
                  <a:srgbClr val="1F2328"/>
                </a:solidFill>
                <a:latin typeface="Consolas" pitchFamily="34" charset="0"/>
                <a:ea typeface="Consolas" pitchFamily="34" charset="-122"/>
                <a:cs typeface="Consolas" pitchFamily="34" charset="-120"/>
              </a:rPr>
              <a:t>Lambda mu nu xi omicron.</a:t>
            </a:r>
            <a:pPr indent="0" marL="0">
              <a:buNone/>
            </a:pPr>
            <a:endParaRPr lang="en-US" sz="1435" dirty="0"/>
          </a:p>
        </p:txBody>
      </p:sp>
      <p:sp>
        <p:nvSpPr>
          <p:cNvPr id="5" name="Text 3"/>
          <p:cNvSpPr/>
          <p:nvPr/>
        </p:nvSpPr>
        <p:spPr>
          <a:xfrm>
            <a:off x="747713" y="4571554"/>
            <a:ext cx="10696575" cy="828675"/>
          </a:xfrm>
          <a:prstGeom prst="rect">
            <a:avLst/>
          </a:prstGeom>
          <a:noFill/>
          <a:ln/>
        </p:spPr>
        <p:txBody>
          <a:bodyPr wrap="square" lIns="0" tIns="0" rIns="0" bIns="0" rtlCol="0" anchor="t"/>
          <a:lstStyle/>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The code above should render at the pre/code computed font-size, not the body font-size.</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692468"/>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92: List with code blocks as separate shapes (ADR-46 shape loss)</a:t>
            </a:r>
            <a:endParaRPr lang="en-US" sz="3480" dirty="0"/>
          </a:p>
        </p:txBody>
      </p:sp>
      <p:sp>
        <p:nvSpPr>
          <p:cNvPr id="3" name="Text 1"/>
          <p:cNvSpPr/>
          <p:nvPr/>
        </p:nvSpPr>
        <p:spPr>
          <a:xfrm>
            <a:off x="747713" y="2068413"/>
            <a:ext cx="10696575" cy="635794"/>
          </a:xfrm>
          <a:prstGeom prst="rect">
            <a:avLst/>
          </a:prstGeom>
          <a:noFill/>
          <a:ln/>
        </p:spPr>
        <p:txBody>
          <a:bodyPr wrap="square" lIns="0" tIns="0" rIns="0" bIns="0" rtlCol="0" anchor="t"/>
          <a:lstStyle/>
          <a:p>
            <a:pPr algn="l" marL="342900" indent="-342900">
              <a:lnSpc>
                <a:spcPct val="130000"/>
              </a:lnSpc>
              <a:buSzPct val="100000"/>
              <a:buChar char="•"/>
            </a:pPr>
            <a:r>
              <a:rPr lang="en-US" sz="2175" b="1" dirty="0">
                <a:solidFill>
                  <a:srgbClr val="1F2328"/>
                </a:solidFill>
                <a:latin typeface="Segoe UI" pitchFamily="34" charset="0"/>
                <a:ea typeface="Segoe UI" pitchFamily="34" charset="-122"/>
                <a:cs typeface="Segoe UI" pitchFamily="34" charset="-120"/>
              </a:rPr>
              <a:t>Unknown scope of change</a:t>
            </a:r>
            <a:endParaRPr lang="en-US" sz="2175" dirty="0"/>
          </a:p>
        </p:txBody>
      </p:sp>
      <p:sp>
        <p:nvSpPr>
          <p:cNvPr id="4" name="Text 2"/>
          <p:cNvSpPr/>
          <p:nvPr/>
        </p:nvSpPr>
        <p:spPr>
          <a:xfrm>
            <a:off x="1300163" y="2704207"/>
            <a:ext cx="10144125" cy="866775"/>
          </a:xfrm>
          <a:prstGeom prst="rect">
            <a:avLst/>
          </a:prstGeom>
          <a:solidFill>
            <a:srgbClr val="F6F8FA"/>
          </a:solidFill>
          <a:ln/>
        </p:spPr>
        <p:txBody>
          <a:bodyPr wrap="none" lIns="0" tIns="0" rIns="0" bIns="0" rtlCol="0" anchor="t"/>
          <a:lstStyle/>
          <a:p>
            <a:pPr indent="0" marL="0">
              <a:buNone/>
            </a:pPr>
            <a:r>
              <a:rPr lang="en-US" sz="1283" dirty="0">
                <a:solidFill>
                  <a:srgbClr val="59636E"/>
                </a:solidFill>
                <a:latin typeface="Consolas" pitchFamily="34" charset="0"/>
                <a:ea typeface="Consolas" pitchFamily="34" charset="-122"/>
                <a:cs typeface="Consolas" pitchFamily="34" charset="-120"/>
              </a:rPr>
              <a:t>/* Which components does this affect? */</a:t>
            </a:r>
            <a:pPr indent="0" marL="0">
              <a:buNone/>
            </a:pPr>
            <a:endParaRPr lang="en-US" sz="1283" dirty="0"/>
          </a:p>
          <a:p>
            <a:pPr indent="0" marL="0">
              <a:buNone/>
            </a:pPr>
            <a:r>
              <a:rPr lang="en-US" sz="1283" dirty="0">
                <a:solidFill>
                  <a:srgbClr val="0550AE"/>
                </a:solidFill>
                <a:latin typeface="Consolas" pitchFamily="34" charset="0"/>
                <a:ea typeface="Consolas" pitchFamily="34" charset="-122"/>
                <a:cs typeface="Consolas" pitchFamily="34" charset="-120"/>
              </a:rPr>
              <a:t>.button</a:t>
            </a:r>
            <a:pPr indent="0" marL="0">
              <a:buNone/>
            </a:pPr>
            <a:r>
              <a:rPr lang="en-US" sz="1283" dirty="0">
                <a:solidFill>
                  <a:srgbClr val="1F2328"/>
                </a:solidFill>
                <a:latin typeface="Consolas" pitchFamily="34" charset="0"/>
                <a:ea typeface="Consolas" pitchFamily="34" charset="-122"/>
                <a:cs typeface="Consolas" pitchFamily="34" charset="-120"/>
              </a:rPr>
              <a:t> { </a:t>
            </a:r>
            <a:pPr indent="0" marL="0">
              <a:buNone/>
            </a:pPr>
            <a:r>
              <a:rPr lang="en-US" sz="1283" dirty="0">
                <a:solidFill>
                  <a:srgbClr val="0550AE"/>
                </a:solidFill>
                <a:latin typeface="Consolas" pitchFamily="34" charset="0"/>
                <a:ea typeface="Consolas" pitchFamily="34" charset="-122"/>
                <a:cs typeface="Consolas" pitchFamily="34" charset="-120"/>
              </a:rPr>
              <a:t>color</a:t>
            </a:r>
            <a:pPr indent="0" marL="0">
              <a:buNone/>
            </a:pPr>
            <a:r>
              <a:rPr lang="en-US" sz="1283" dirty="0">
                <a:solidFill>
                  <a:srgbClr val="1F2328"/>
                </a:solidFill>
                <a:latin typeface="Consolas" pitchFamily="34" charset="0"/>
                <a:ea typeface="Consolas" pitchFamily="34" charset="-122"/>
                <a:cs typeface="Consolas" pitchFamily="34" charset="-120"/>
              </a:rPr>
              <a:t>: blue; }</a:t>
            </a:r>
            <a:pPr indent="0" marL="0">
              <a:buNone/>
            </a:pPr>
            <a:endParaRPr lang="en-US" sz="1283" dirty="0"/>
          </a:p>
        </p:txBody>
      </p:sp>
      <p:sp>
        <p:nvSpPr>
          <p:cNvPr id="5" name="Text 3"/>
          <p:cNvSpPr/>
          <p:nvPr/>
        </p:nvSpPr>
        <p:spPr>
          <a:xfrm>
            <a:off x="747713" y="3654326"/>
            <a:ext cx="10696575" cy="635794"/>
          </a:xfrm>
          <a:prstGeom prst="rect">
            <a:avLst/>
          </a:prstGeom>
          <a:noFill/>
          <a:ln/>
        </p:spPr>
        <p:txBody>
          <a:bodyPr wrap="square" lIns="0" tIns="0" rIns="0" bIns="0" rtlCol="0" anchor="t"/>
          <a:lstStyle/>
          <a:p>
            <a:pPr algn="l" marL="342900" indent="-342900">
              <a:lnSpc>
                <a:spcPct val="130000"/>
              </a:lnSpc>
              <a:buSzPct val="100000"/>
              <a:buChar char="•"/>
            </a:pPr>
            <a:r>
              <a:rPr lang="en-US" sz="2175" b="1" dirty="0">
                <a:solidFill>
                  <a:srgbClr val="1F2328"/>
                </a:solidFill>
                <a:latin typeface="Segoe UI" pitchFamily="34" charset="0"/>
                <a:ea typeface="Segoe UI" pitchFamily="34" charset="-122"/>
                <a:cs typeface="Segoe UI" pitchFamily="34" charset="-120"/>
              </a:rPr>
              <a:t>Accumulating unused code</a:t>
            </a:r>
            <a:endParaRPr lang="en-US" sz="2175" dirty="0"/>
          </a:p>
        </p:txBody>
      </p:sp>
      <p:sp>
        <p:nvSpPr>
          <p:cNvPr id="6" name="Text 4"/>
          <p:cNvSpPr/>
          <p:nvPr/>
        </p:nvSpPr>
        <p:spPr>
          <a:xfrm>
            <a:off x="1300163" y="4290120"/>
            <a:ext cx="10144125" cy="866775"/>
          </a:xfrm>
          <a:prstGeom prst="rect">
            <a:avLst/>
          </a:prstGeom>
          <a:solidFill>
            <a:srgbClr val="F6F8FA"/>
          </a:solidFill>
          <a:ln/>
        </p:spPr>
        <p:txBody>
          <a:bodyPr wrap="none" lIns="0" tIns="0" rIns="0" bIns="0" rtlCol="0" anchor="t"/>
          <a:lstStyle/>
          <a:p>
            <a:pPr indent="0" marL="0">
              <a:buNone/>
            </a:pPr>
            <a:r>
              <a:rPr lang="en-US" sz="1283" dirty="0">
                <a:solidFill>
                  <a:srgbClr val="59636E"/>
                </a:solidFill>
                <a:latin typeface="Consolas" pitchFamily="34" charset="0"/>
                <a:ea typeface="Consolas" pitchFamily="34" charset="-122"/>
                <a:cs typeface="Consolas" pitchFamily="34" charset="-120"/>
              </a:rPr>
              <a:t>/* No longer used but too risky to remove */</a:t>
            </a:r>
            <a:pPr indent="0" marL="0">
              <a:buNone/>
            </a:pPr>
            <a:endParaRPr lang="en-US" sz="1283" dirty="0"/>
          </a:p>
          <a:p>
            <a:pPr indent="0" marL="0">
              <a:buNone/>
            </a:pPr>
            <a:r>
              <a:rPr lang="en-US" sz="1283" dirty="0">
                <a:solidFill>
                  <a:srgbClr val="0550AE"/>
                </a:solidFill>
                <a:latin typeface="Consolas" pitchFamily="34" charset="0"/>
                <a:ea typeface="Consolas" pitchFamily="34" charset="-122"/>
                <a:cs typeface="Consolas" pitchFamily="34" charset="-120"/>
              </a:rPr>
              <a:t>.legacy-component</a:t>
            </a:r>
            <a:pPr indent="0" marL="0">
              <a:buNone/>
            </a:pPr>
            <a:r>
              <a:rPr lang="en-US" sz="1283" dirty="0">
                <a:solidFill>
                  <a:srgbClr val="1F2328"/>
                </a:solidFill>
                <a:latin typeface="Consolas" pitchFamily="34" charset="0"/>
                <a:ea typeface="Consolas" pitchFamily="34" charset="-122"/>
                <a:cs typeface="Consolas" pitchFamily="34" charset="-120"/>
              </a:rPr>
              <a:t> { </a:t>
            </a:r>
            <a:pPr indent="0" marL="0">
              <a:buNone/>
            </a:pPr>
            <a:r>
              <a:rPr lang="en-US" sz="1283" dirty="0">
                <a:solidFill>
                  <a:srgbClr val="0550AE"/>
                </a:solidFill>
                <a:latin typeface="Consolas" pitchFamily="34" charset="0"/>
                <a:ea typeface="Consolas" pitchFamily="34" charset="-122"/>
                <a:cs typeface="Consolas" pitchFamily="34" charset="-120"/>
              </a:rPr>
              <a:t>display</a:t>
            </a:r>
            <a:pPr indent="0" marL="0">
              <a:buNone/>
            </a:pPr>
            <a:r>
              <a:rPr lang="en-US" sz="1283" dirty="0">
                <a:solidFill>
                  <a:srgbClr val="1F2328"/>
                </a:solidFill>
                <a:latin typeface="Consolas" pitchFamily="34" charset="0"/>
                <a:ea typeface="Consolas" pitchFamily="34" charset="-122"/>
                <a:cs typeface="Consolas" pitchFamily="34" charset="-120"/>
              </a:rPr>
              <a:t>: none; }</a:t>
            </a:r>
            <a:pPr indent="0" marL="0">
              <a:buNone/>
            </a:pPr>
            <a:endParaRPr lang="en-US" sz="1283" dirty="0"/>
          </a:p>
        </p:txBody>
      </p:sp>
      <p:sp>
        <p:nvSpPr>
          <p:cNvPr id="7" name="Text 5"/>
          <p:cNvSpPr/>
          <p:nvPr/>
        </p:nvSpPr>
        <p:spPr>
          <a:xfrm>
            <a:off x="747713" y="5240238"/>
            <a:ext cx="10696575" cy="635794"/>
          </a:xfrm>
          <a:prstGeom prst="rect">
            <a:avLst/>
          </a:prstGeom>
          <a:noFill/>
          <a:ln/>
        </p:spPr>
        <p:txBody>
          <a:bodyPr wrap="square" lIns="0" tIns="0" rIns="0" bIns="0" rtlCol="0" anchor="t"/>
          <a:lstStyle/>
          <a:p>
            <a:pPr algn="l" marL="342900" indent="-342900">
              <a:lnSpc>
                <a:spcPct val="130000"/>
              </a:lnSpc>
              <a:buSzPct val="100000"/>
              <a:buChar char="•"/>
            </a:pPr>
            <a:r>
              <a:rPr lang="en-US" sz="2175" b="1" dirty="0">
                <a:solidFill>
                  <a:srgbClr val="1F2328"/>
                </a:solidFill>
                <a:latin typeface="Segoe UI" pitchFamily="34" charset="0"/>
                <a:ea typeface="Segoe UI" pitchFamily="34" charset="-122"/>
                <a:cs typeface="Segoe UI" pitchFamily="34" charset="-120"/>
              </a:rPr>
              <a:t>Growing technical debt</a:t>
            </a:r>
            <a:endParaRPr lang="en-US" sz="2175" dirty="0"/>
          </a:p>
        </p:txBody>
      </p:sp>
      <p:sp>
        <p:nvSpPr>
          <p:cNvPr id="8" name="Text 6"/>
          <p:cNvSpPr/>
          <p:nvPr/>
        </p:nvSpPr>
        <p:spPr>
          <a:xfrm>
            <a:off x="1300163" y="5876032"/>
            <a:ext cx="10144125" cy="981968"/>
          </a:xfrm>
          <a:prstGeom prst="rect">
            <a:avLst/>
          </a:prstGeom>
          <a:solidFill>
            <a:srgbClr val="F6F8FA"/>
          </a:solidFill>
          <a:ln/>
        </p:spPr>
        <p:txBody>
          <a:bodyPr wrap="none" lIns="0" tIns="0" rIns="0" bIns="0" rtlCol="0" anchor="t"/>
          <a:lstStyle/>
          <a:p>
            <a:pPr indent="0" marL="0">
              <a:buNone/>
            </a:pPr>
            <a:r>
              <a:rPr lang="en-US" sz="1435" dirty="0">
                <a:solidFill>
                  <a:srgbClr val="59636E"/>
                </a:solidFill>
                <a:latin typeface="Consolas" pitchFamily="34" charset="0"/>
                <a:ea typeface="Consolas" pitchFamily="34" charset="-122"/>
                <a:cs typeface="Consolas" pitchFamily="34" charset="-120"/>
              </a:rPr>
              <a:t>/* Duplicated definitions from rushed customization */</a:t>
            </a:r>
            <a:pPr indent="0" marL="0">
              <a:buNone/>
            </a:pPr>
            <a:endParaRPr lang="en-US" sz="1435" dirty="0"/>
          </a:p>
          <a:p>
            <a:pPr indent="0" marL="0">
              <a:buNone/>
            </a:pPr>
            <a:r>
              <a:rPr lang="en-US" sz="1435" dirty="0">
                <a:solidFill>
                  <a:srgbClr val="0550AE"/>
                </a:solidFill>
                <a:latin typeface="Consolas" pitchFamily="34" charset="0"/>
                <a:ea typeface="Consolas" pitchFamily="34" charset="-122"/>
                <a:cs typeface="Consolas" pitchFamily="34" charset="-120"/>
              </a:rPr>
              <a:t>.card</a:t>
            </a:r>
            <a:pPr indent="0" marL="0">
              <a:buNone/>
            </a:pPr>
            <a:r>
              <a:rPr lang="en-US" sz="1435" dirty="0">
                <a:solidFill>
                  <a:srgbClr val="1F2328"/>
                </a:solidFill>
                <a:latin typeface="Consolas" pitchFamily="34" charset="0"/>
                <a:ea typeface="Consolas" pitchFamily="34" charset="-122"/>
                <a:cs typeface="Consolas" pitchFamily="34" charset="-120"/>
              </a:rPr>
              <a:t> { </a:t>
            </a:r>
            <a:pPr indent="0" marL="0">
              <a:buNone/>
            </a:pPr>
            <a:r>
              <a:rPr lang="en-US" sz="1435" dirty="0">
                <a:solidFill>
                  <a:srgbClr val="0550AE"/>
                </a:solidFill>
                <a:latin typeface="Consolas" pitchFamily="34" charset="0"/>
                <a:ea typeface="Consolas" pitchFamily="34" charset="-122"/>
                <a:cs typeface="Consolas" pitchFamily="34" charset="-120"/>
              </a:rPr>
              <a:t>border-radius</a:t>
            </a:r>
            <a:pPr indent="0" marL="0">
              <a:buNone/>
            </a:pPr>
            <a:r>
              <a:rPr lang="en-US" sz="1435" dirty="0">
                <a:solidFill>
                  <a:srgbClr val="1F2328"/>
                </a:solidFill>
                <a:latin typeface="Consolas" pitchFamily="34" charset="0"/>
                <a:ea typeface="Consolas" pitchFamily="34" charset="-122"/>
                <a:cs typeface="Consolas" pitchFamily="34" charset="-120"/>
              </a:rPr>
              <a:t>: </a:t>
            </a:r>
            <a:pPr indent="0" marL="0">
              <a:buNone/>
            </a:pPr>
            <a:r>
              <a:rPr lang="en-US" sz="1435" dirty="0">
                <a:solidFill>
                  <a:srgbClr val="0550AE"/>
                </a:solidFill>
                <a:latin typeface="Consolas" pitchFamily="34" charset="0"/>
                <a:ea typeface="Consolas" pitchFamily="34" charset="-122"/>
                <a:cs typeface="Consolas" pitchFamily="34" charset="-120"/>
              </a:rPr>
              <a:t>4px</a:t>
            </a:r>
            <a:pPr indent="0" marL="0">
              <a:buNone/>
            </a:pPr>
            <a:r>
              <a:rPr lang="en-US" sz="1435" dirty="0">
                <a:solidFill>
                  <a:srgbClr val="1F2328"/>
                </a:solidFill>
                <a:latin typeface="Consolas" pitchFamily="34" charset="0"/>
                <a:ea typeface="Consolas" pitchFamily="34" charset="-122"/>
                <a:cs typeface="Consolas" pitchFamily="34" charset="-120"/>
              </a:rPr>
              <a:t>; }</a:t>
            </a:r>
            <a:pPr indent="0" marL="0">
              <a:buNone/>
            </a:pPr>
            <a:endParaRPr lang="en-US" sz="1435" dirty="0"/>
          </a:p>
          <a:p>
            <a:pPr indent="0" marL="0">
              <a:buNone/>
            </a:pPr>
            <a:r>
              <a:rPr lang="en-US" sz="1435" dirty="0">
                <a:solidFill>
                  <a:srgbClr val="0550AE"/>
                </a:solidFill>
                <a:latin typeface="Consolas" pitchFamily="34" charset="0"/>
                <a:ea typeface="Consolas" pitchFamily="34" charset="-122"/>
                <a:cs typeface="Consolas" pitchFamily="34" charset="-120"/>
              </a:rPr>
              <a:t>.alt-card</a:t>
            </a:r>
            <a:pPr indent="0" marL="0">
              <a:buNone/>
            </a:pPr>
            <a:r>
              <a:rPr lang="en-US" sz="1435" dirty="0">
                <a:solidFill>
                  <a:srgbClr val="1F2328"/>
                </a:solidFill>
                <a:latin typeface="Consolas" pitchFamily="34" charset="0"/>
                <a:ea typeface="Consolas" pitchFamily="34" charset="-122"/>
                <a:cs typeface="Consolas" pitchFamily="34" charset="-120"/>
              </a:rPr>
              <a:t> { </a:t>
            </a:r>
            <a:pPr indent="0" marL="0">
              <a:buNone/>
            </a:pPr>
            <a:r>
              <a:rPr lang="en-US" sz="1435" dirty="0">
                <a:solidFill>
                  <a:srgbClr val="0550AE"/>
                </a:solidFill>
                <a:latin typeface="Consolas" pitchFamily="34" charset="0"/>
                <a:ea typeface="Consolas" pitchFamily="34" charset="-122"/>
                <a:cs typeface="Consolas" pitchFamily="34" charset="-120"/>
              </a:rPr>
              <a:t>border-radius</a:t>
            </a:r>
            <a:pPr indent="0" marL="0">
              <a:buNone/>
            </a:pPr>
            <a:r>
              <a:rPr lang="en-US" sz="1435" dirty="0">
                <a:solidFill>
                  <a:srgbClr val="1F2328"/>
                </a:solidFill>
                <a:latin typeface="Consolas" pitchFamily="34" charset="0"/>
                <a:ea typeface="Consolas" pitchFamily="34" charset="-122"/>
                <a:cs typeface="Consolas" pitchFamily="34" charset="-120"/>
              </a:rPr>
              <a:t>: </a:t>
            </a:r>
            <a:pPr indent="0" marL="0">
              <a:buNone/>
            </a:pPr>
            <a:r>
              <a:rPr lang="en-US" sz="1435" dirty="0">
                <a:solidFill>
                  <a:srgbClr val="0550AE"/>
                </a:solidFill>
                <a:latin typeface="Consolas" pitchFamily="34" charset="0"/>
                <a:ea typeface="Consolas" pitchFamily="34" charset="-122"/>
                <a:cs typeface="Consolas" pitchFamily="34" charset="-120"/>
              </a:rPr>
              <a:t>6px</a:t>
            </a:r>
            <a:pPr indent="0" marL="0">
              <a:buNone/>
            </a:pPr>
            <a:r>
              <a:rPr lang="en-US" sz="1435" dirty="0">
                <a:solidFill>
                  <a:srgbClr val="1F2328"/>
                </a:solidFill>
                <a:latin typeface="Consolas" pitchFamily="34" charset="0"/>
                <a:ea typeface="Consolas" pitchFamily="34" charset="-122"/>
                <a:cs typeface="Consolas" pitchFamily="34" charset="-120"/>
              </a:rPr>
              <a:t>; }</a:t>
            </a:r>
            <a:pPr indent="0" marL="0">
              <a:buNone/>
            </a:pPr>
            <a:endParaRPr lang="en-US" sz="143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692468"/>
            <a:ext cx="11291888" cy="684907"/>
          </a:xfrm>
          <a:prstGeom prst="rect">
            <a:avLst/>
          </a:prstGeom>
          <a:noFill/>
          <a:ln/>
        </p:spPr>
        <p:txBody>
          <a:bodyPr wrap="square" lIns="0" tIns="0" rIns="0" bIns="132588" rtlCol="0" anchor="t"/>
          <a:lstStyle/>
          <a:p>
            <a:pPr algn="l" indent="0" marL="0">
              <a:lnSpc>
                <a:spcPct val="109000"/>
              </a:lnSpc>
              <a:buNone/>
            </a:pPr>
            <a:r>
              <a:rPr lang="en-US" sz="3480" b="1" dirty="0">
                <a:solidFill>
                  <a:srgbClr val="224466"/>
                </a:solidFill>
                <a:latin typeface="Segoe UI" pitchFamily="34" charset="0"/>
                <a:ea typeface="Segoe UI" pitchFamily="34" charset="-122"/>
                <a:cs typeface="Segoe UI" pitchFamily="34" charset="-120"/>
              </a:rPr>
              <a:t>Slide 93: Nested list circle marker size (ADR-46)</a:t>
            </a:r>
            <a:endParaRPr lang="en-US" sz="3480" dirty="0"/>
          </a:p>
        </p:txBody>
      </p:sp>
      <p:sp>
        <p:nvSpPr>
          <p:cNvPr id="3" name="Text 1"/>
          <p:cNvSpPr/>
          <p:nvPr/>
        </p:nvSpPr>
        <p:spPr>
          <a:xfrm>
            <a:off x="747713" y="1515963"/>
            <a:ext cx="10696575" cy="5110162"/>
          </a:xfrm>
          <a:prstGeom prst="rect">
            <a:avLst/>
          </a:prstGeom>
          <a:noFill/>
          <a:ln/>
        </p:spPr>
        <p:txBody>
          <a:bodyPr wrap="square" lIns="0" tIns="0" rIns="0" bIns="0" rtlCol="0" anchor="t"/>
          <a:lstStyle/>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Design</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Generate detailed design from basic design</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Generate review site from detailed design</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Analyze source to generate documentation</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Development</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Develop from review site feedback</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Generate source from detailed design</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Automatic review on source control upload</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Testing</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Generate unit/integration scenarios from design</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Generate automation code for unit tests</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692468"/>
            <a:ext cx="11291888" cy="1237357"/>
          </a:xfrm>
          <a:prstGeom prst="rect">
            <a:avLst/>
          </a:prstGeom>
          <a:noFill/>
          <a:ln/>
        </p:spPr>
        <p:txBody>
          <a:bodyPr wrap="square" lIns="0" tIns="0" rIns="0" bIns="132588" rtlCol="0" anchor="t"/>
          <a:lstStyle/>
          <a:p>
            <a:pPr algn="l" indent="0" marL="0">
              <a:lnSpc>
                <a:spcPct val="104000"/>
              </a:lnSpc>
              <a:buNone/>
            </a:pPr>
            <a:r>
              <a:rPr lang="en-US" sz="3480" b="1" dirty="0">
                <a:solidFill>
                  <a:srgbClr val="224466"/>
                </a:solidFill>
                <a:latin typeface="Segoe UI" pitchFamily="34" charset="0"/>
                <a:ea typeface="Segoe UI" pitchFamily="34" charset="-122"/>
                <a:cs typeface="Segoe UI" pitchFamily="34" charset="-120"/>
              </a:rPr>
              <a:t>Slide 94: Text wrapping in constrained containers (ADR-46)</a:t>
            </a:r>
            <a:endParaRPr lang="en-US" sz="3480" dirty="0"/>
          </a:p>
        </p:txBody>
      </p:sp>
      <p:sp>
        <p:nvSpPr>
          <p:cNvPr id="3" name="Text 1"/>
          <p:cNvSpPr/>
          <p:nvPr/>
        </p:nvSpPr>
        <p:spPr>
          <a:xfrm>
            <a:off x="747713" y="2321183"/>
            <a:ext cx="5535692" cy="556468"/>
          </a:xfrm>
          <a:prstGeom prst="rect">
            <a:avLst/>
          </a:prstGeom>
          <a:noFill/>
          <a:ln/>
        </p:spPr>
        <p:txBody>
          <a:bodyPr wrap="square" lIns="0" tIns="0" rIns="0" bIns="107728" rtlCol="0" anchor="t"/>
          <a:lstStyle/>
          <a:p>
            <a:pPr algn="l" indent="0" marL="0">
              <a:lnSpc>
                <a:spcPct val="109000"/>
              </a:lnSpc>
              <a:buNone/>
            </a:pPr>
            <a:r>
              <a:rPr lang="en-US" sz="2828" b="1" dirty="0">
                <a:solidFill>
                  <a:srgbClr val="1F2328"/>
                </a:solidFill>
                <a:latin typeface="Segoe UI" pitchFamily="34" charset="0"/>
                <a:ea typeface="Segoe UI" pitchFamily="34" charset="-122"/>
                <a:cs typeface="Segoe UI" pitchFamily="34" charset="-120"/>
              </a:rPr>
              <a:t>Product AI Integration</a:t>
            </a:r>
            <a:endParaRPr lang="en-US" sz="2828" dirty="0"/>
          </a:p>
        </p:txBody>
      </p:sp>
      <p:sp>
        <p:nvSpPr>
          <p:cNvPr id="4" name="Text 2"/>
          <p:cNvSpPr/>
          <p:nvPr/>
        </p:nvSpPr>
        <p:spPr>
          <a:xfrm>
            <a:off x="747713" y="3005882"/>
            <a:ext cx="5272088" cy="966788"/>
          </a:xfrm>
          <a:prstGeom prst="rect">
            <a:avLst/>
          </a:prstGeom>
          <a:noFill/>
          <a:ln/>
        </p:spPr>
        <p:txBody>
          <a:bodyPr wrap="square" lIns="0" tIns="0" rIns="0" bIns="0" rtlCol="0" anchor="t"/>
          <a:lstStyle/>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Automated approval workflows</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Predictive analytics from ERP data</a:t>
            </a:r>
            <a:endParaRPr lang="en-US" sz="2175" dirty="0"/>
          </a:p>
        </p:txBody>
      </p:sp>
      <p:sp>
        <p:nvSpPr>
          <p:cNvPr id="5" name="Text 3"/>
          <p:cNvSpPr/>
          <p:nvPr/>
        </p:nvSpPr>
        <p:spPr>
          <a:xfrm>
            <a:off x="747713" y="4056013"/>
            <a:ext cx="5272088" cy="1243013"/>
          </a:xfrm>
          <a:prstGeom prst="rect">
            <a:avLst/>
          </a:prstGeom>
          <a:noFill/>
          <a:ln/>
        </p:spPr>
        <p:txBody>
          <a:bodyPr wrap="square" lIns="0" tIns="0" rIns="0" bIns="0" rtlCol="0" anchor="t"/>
          <a:lstStyle/>
          <a:p>
            <a:pPr algn="l" indent="0" marL="0">
              <a:lnSpc>
                <a:spcPct val="125000"/>
              </a:lnSpc>
              <a:buNone/>
            </a:pPr>
            <a:r>
              <a:rPr lang="en-US" sz="2175" dirty="0">
                <a:solidFill>
                  <a:srgbClr val="1F2328"/>
                </a:solidFill>
                <a:latin typeface="Segoe UI" pitchFamily="34" charset="0"/>
                <a:ea typeface="Segoe UI" pitchFamily="34" charset="-122"/>
                <a:cs typeface="Segoe UI" pitchFamily="34" charset="-120"/>
              </a:rPr>
              <a:t>Collaboration with the technology team is ongoing for AI-driven document processing.</a:t>
            </a:r>
            <a:endParaRPr lang="en-US" sz="2175" dirty="0"/>
          </a:p>
        </p:txBody>
      </p:sp>
      <p:sp>
        <p:nvSpPr>
          <p:cNvPr id="6" name="Text 4"/>
          <p:cNvSpPr/>
          <p:nvPr/>
        </p:nvSpPr>
        <p:spPr>
          <a:xfrm>
            <a:off x="6172200" y="2321183"/>
            <a:ext cx="5535692" cy="556468"/>
          </a:xfrm>
          <a:prstGeom prst="rect">
            <a:avLst/>
          </a:prstGeom>
          <a:noFill/>
          <a:ln/>
        </p:spPr>
        <p:txBody>
          <a:bodyPr wrap="square" lIns="0" tIns="0" rIns="0" bIns="107728" rtlCol="0" anchor="t"/>
          <a:lstStyle/>
          <a:p>
            <a:pPr algn="l" indent="0" marL="0">
              <a:lnSpc>
                <a:spcPct val="109000"/>
              </a:lnSpc>
              <a:buNone/>
            </a:pPr>
            <a:r>
              <a:rPr lang="en-US" sz="2828" b="1" dirty="0">
                <a:solidFill>
                  <a:srgbClr val="1F2328"/>
                </a:solidFill>
                <a:latin typeface="Segoe UI" pitchFamily="34" charset="0"/>
                <a:ea typeface="Segoe UI" pitchFamily="34" charset="-122"/>
                <a:cs typeface="Segoe UI" pitchFamily="34" charset="-120"/>
              </a:rPr>
              <a:t>Development AI Results</a:t>
            </a:r>
            <a:endParaRPr lang="en-US" sz="2828" dirty="0"/>
          </a:p>
        </p:txBody>
      </p:sp>
      <p:sp>
        <p:nvSpPr>
          <p:cNvPr id="7" name="Text 5"/>
          <p:cNvSpPr/>
          <p:nvPr/>
        </p:nvSpPr>
        <p:spPr>
          <a:xfrm>
            <a:off x="6172200" y="3005882"/>
            <a:ext cx="5272088" cy="3852118"/>
          </a:xfrm>
          <a:prstGeom prst="rect">
            <a:avLst/>
          </a:prstGeom>
          <a:noFill/>
          <a:ln/>
        </p:spPr>
        <p:txBody>
          <a:bodyPr wrap="square" lIns="0" tIns="0" rIns="0" bIns="0" rtlCol="0" anchor="t"/>
          <a:lstStyle/>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Design</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Generate detailed design from basic specs</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Generate review sites from design docs</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Development</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Generate source from design and review feedback</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Automatic code review on commit</a:t>
            </a:r>
            <a:endParaRPr lang="en-US" sz="2175" dirty="0"/>
          </a:p>
          <a:p>
            <a:pPr algn="l" marL="3429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Testing</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Generate test scenarios from specifications</a:t>
            </a:r>
            <a:endParaRPr lang="en-US" sz="2175" dirty="0"/>
          </a:p>
          <a:p>
            <a:pPr algn="l" lvl="1" marL="685800" indent="-342900">
              <a:lnSpc>
                <a:spcPct val="125000"/>
              </a:lnSpc>
              <a:buSzPct val="100000"/>
              <a:buChar char="◦"/>
            </a:pPr>
            <a:r>
              <a:rPr lang="en-US" sz="2175" dirty="0">
                <a:solidFill>
                  <a:srgbClr val="1F2328"/>
                </a:solidFill>
                <a:latin typeface="Segoe UI" pitchFamily="34" charset="0"/>
                <a:ea typeface="Segoe UI" pitchFamily="34" charset="-122"/>
                <a:cs typeface="Segoe UI" pitchFamily="34" charset="-120"/>
              </a:rPr>
              <a:t>Generate test automation source code</a:t>
            </a:r>
            <a:endParaRPr lang="en-US" sz="2175" dirty="0"/>
          </a:p>
        </p:txBody>
      </p:sp>
      <p:sp>
        <p:nvSpPr>
          <p:cNvPr id="25" name="Slide Number Placeholder 0"/>
          <p:cNvSpPr>
            <a:spLocks noGrp="1"/>
          </p:cNvSpPr>
          <p:nvPr>
            <p:ph type="sldNum" sz="quarter" idx="4294967295"/>
          </p:nvPr>
        </p:nvSpPr>
        <p:spPr>
          <a:xfrm>
            <a:off x="0" y="6343650"/>
            <a:ext cx="118110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350">
                <a:solidFill>
                  <a:srgbClr val="777777"/>
                </a:solidFill>
              </a:defRPr>
            </a:lvl1pPr>
          </a:lstStyle>
          <a:p>
            <a:pPr algn="r"/>
            <a:fld id="{F7021451-1387-4CA6-816F-3879F97B5CBC}" type="slidenum">
              <a:rPr b="0" lang="en-US"/>
              <a:t>95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95</Slides>
  <Notes>95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95</vt:i4>
      </vt:variant>
    </vt:vector>
  </HeadingPairs>
  <TitlesOfParts>
    <vt:vector size="9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2026-10-15T01:28:13Z</dcterms:created>
  <dcterms:modified xsi:type="dcterms:W3CDTF">2026-10-15T01:28:13Z</dcterms:modified>
</cp:coreProperties>
</file>