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sub/sup text should be vertically shifted, not just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math formulas render as readable text without duplicationKaTeX uses .katex-mathml (hidden MathML) + .katex-html (visual); only visual part should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block equations render as centred rasterized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slide has no page number; background image renderedTests ADR-33 SVG grouping for paginate:false + ![bg]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fitExpected: heading auto-scales to fill width; PPTX uses theme font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on left 40%, content on right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two backgrounds layered (or split)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image is contained (fit) rather than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checkbox items render with visible check/uncheck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h5/h6 render at smaller sizes; &lt;hr&gt; renders as horizontal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images respect height constraints; emoji shortcodes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1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25000"/>
              </a:lnSpc>
              <a:buNone/>
            </a:pPr>
            <a:endParaRPr lang="en-US" sz="3480" dirty="0"/>
          </a:p>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8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025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233761"/>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3018830"/>
            <a:ext cx="112918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627239"/>
            <a:ext cx="11291888" cy="362545"/>
          </a:xfrm>
          <a:prstGeom prst="rect">
            <a:avLst/>
          </a:prstGeom>
          <a:noFill/>
          <a:ln/>
        </p:spPr>
        <p:txBody>
          <a:bodyPr wrap="square" lIns="0" tIns="0" rIns="0" bIns="0" rtlCol="0" anchor="t"/>
          <a:lstStyle/>
          <a:p>
            <a:pPr algn="l" indent="0" marL="0">
              <a:lnSpc>
                <a:spcPct val="125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14218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12325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93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76240"/>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a:t>
            </a:r>
            <a:endParaRPr lang="en-US" sz="2175"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is also tested.</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endParaRPr lang="en-US" sz="2175" dirty="0"/>
          </a:p>
        </p:txBody>
      </p:sp>
      <p:sp>
        <p:nvSpPr>
          <p:cNvPr id="6" name="Text 4"/>
          <p:cNvSpPr/>
          <p:nvPr/>
        </p:nvSpPr>
        <p:spPr>
          <a:xfrm>
            <a:off x="747713" y="449059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15175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5471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113907"/>
            <a:ext cx="11001375" cy="1657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92365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90395"/>
            <a:ext cx="11001375" cy="36760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747713" y="7471470"/>
            <a:ext cx="11001375" cy="9144"/>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Consecutive emoji:</a:t>
            </a:r>
            <a:endParaRPr lang="en-US" sz="2175" dirty="0"/>
          </a:p>
        </p:txBody>
      </p:sp>
      <p:sp>
        <p:nvSpPr>
          <p:cNvPr id="10" name="Text 8"/>
          <p:cNvSpPr/>
          <p:nvPr/>
        </p:nvSpPr>
        <p:spPr>
          <a:xfrm>
            <a:off x="747713" y="80382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Five consecutive emoji in a row</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98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206528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263202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iota kappa.</a:t>
            </a:r>
            <a:endParaRPr lang="en-US" sz="2175" dirty="0"/>
          </a:p>
        </p:txBody>
      </p:sp>
      <p:sp>
        <p:nvSpPr>
          <p:cNvPr id="5" name="Text 3"/>
          <p:cNvSpPr/>
          <p:nvPr/>
        </p:nvSpPr>
        <p:spPr>
          <a:xfrm>
            <a:off x="747713" y="3198763"/>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6" name="Text 4"/>
          <p:cNvSpPr/>
          <p:nvPr/>
        </p:nvSpPr>
        <p:spPr>
          <a:xfrm>
            <a:off x="747713" y="3765500"/>
            <a:ext cx="10696575" cy="1864519"/>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83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Shape 1"/>
          <p:cNvSpPr/>
          <p:nvPr/>
        </p:nvSpPr>
        <p:spPr>
          <a:xfrm>
            <a:off x="747713" y="2785616"/>
            <a:ext cx="10696575" cy="1143000"/>
          </a:xfrm>
          <a:prstGeom prst="roundRect">
            <a:avLst>
              <a:gd name="adj" fmla="val 8000"/>
            </a:avLst>
          </a:prstGeom>
          <a:solidFill>
            <a:srgbClr val="F6F8FA"/>
          </a:solidFill>
          <a:ln w="9525">
            <a:solidFill>
              <a:srgbClr val="D1D9E0"/>
            </a:solidFill>
            <a:prstDash val="solid"/>
          </a:ln>
        </p:spPr>
      </p:sp>
      <p:sp>
        <p:nvSpPr>
          <p:cNvPr id="4" name="Text 2"/>
          <p:cNvSpPr/>
          <p:nvPr/>
        </p:nvSpPr>
        <p:spPr>
          <a:xfrm>
            <a:off x="747713" y="2785616"/>
            <a:ext cx="11077575" cy="1143000"/>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function</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greet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string</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`Hello, </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${name}</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5" name="Shape 3"/>
          <p:cNvSpPr/>
          <p:nvPr/>
        </p:nvSpPr>
        <p:spPr>
          <a:xfrm>
            <a:off x="747713" y="4081016"/>
            <a:ext cx="66675" cy="828675"/>
          </a:xfrm>
          <a:prstGeom prst="rect">
            <a:avLst/>
          </a:prstGeom>
          <a:solidFill>
            <a:srgbClr val="D1D9E0"/>
          </a:solidFill>
          <a:ln/>
        </p:spPr>
      </p:sp>
      <p:sp>
        <p:nvSpPr>
          <p:cNvPr id="6" name="Text 4"/>
          <p:cNvSpPr/>
          <p:nvPr/>
        </p:nvSpPr>
        <p:spPr>
          <a:xfrm>
            <a:off x="814388" y="4081016"/>
            <a:ext cx="10629900" cy="828675"/>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386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85020"/>
            <a:ext cx="10696575" cy="365998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97401"/>
            <a:ext cx="10696575" cy="1460599"/>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Shape 1"/>
          <p:cNvSpPr/>
          <p:nvPr/>
        </p:nvSpPr>
        <p:spPr>
          <a:xfrm>
            <a:off x="747713" y="1585020"/>
            <a:ext cx="10696575" cy="2486025"/>
          </a:xfrm>
          <a:prstGeom prst="roundRect">
            <a:avLst>
              <a:gd name="adj" fmla="val 1691"/>
            </a:avLst>
          </a:prstGeom>
          <a:solidFill>
            <a:srgbClr val="F6F8FA"/>
          </a:solidFill>
          <a:ln w="9525">
            <a:solidFill>
              <a:srgbClr val="D1D9E0"/>
            </a:solidFill>
            <a:prstDash val="solid"/>
          </a:ln>
        </p:spPr>
      </p:sp>
      <p:sp>
        <p:nvSpPr>
          <p:cNvPr id="4" name="Text 2"/>
          <p:cNvSpPr/>
          <p:nvPr/>
        </p:nvSpPr>
        <p:spPr>
          <a:xfrm>
            <a:off x="747713" y="1585020"/>
            <a:ext cx="11077575" cy="24860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Python sample</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import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asyncio</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def</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fetch_data</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url: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str</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-&gt;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dict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"""Fetch data asynchronously"""</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aiohttp.ClientSession()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async</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with</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session.get(url)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return</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await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response.json()</a:t>
            </a:r>
            <a:endParaRPr lang="en-US" sz="1849" dirty="0"/>
          </a:p>
        </p:txBody>
      </p:sp>
      <p:sp>
        <p:nvSpPr>
          <p:cNvPr id="5" name="Shape 3"/>
          <p:cNvSpPr/>
          <p:nvPr/>
        </p:nvSpPr>
        <p:spPr>
          <a:xfrm>
            <a:off x="747713" y="4223445"/>
            <a:ext cx="10696575" cy="1952625"/>
          </a:xfrm>
          <a:prstGeom prst="roundRect">
            <a:avLst>
              <a:gd name="adj" fmla="val 2741"/>
            </a:avLst>
          </a:prstGeom>
          <a:solidFill>
            <a:srgbClr val="F6F8FA"/>
          </a:solidFill>
          <a:ln w="9525">
            <a:solidFill>
              <a:srgbClr val="D1D9E0"/>
            </a:solidFill>
            <a:prstDash val="solid"/>
          </a:ln>
        </p:spPr>
      </p:sp>
      <p:sp>
        <p:nvSpPr>
          <p:cNvPr id="6" name="Text 4"/>
          <p:cNvSpPr/>
          <p:nvPr/>
        </p:nvSpPr>
        <p:spPr>
          <a:xfrm>
            <a:off x="747713" y="4223445"/>
            <a:ext cx="11077575" cy="195262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SELECT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u.name, </a:t>
            </a:r>
            <a:pPr algn="l" indent="0" marL="0">
              <a:lnSpc>
                <a:spcPct val="115000"/>
              </a:lnSpc>
              <a:buNone/>
            </a:pPr>
            <a:r>
              <a:rPr lang="en-US" sz="1849" dirty="0">
                <a:solidFill>
                  <a:srgbClr val="953800"/>
                </a:solidFill>
                <a:latin typeface="Consolas" pitchFamily="34" charset="0"/>
                <a:ea typeface="Consolas" pitchFamily="34" charset="-122"/>
                <a:cs typeface="Consolas" pitchFamily="34" charset="-120"/>
              </a:rPr>
              <a:t>COUNT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(o.id)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AS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FROM</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users u</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LEFT</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JOIN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orders o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o.user_id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WHERE</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u.created_at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&gt;=</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'2024-01-01'</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GROUP</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u.id</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ORDER</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BY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order_count </a:t>
            </a:r>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DESC</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4028182"/>
            <a:ext cx="81438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9493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8502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5009257"/>
            <a:ext cx="11001375" cy="51435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sp>
        <p:nvSpPr>
          <p:cNvPr id="6" name="Text 3"/>
          <p:cNvSpPr/>
          <p:nvPr/>
        </p:nvSpPr>
        <p:spPr>
          <a:xfrm>
            <a:off x="747713" y="8533507"/>
            <a:ext cx="11001375" cy="914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Grayscale (right)</a:t>
            </a:r>
            <a:endParaRPr lang="en-US" sz="2175" dirty="0"/>
          </a:p>
        </p:txBody>
      </p:sp>
      <p:pic>
        <p:nvPicPr>
          <p:cNvPr id="7"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endParaRPr lang="en-US" sz="2175" dirty="0"/>
          </a:p>
        </p:txBody>
      </p:sp>
      <p:sp>
        <p:nvSpPr>
          <p:cNvPr id="4" name="Text 2"/>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8884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22614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50000"/>
              </a:lnSpc>
              <a:buNone/>
            </a:pPr>
            <a:endParaRPr lang="en-US" sz="2175" dirty="0"/>
          </a:p>
          <a:p>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1022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Shape 1"/>
          <p:cNvSpPr/>
          <p:nvPr/>
        </p:nvSpPr>
        <p:spPr>
          <a:xfrm>
            <a:off x="747713" y="2847529"/>
            <a:ext cx="10696575" cy="1171575"/>
          </a:xfrm>
          <a:prstGeom prst="roundRect">
            <a:avLst>
              <a:gd name="adj" fmla="val 10153"/>
            </a:avLst>
          </a:prstGeom>
          <a:solidFill>
            <a:srgbClr val="F0F4FF"/>
          </a:solidFill>
          <a:ln w="19050">
            <a:solidFill>
              <a:srgbClr val="333366"/>
            </a:solidFill>
            <a:prstDash val="solid"/>
          </a:ln>
        </p:spPr>
      </p:sp>
      <p:sp>
        <p:nvSpPr>
          <p:cNvPr id="4" name="Text 2"/>
          <p:cNvSpPr/>
          <p:nvPr/>
        </p:nvSpPr>
        <p:spPr>
          <a:xfrm>
            <a:off x="747713" y="2847529"/>
            <a:ext cx="11077575" cy="1171575"/>
          </a:xfrm>
          <a:prstGeom prst="rect">
            <a:avLst/>
          </a:prstGeom>
          <a:noFill/>
          <a:ln/>
        </p:spPr>
        <p:txBody>
          <a:bodyPr wrap="square" lIns="152400" tIns="152400" rIns="152400" bIns="1524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5" name="Text 3"/>
          <p:cNvSpPr/>
          <p:nvPr/>
        </p:nvSpPr>
        <p:spPr>
          <a:xfrm>
            <a:off x="747713" y="40191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4295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Shape 1"/>
          <p:cNvSpPr/>
          <p:nvPr/>
        </p:nvSpPr>
        <p:spPr>
          <a:xfrm>
            <a:off x="747713" y="2780258"/>
            <a:ext cx="5272088" cy="2134791"/>
          </a:xfrm>
          <a:prstGeom prst="roundRect">
            <a:avLst>
              <a:gd name="adj" fmla="val 4587"/>
            </a:avLst>
          </a:prstGeom>
          <a:solidFill>
            <a:srgbClr val="F8F9FF"/>
          </a:solidFill>
          <a:ln w="9525">
            <a:solidFill>
              <a:srgbClr val="CCCCCC"/>
            </a:solidFill>
            <a:prstDash val="solid"/>
          </a:ln>
        </p:spPr>
      </p:sp>
      <p:sp>
        <p:nvSpPr>
          <p:cNvPr id="4" name="Text 2"/>
          <p:cNvSpPr/>
          <p:nvPr/>
        </p:nvSpPr>
        <p:spPr>
          <a:xfrm>
            <a:off x="909638"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A</a:t>
            </a:r>
            <a:endParaRPr lang="en-US" sz="2392" dirty="0"/>
          </a:p>
        </p:txBody>
      </p:sp>
      <p:sp>
        <p:nvSpPr>
          <p:cNvPr id="5" name="Text 3"/>
          <p:cNvSpPr/>
          <p:nvPr/>
        </p:nvSpPr>
        <p:spPr>
          <a:xfrm>
            <a:off x="909638" y="3702993"/>
            <a:ext cx="4948238"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175" dirty="0"/>
          </a:p>
        </p:txBody>
      </p:sp>
      <p:sp>
        <p:nvSpPr>
          <p:cNvPr id="6" name="Shape 4"/>
          <p:cNvSpPr/>
          <p:nvPr/>
        </p:nvSpPr>
        <p:spPr>
          <a:xfrm>
            <a:off x="6172200" y="2780258"/>
            <a:ext cx="5272088" cy="2134791"/>
          </a:xfrm>
          <a:prstGeom prst="roundRect">
            <a:avLst>
              <a:gd name="adj" fmla="val 4587"/>
            </a:avLst>
          </a:prstGeom>
          <a:solidFill>
            <a:srgbClr val="FFF8F0"/>
          </a:solidFill>
          <a:ln w="9525">
            <a:solidFill>
              <a:srgbClr val="CCCCCC"/>
            </a:solidFill>
            <a:prstDash val="solid"/>
          </a:ln>
        </p:spPr>
      </p:sp>
      <p:sp>
        <p:nvSpPr>
          <p:cNvPr id="7" name="Text 5"/>
          <p:cNvSpPr/>
          <p:nvPr/>
        </p:nvSpPr>
        <p:spPr>
          <a:xfrm>
            <a:off x="6334125" y="3170783"/>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Card B</a:t>
            </a:r>
            <a:endParaRPr lang="en-US" sz="2392" dirty="0"/>
          </a:p>
        </p:txBody>
      </p:sp>
      <p:sp>
        <p:nvSpPr>
          <p:cNvPr id="8" name="Text 6"/>
          <p:cNvSpPr/>
          <p:nvPr/>
        </p:nvSpPr>
        <p:spPr>
          <a:xfrm>
            <a:off x="6334125" y="3702993"/>
            <a:ext cx="4948238"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102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Shape 1"/>
          <p:cNvSpPr/>
          <p:nvPr/>
        </p:nvSpPr>
        <p:spPr>
          <a:xfrm>
            <a:off x="747713" y="3499991"/>
            <a:ext cx="3489275" cy="1247775"/>
          </a:xfrm>
          <a:prstGeom prst="roundRect">
            <a:avLst>
              <a:gd name="adj" fmla="val 8951"/>
            </a:avLst>
          </a:prstGeom>
          <a:ln w="19050">
            <a:solidFill>
              <a:srgbClr val="0066CC"/>
            </a:solidFill>
            <a:prstDash val="solid"/>
          </a:ln>
        </p:spPr>
      </p:sp>
      <p:sp>
        <p:nvSpPr>
          <p:cNvPr id="4" name="Text 2"/>
          <p:cNvSpPr/>
          <p:nvPr/>
        </p:nvSpPr>
        <p:spPr>
          <a:xfrm>
            <a:off x="881063"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Shape 3"/>
          <p:cNvSpPr/>
          <p:nvPr/>
        </p:nvSpPr>
        <p:spPr>
          <a:xfrm>
            <a:off x="4351288" y="3499991"/>
            <a:ext cx="3489275" cy="1247775"/>
          </a:xfrm>
          <a:prstGeom prst="roundRect">
            <a:avLst>
              <a:gd name="adj" fmla="val 8951"/>
            </a:avLst>
          </a:prstGeom>
          <a:ln w="19050">
            <a:solidFill>
              <a:srgbClr val="CC6600"/>
            </a:solidFill>
            <a:prstDash val="solid"/>
          </a:ln>
        </p:spPr>
      </p:sp>
      <p:sp>
        <p:nvSpPr>
          <p:cNvPr id="6" name="Text 4"/>
          <p:cNvSpPr/>
          <p:nvPr/>
        </p:nvSpPr>
        <p:spPr>
          <a:xfrm>
            <a:off x="4484638" y="3633341"/>
            <a:ext cx="32225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7" name="Shape 5"/>
          <p:cNvSpPr/>
          <p:nvPr/>
        </p:nvSpPr>
        <p:spPr>
          <a:xfrm>
            <a:off x="7954863" y="3499991"/>
            <a:ext cx="3489424" cy="1247775"/>
          </a:xfrm>
          <a:prstGeom prst="roundRect">
            <a:avLst>
              <a:gd name="adj" fmla="val 8951"/>
            </a:avLst>
          </a:prstGeom>
          <a:ln w="19050">
            <a:solidFill>
              <a:srgbClr val="006600"/>
            </a:solidFill>
            <a:prstDash val="solid"/>
          </a:ln>
        </p:spPr>
      </p:sp>
      <p:sp>
        <p:nvSpPr>
          <p:cNvPr id="8" name="Text 6"/>
          <p:cNvSpPr/>
          <p:nvPr/>
        </p:nvSpPr>
        <p:spPr>
          <a:xfrm>
            <a:off x="8088213" y="3633341"/>
            <a:ext cx="3527524"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49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73722"/>
            <a:ext cx="106584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564285"/>
            <a:ext cx="104108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Shape 5"/>
          <p:cNvSpPr/>
          <p:nvPr/>
        </p:nvSpPr>
        <p:spPr>
          <a:xfrm>
            <a:off x="1042988" y="4131022"/>
            <a:ext cx="10106025" cy="566738"/>
          </a:xfrm>
          <a:prstGeom prst="roundRect">
            <a:avLst>
              <a:gd name="adj" fmla="val 21693"/>
            </a:avLst>
          </a:prstGeom>
          <a:solidFill>
            <a:srgbClr val="FFF3CD"/>
          </a:solidFill>
          <a:ln/>
        </p:spPr>
      </p:sp>
      <p:sp>
        <p:nvSpPr>
          <p:cNvPr id="8" name="Text 6"/>
          <p:cNvSpPr/>
          <p:nvPr/>
        </p:nvSpPr>
        <p:spPr>
          <a:xfrm>
            <a:off x="1042988" y="4131022"/>
            <a:ext cx="10487025" cy="566738"/>
          </a:xfrm>
          <a:prstGeom prst="rect">
            <a:avLst/>
          </a:prstGeom>
          <a:noFill/>
          <a:ln/>
        </p:spPr>
        <p:txBody>
          <a:bodyPr wrap="square" lIns="76200" tIns="76200" rIns="76200" bIns="762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673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Shape 1"/>
          <p:cNvSpPr/>
          <p:nvPr/>
        </p:nvSpPr>
        <p:spPr>
          <a:xfrm>
            <a:off x="747713" y="3159472"/>
            <a:ext cx="304800" cy="304800"/>
          </a:xfrm>
          <a:prstGeom prst="roundRect">
            <a:avLst>
              <a:gd name="adj" fmla="val 150000"/>
            </a:avLst>
          </a:prstGeom>
          <a:solidFill>
            <a:srgbClr val="0066CC"/>
          </a:solidFill>
          <a:ln/>
        </p:spPr>
      </p:sp>
      <p:sp>
        <p:nvSpPr>
          <p:cNvPr id="4" name="Text 2"/>
          <p:cNvSpPr/>
          <p:nvPr/>
        </p:nvSpPr>
        <p:spPr>
          <a:xfrm>
            <a:off x="747713" y="3159472"/>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5" name="Text 3"/>
          <p:cNvSpPr/>
          <p:nvPr/>
        </p:nvSpPr>
        <p:spPr>
          <a:xfrm>
            <a:off x="1147763" y="3104704"/>
            <a:ext cx="3705523"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6" name="Shape 4"/>
          <p:cNvSpPr/>
          <p:nvPr/>
        </p:nvSpPr>
        <p:spPr>
          <a:xfrm>
            <a:off x="747713" y="3695105"/>
            <a:ext cx="304800" cy="304800"/>
          </a:xfrm>
          <a:prstGeom prst="roundRect">
            <a:avLst>
              <a:gd name="adj" fmla="val 150000"/>
            </a:avLst>
          </a:prstGeom>
          <a:solidFill>
            <a:srgbClr val="0066CC"/>
          </a:solidFill>
          <a:ln/>
        </p:spPr>
      </p:sp>
      <p:sp>
        <p:nvSpPr>
          <p:cNvPr id="7" name="Text 5"/>
          <p:cNvSpPr/>
          <p:nvPr/>
        </p:nvSpPr>
        <p:spPr>
          <a:xfrm>
            <a:off x="747713" y="3695105"/>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8" name="Text 6"/>
          <p:cNvSpPr/>
          <p:nvPr/>
        </p:nvSpPr>
        <p:spPr>
          <a:xfrm>
            <a:off x="1147763" y="3633341"/>
            <a:ext cx="5888831"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9" name="Shape 7"/>
          <p:cNvSpPr/>
          <p:nvPr/>
        </p:nvSpPr>
        <p:spPr>
          <a:xfrm>
            <a:off x="747713" y="4230886"/>
            <a:ext cx="304800" cy="304800"/>
          </a:xfrm>
          <a:prstGeom prst="roundRect">
            <a:avLst>
              <a:gd name="adj" fmla="val 150000"/>
            </a:avLst>
          </a:prstGeom>
          <a:solidFill>
            <a:srgbClr val="0066CC"/>
          </a:solidFill>
          <a:ln/>
        </p:spPr>
      </p:sp>
      <p:sp>
        <p:nvSpPr>
          <p:cNvPr id="10" name="Text 8"/>
          <p:cNvSpPr/>
          <p:nvPr/>
        </p:nvSpPr>
        <p:spPr>
          <a:xfrm>
            <a:off x="747713" y="4230886"/>
            <a:ext cx="381000" cy="304800"/>
          </a:xfrm>
          <a:prstGeom prst="rect">
            <a:avLst/>
          </a:prstGeom>
          <a:noFill/>
          <a:ln/>
        </p:spPr>
        <p:txBody>
          <a:bodyPr wrap="square" lIns="0" tIns="0" rIns="0" bIns="0" rtlCol="0" anchor="ctr"/>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11" name="Text 9"/>
          <p:cNvSpPr/>
          <p:nvPr/>
        </p:nvSpPr>
        <p:spPr>
          <a:xfrm>
            <a:off x="1147763" y="4176117"/>
            <a:ext cx="1060132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4886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714774"/>
            <a:ext cx="52530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246983"/>
            <a:ext cx="5253038" cy="1243013"/>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50000"/>
              </a:lnSpc>
              <a:buNone/>
            </a:pPr>
            <a:endParaRPr lang="en-US" sz="2175" dirty="0"/>
          </a:p>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642396"/>
            <a:ext cx="525303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51980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35711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endParaRPr lang="en-US" sz="2175" dirty="0"/>
          </a:p>
        </p:txBody>
      </p:sp>
      <p:sp>
        <p:nvSpPr>
          <p:cNvPr id="5" name="Text 3"/>
          <p:cNvSpPr/>
          <p:nvPr/>
        </p:nvSpPr>
        <p:spPr>
          <a:xfrm>
            <a:off x="747713" y="3923854"/>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6" name="Text 4"/>
          <p:cNvSpPr/>
          <p:nvPr/>
        </p:nvSpPr>
        <p:spPr>
          <a:xfrm>
            <a:off x="285750" y="6400800"/>
            <a:ext cx="11906250" cy="257175"/>
          </a:xfrm>
          <a:prstGeom prst="rect">
            <a:avLst/>
          </a:prstGeom>
          <a:noFill/>
          <a:ln/>
        </p:spPr>
        <p:txBody>
          <a:bodyPr wrap="square" lIns="0" tIns="0" rIns="0" bIns="0" rtlCol="0" anchor="t"/>
          <a:lstStyle/>
          <a:p>
            <a:pPr algn="l" indent="0" marL="0">
              <a:lnSpc>
                <a:spcPct val="15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701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93431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501057"/>
            <a:ext cx="10696575" cy="3259782"/>
          </a:xfrm>
          <a:prstGeom prst="rect">
            <a:avLst/>
          </a:prstGeom>
          <a:noFill/>
          <a:ln/>
        </p:spPr>
        <p:txBody>
          <a:bodyPr wrap="square" lIns="0" tIns="0" rIns="0" bIns="0" rtlCol="0" anchor="t"/>
          <a:lstStyle/>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Fullwidth symbols: 「括弧」『二重括弧』【太括弧】〔亀甲括弧〕</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Math-like: x² + y² = z², α・β・γ</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Long vowel mark: ー (katakana) included in words</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Repetition mark: 〜がテ゛スト〜</a:t>
            </a:r>
            <a:endParaRPr lang="en-US" sz="1849" dirty="0"/>
          </a:p>
          <a:p>
            <a:pPr algn="l" marL="342900" indent="-342900">
              <a:lnSpc>
                <a:spcPct val="150000"/>
              </a:lnSpc>
              <a:buSzPct val="100000"/>
              <a:buChar char="•"/>
            </a:pPr>
            <a:r>
              <a:rPr lang="en-US" sz="2175" dirty="0">
                <a:solidFill>
                  <a:srgbClr val="1F2328"/>
                </a:solidFill>
                <a:latin typeface="Noto Sans" pitchFamily="34" charset="0"/>
                <a:ea typeface="Noto Sans" pitchFamily="34" charset="-122"/>
                <a:cs typeface="Noto Sans"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005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2037904"/>
            <a:ext cx="11001375" cy="248602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Noto Sans" pitchFamily="34" charset="0"/>
                <a:ea typeface="Noto Sans" pitchFamily="34" charset="-122"/>
                <a:cs typeface="Noto Sans"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76329"/>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endParaRPr lang="en-US" sz="2175" dirty="0"/>
          </a:p>
        </p:txBody>
      </p:sp>
      <p:sp>
        <p:nvSpPr>
          <p:cNvPr id="5" name="Text 3"/>
          <p:cNvSpPr/>
          <p:nvPr/>
        </p:nvSpPr>
        <p:spPr>
          <a:xfrm>
            <a:off x="747713" y="524306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2198"/>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33179"/>
            <a:ext cx="11291888" cy="383828"/>
          </a:xfrm>
          <a:prstGeom prst="rect">
            <a:avLst/>
          </a:prstGeom>
          <a:noFill/>
          <a:ln/>
        </p:spPr>
        <p:txBody>
          <a:bodyPr wrap="square" lIns="0" tIns="0" rIns="0" bIns="74295" rtlCol="0" anchor="t"/>
          <a:lstStyle/>
          <a:p>
            <a:pPr algn="l" indent="0" marL="0">
              <a:lnSpc>
                <a:spcPct val="125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69406"/>
            <a:ext cx="11001375" cy="285750"/>
          </a:xfrm>
          <a:prstGeom prst="rect">
            <a:avLst/>
          </a:prstGeom>
          <a:noFill/>
          <a:ln/>
        </p:spPr>
        <p:txBody>
          <a:bodyPr wrap="square" lIns="0" tIns="0" rIns="0" bIns="0" rtlCol="0" anchor="t"/>
          <a:lstStyle/>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Shape 3"/>
          <p:cNvSpPr/>
          <p:nvPr/>
        </p:nvSpPr>
        <p:spPr>
          <a:xfrm>
            <a:off x="747713" y="3307556"/>
            <a:ext cx="5291138" cy="1390650"/>
          </a:xfrm>
          <a:prstGeom prst="roundRect">
            <a:avLst>
              <a:gd name="adj" fmla="val 7206"/>
            </a:avLst>
          </a:prstGeom>
          <a:solidFill>
            <a:srgbClr val="F0F8FF"/>
          </a:solidFill>
          <a:ln w="9525">
            <a:solidFill>
              <a:srgbClr val="CCCCCC"/>
            </a:solidFill>
            <a:prstDash val="solid"/>
          </a:ln>
        </p:spPr>
      </p:sp>
      <p:sp>
        <p:nvSpPr>
          <p:cNvPr id="6" name="Text 4"/>
          <p:cNvSpPr/>
          <p:nvPr/>
        </p:nvSpPr>
        <p:spPr>
          <a:xfrm>
            <a:off x="747713" y="3307556"/>
            <a:ext cx="53673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Shape 5"/>
          <p:cNvSpPr/>
          <p:nvPr/>
        </p:nvSpPr>
        <p:spPr>
          <a:xfrm>
            <a:off x="6153150" y="3307556"/>
            <a:ext cx="5291138" cy="1390650"/>
          </a:xfrm>
          <a:prstGeom prst="roundRect">
            <a:avLst>
              <a:gd name="adj" fmla="val 7206"/>
            </a:avLst>
          </a:prstGeom>
          <a:solidFill>
            <a:srgbClr val="FFF0F0"/>
          </a:solidFill>
          <a:ln w="9525">
            <a:solidFill>
              <a:srgbClr val="CCCCCC"/>
            </a:solidFill>
            <a:prstDash val="solid"/>
          </a:ln>
        </p:spPr>
      </p:sp>
      <p:sp>
        <p:nvSpPr>
          <p:cNvPr id="8" name="Text 6"/>
          <p:cNvSpPr/>
          <p:nvPr/>
        </p:nvSpPr>
        <p:spPr>
          <a:xfrm>
            <a:off x="6153150" y="3307556"/>
            <a:ext cx="5672138" cy="1390650"/>
          </a:xfrm>
          <a:prstGeom prst="rect">
            <a:avLst/>
          </a:prstGeom>
          <a:noFill/>
          <a:ln/>
        </p:spPr>
        <p:txBody>
          <a:bodyPr wrap="square" lIns="114300" tIns="114300" rIns="114300" bIns="11430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50000"/>
              </a:lnSpc>
              <a:buNone/>
            </a:pPr>
            <a:endParaRPr lang="en-US" sz="1500" dirty="0"/>
          </a:p>
          <a:p>
            <a:pPr algn="l" indent="0" marL="0">
              <a:lnSpc>
                <a:spcPct val="15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9" name="Shape 7"/>
          <p:cNvSpPr/>
          <p:nvPr/>
        </p:nvSpPr>
        <p:spPr>
          <a:xfrm>
            <a:off x="747713" y="4774406"/>
            <a:ext cx="10696575" cy="451396"/>
          </a:xfrm>
          <a:prstGeom prst="roundRect">
            <a:avLst>
              <a:gd name="adj" fmla="val 51294"/>
            </a:avLst>
          </a:prstGeom>
          <a:solidFill>
            <a:srgbClr val="FFFDE7"/>
          </a:solidFill>
          <a:ln w="9525">
            <a:solidFill>
              <a:srgbClr val="F0C040"/>
            </a:solidFill>
            <a:prstDash val="solid"/>
          </a:ln>
        </p:spPr>
      </p:sp>
      <p:sp>
        <p:nvSpPr>
          <p:cNvPr id="10" name="Text 8"/>
          <p:cNvSpPr/>
          <p:nvPr/>
        </p:nvSpPr>
        <p:spPr>
          <a:xfrm>
            <a:off x="747713" y="4774406"/>
            <a:ext cx="11077575" cy="451396"/>
          </a:xfrm>
          <a:prstGeom prst="rect">
            <a:avLst/>
          </a:prstGeom>
          <a:noFill/>
          <a:ln/>
        </p:spPr>
        <p:txBody>
          <a:bodyPr wrap="square" lIns="95250" tIns="95250" rIns="95250" bIns="9525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5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49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50000"/>
              </a:lnSpc>
              <a:buNone/>
            </a:pPr>
            <a:endParaRPr lang="en-US" sz="2175" dirty="0"/>
          </a:p>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5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5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839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Shape 1"/>
          <p:cNvSpPr/>
          <p:nvPr/>
        </p:nvSpPr>
        <p:spPr>
          <a:xfrm>
            <a:off x="747713" y="2137470"/>
            <a:ext cx="10696575" cy="4105275"/>
          </a:xfrm>
          <a:prstGeom prst="roundRect">
            <a:avLst>
              <a:gd name="adj" fmla="val 620"/>
            </a:avLst>
          </a:prstGeom>
          <a:solidFill>
            <a:srgbClr val="F6F8FA"/>
          </a:solidFill>
          <a:ln w="9525">
            <a:solidFill>
              <a:srgbClr val="D1D9E0"/>
            </a:solidFill>
            <a:prstDash val="solid"/>
          </a:ln>
        </p:spPr>
      </p:sp>
      <p:sp>
        <p:nvSpPr>
          <p:cNvPr id="4" name="Text 2"/>
          <p:cNvSpPr/>
          <p:nvPr/>
        </p:nvSpPr>
        <p:spPr>
          <a:xfrm>
            <a:off x="747713" y="2137470"/>
            <a:ext cx="11077575" cy="41052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Very long single line of code — wrapping/clipping test</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veryLongVariableName = </a:t>
            </a:r>
            <a:pPr algn="l" indent="0" marL="0">
              <a:lnSpc>
                <a:spcPct val="115000"/>
              </a:lnSpc>
              <a:buNone/>
            </a:pPr>
            <a:r>
              <a:rPr lang="en-US" sz="1849" dirty="0">
                <a:solidFill>
                  <a:srgbClr val="6639BA"/>
                </a:solidFill>
                <a:latin typeface="Consolas" pitchFamily="34" charset="0"/>
                <a:ea typeface="Consolas" pitchFamily="34" charset="-122"/>
                <a:cs typeface="Consolas" pitchFamily="34" charset="-120"/>
              </a:rPr>
              <a:t>someFunction</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'value1'</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'value2'</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key4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A3069"/>
                </a:solidFill>
                <a:latin typeface="Consolas" pitchFamily="34" charset="0"/>
                <a:ea typeface="Consolas" pitchFamily="34" charset="-122"/>
                <a:cs typeface="Consolas" pitchFamily="34" charset="-120"/>
              </a:rPr>
              <a:t>'value4'</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endParaRPr lang="en-US" sz="1849" dirty="0"/>
          </a:p>
          <a:p>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Code with comments</a:t>
            </a:r>
            <a:pPr algn="l" indent="0" marL="0">
              <a:lnSpc>
                <a:spcPct val="115000"/>
              </a:lnSpc>
              <a:buNone/>
            </a:pPr>
            <a:endParaRPr lang="en-US" sz="1849" dirty="0"/>
          </a:p>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config = {</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apiKey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process.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env</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API_KEY</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Loaded from environment variable</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timeout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30000</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Timeout: 30 seconds</a:t>
            </a:r>
            <a:pPr algn="l" indent="0" marL="0">
              <a:lnSpc>
                <a:spcPct val="115000"/>
              </a:lnSpc>
              <a:buNone/>
            </a:pPr>
            <a:endParaRPr lang="en-US" sz="1849" dirty="0"/>
          </a:p>
          <a:p>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retries</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3</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a:t>
            </a:r>
            <a:pPr algn="l" indent="0" marL="0">
              <a:lnSpc>
                <a:spcPct val="115000"/>
              </a:lnSpc>
              <a:buNone/>
            </a:pPr>
            <a:r>
              <a:rPr lang="en-US" sz="1849" dirty="0">
                <a:solidFill>
                  <a:srgbClr val="59636E"/>
                </a:solidFill>
                <a:latin typeface="Consolas" pitchFamily="34" charset="0"/>
                <a:ea typeface="Consolas" pitchFamily="34" charset="-122"/>
                <a:cs typeface="Consolas" pitchFamily="34" charset="-120"/>
              </a:rPr>
              <a:t>// Retry count</a:t>
            </a:r>
            <a:pPr algn="l" indent="0" marL="0">
              <a:lnSpc>
                <a:spcPct val="115000"/>
              </a:lnSpc>
              <a:buNone/>
            </a:pPr>
            <a:endParaRPr lang="en-US" sz="1849" dirty="0"/>
          </a:p>
          <a:p>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5474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73102"/>
            <a:ext cx="6326386"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205311"/>
            <a:ext cx="6326386" cy="1878657"/>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50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236369"/>
            <a:ext cx="6326386"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78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64512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8214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Shape 4"/>
          <p:cNvSpPr/>
          <p:nvPr/>
        </p:nvSpPr>
        <p:spPr>
          <a:xfrm>
            <a:off x="747713" y="4388197"/>
            <a:ext cx="10696575" cy="661988"/>
          </a:xfrm>
          <a:prstGeom prst="roundRect">
            <a:avLst>
              <a:gd name="adj" fmla="val 23850"/>
            </a:avLst>
          </a:prstGeom>
          <a:solidFill>
            <a:srgbClr val="E8F4FF"/>
          </a:solidFill>
          <a:ln w="9525">
            <a:solidFill>
              <a:srgbClr val="336699"/>
            </a:solidFill>
            <a:prstDash val="solid"/>
          </a:ln>
        </p:spPr>
      </p:sp>
      <p:sp>
        <p:nvSpPr>
          <p:cNvPr id="7" name="Text 5"/>
          <p:cNvSpPr/>
          <p:nvPr/>
        </p:nvSpPr>
        <p:spPr>
          <a:xfrm>
            <a:off x="747713" y="4388197"/>
            <a:ext cx="11077575" cy="661988"/>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59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83285"/>
            <a:ext cx="11001375" cy="400050"/>
          </a:xfrm>
          <a:prstGeom prst="rect">
            <a:avLst/>
          </a:prstGeom>
          <a:noFill/>
          <a:ln/>
        </p:spPr>
        <p:txBody>
          <a:bodyPr wrap="square" lIns="0" tIns="0" rIns="0" bIns="0" rtlCol="0" anchor="t"/>
          <a:lstStyle/>
          <a:p>
            <a:pPr algn="l" indent="0" marL="0">
              <a:lnSpc>
                <a:spcPct val="150000"/>
              </a:lnSpc>
              <a:buNone/>
            </a:pPr>
            <a:r>
              <a:rPr lang="en-US" sz="2100" dirty="0">
                <a:solidFill>
                  <a:srgbClr val="1F2328"/>
                </a:solidFill>
                <a:latin typeface="Segoe UI" pitchFamily="34" charset="0"/>
                <a:ea typeface="Segoe UI" pitchFamily="34" charset="-122"/>
                <a:cs typeface="Segoe UI" pitchFamily="34" charset="-120"/>
              </a:rPr>
              <a:t>Large text (28px)</a:t>
            </a:r>
            <a:endParaRPr lang="en-US" sz="2100" dirty="0"/>
          </a:p>
        </p:txBody>
      </p:sp>
      <p:sp>
        <p:nvSpPr>
          <p:cNvPr id="4" name="Text 2"/>
          <p:cNvSpPr/>
          <p:nvPr/>
        </p:nvSpPr>
        <p:spPr>
          <a:xfrm>
            <a:off x="747713" y="3583335"/>
            <a:ext cx="11001375"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Normal text (22px)</a:t>
            </a:r>
            <a:endParaRPr lang="en-US" sz="1650" dirty="0"/>
          </a:p>
        </p:txBody>
      </p:sp>
      <p:sp>
        <p:nvSpPr>
          <p:cNvPr id="5" name="Text 3"/>
          <p:cNvSpPr/>
          <p:nvPr/>
        </p:nvSpPr>
        <p:spPr>
          <a:xfrm>
            <a:off x="747713" y="3897660"/>
            <a:ext cx="11001375" cy="257175"/>
          </a:xfrm>
          <a:prstGeom prst="rect">
            <a:avLst/>
          </a:prstGeom>
          <a:noFill/>
          <a:ln/>
        </p:spPr>
        <p:txBody>
          <a:bodyPr wrap="square" lIns="0" tIns="0" rIns="0" bIns="0" rtlCol="0" anchor="t"/>
          <a:lstStyle/>
          <a:p>
            <a:pPr algn="l" indent="0" marL="0">
              <a:lnSpc>
                <a:spcPct val="150000"/>
              </a:lnSpc>
              <a:buNone/>
            </a:pPr>
            <a:r>
              <a:rPr lang="en-US" sz="1350" dirty="0">
                <a:solidFill>
                  <a:srgbClr val="1F2328"/>
                </a:solidFill>
                <a:latin typeface="Segoe UI" pitchFamily="34" charset="0"/>
                <a:ea typeface="Segoe UI" pitchFamily="34" charset="-122"/>
                <a:cs typeface="Segoe UI" pitchFamily="34" charset="-120"/>
              </a:rPr>
              <a:t>Slightly smaller text (18px)</a:t>
            </a:r>
            <a:endParaRPr lang="en-US" sz="1350" dirty="0"/>
          </a:p>
        </p:txBody>
      </p:sp>
      <p:sp>
        <p:nvSpPr>
          <p:cNvPr id="6" name="Text 4"/>
          <p:cNvSpPr/>
          <p:nvPr/>
        </p:nvSpPr>
        <p:spPr>
          <a:xfrm>
            <a:off x="747713" y="4154835"/>
            <a:ext cx="11001375" cy="200025"/>
          </a:xfrm>
          <a:prstGeom prst="rect">
            <a:avLst/>
          </a:prstGeom>
          <a:noFill/>
          <a:ln/>
        </p:spPr>
        <p:txBody>
          <a:bodyPr wrap="square" lIns="0" tIns="0" rIns="0" bIns="0" rtlCol="0" anchor="t"/>
          <a:lstStyle/>
          <a:p>
            <a:pPr algn="l" indent="0" marL="0">
              <a:lnSpc>
                <a:spcPct val="150000"/>
              </a:lnSpc>
              <a:buNone/>
            </a:pPr>
            <a:r>
              <a:rPr lang="en-US" sz="1050" dirty="0">
                <a:solidFill>
                  <a:srgbClr val="1F2328"/>
                </a:solidFill>
                <a:latin typeface="Segoe UI" pitchFamily="34" charset="0"/>
                <a:ea typeface="Segoe UI" pitchFamily="34" charset="-122"/>
                <a:cs typeface="Segoe UI" pitchFamily="34" charset="-120"/>
              </a:rPr>
              <a:t>Small text (14px)</a:t>
            </a:r>
            <a:endParaRPr lang="en-US" sz="1050" dirty="0"/>
          </a:p>
        </p:txBody>
      </p:sp>
      <p:sp>
        <p:nvSpPr>
          <p:cNvPr id="7" name="Text 5"/>
          <p:cNvSpPr/>
          <p:nvPr/>
        </p:nvSpPr>
        <p:spPr>
          <a:xfrm>
            <a:off x="747713" y="4354860"/>
            <a:ext cx="11001375" cy="157163"/>
          </a:xfrm>
          <a:prstGeom prst="rect">
            <a:avLst/>
          </a:prstGeom>
          <a:noFill/>
          <a:ln/>
        </p:spPr>
        <p:txBody>
          <a:bodyPr wrap="square" lIns="0" tIns="0" rIns="0" bIns="0" rtlCol="0" anchor="t"/>
          <a:lstStyle/>
          <a:p>
            <a:pPr algn="l" indent="0" marL="0">
              <a:lnSpc>
                <a:spcPct val="15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8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14971"/>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Shape 1"/>
          <p:cNvSpPr/>
          <p:nvPr/>
        </p:nvSpPr>
        <p:spPr>
          <a:xfrm>
            <a:off x="747713" y="2752279"/>
            <a:ext cx="3514725" cy="1057275"/>
          </a:xfrm>
          <a:prstGeom prst="roundRect">
            <a:avLst>
              <a:gd name="adj" fmla="val 9350"/>
            </a:avLst>
          </a:prstGeom>
          <a:solidFill>
            <a:srgbClr val="1A73E8"/>
          </a:solidFill>
          <a:ln/>
        </p:spPr>
      </p:sp>
      <p:sp>
        <p:nvSpPr>
          <p:cNvPr id="4" name="Text 2"/>
          <p:cNvSpPr/>
          <p:nvPr/>
        </p:nvSpPr>
        <p:spPr>
          <a:xfrm>
            <a:off x="747713"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Shape 3"/>
          <p:cNvSpPr/>
          <p:nvPr/>
        </p:nvSpPr>
        <p:spPr>
          <a:xfrm>
            <a:off x="4338638" y="2752279"/>
            <a:ext cx="3514725" cy="1057275"/>
          </a:xfrm>
          <a:prstGeom prst="roundRect">
            <a:avLst>
              <a:gd name="adj" fmla="val 9350"/>
            </a:avLst>
          </a:prstGeom>
          <a:solidFill>
            <a:srgbClr val="34A853"/>
          </a:solidFill>
          <a:ln/>
        </p:spPr>
      </p:sp>
      <p:sp>
        <p:nvSpPr>
          <p:cNvPr id="6" name="Text 4"/>
          <p:cNvSpPr/>
          <p:nvPr/>
        </p:nvSpPr>
        <p:spPr>
          <a:xfrm>
            <a:off x="4338638" y="2752279"/>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7" name="Shape 5"/>
          <p:cNvSpPr/>
          <p:nvPr/>
        </p:nvSpPr>
        <p:spPr>
          <a:xfrm>
            <a:off x="7929563" y="2752279"/>
            <a:ext cx="3514725" cy="1057275"/>
          </a:xfrm>
          <a:prstGeom prst="roundRect">
            <a:avLst>
              <a:gd name="adj" fmla="val 9350"/>
            </a:avLst>
          </a:prstGeom>
          <a:solidFill>
            <a:srgbClr val="EA4335"/>
          </a:solidFill>
          <a:ln/>
        </p:spPr>
      </p:sp>
      <p:sp>
        <p:nvSpPr>
          <p:cNvPr id="8" name="Text 6"/>
          <p:cNvSpPr/>
          <p:nvPr/>
        </p:nvSpPr>
        <p:spPr>
          <a:xfrm>
            <a:off x="7929563" y="2752279"/>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9" name="Shape 7"/>
          <p:cNvSpPr/>
          <p:nvPr/>
        </p:nvSpPr>
        <p:spPr>
          <a:xfrm>
            <a:off x="747713" y="3885754"/>
            <a:ext cx="3514725" cy="1057275"/>
          </a:xfrm>
          <a:prstGeom prst="roundRect">
            <a:avLst>
              <a:gd name="adj" fmla="val 9350"/>
            </a:avLst>
          </a:prstGeom>
          <a:solidFill>
            <a:srgbClr val="FBBC04"/>
          </a:solidFill>
          <a:ln/>
        </p:spPr>
      </p:sp>
      <p:sp>
        <p:nvSpPr>
          <p:cNvPr id="10" name="Text 8"/>
          <p:cNvSpPr/>
          <p:nvPr/>
        </p:nvSpPr>
        <p:spPr>
          <a:xfrm>
            <a:off x="747713"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50000"/>
              </a:lnSpc>
              <a:buNone/>
            </a:pPr>
            <a:endParaRPr lang="en-US" sz="2175" dirty="0"/>
          </a:p>
          <a:p>
            <a:pPr algn="l" indent="0" marL="0">
              <a:lnSpc>
                <a:spcPct val="15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11" name="Shape 9"/>
          <p:cNvSpPr/>
          <p:nvPr/>
        </p:nvSpPr>
        <p:spPr>
          <a:xfrm>
            <a:off x="4338638" y="3885754"/>
            <a:ext cx="3514725" cy="1057275"/>
          </a:xfrm>
          <a:prstGeom prst="roundRect">
            <a:avLst>
              <a:gd name="adj" fmla="val 9350"/>
            </a:avLst>
          </a:prstGeom>
          <a:solidFill>
            <a:srgbClr val="9C27B0"/>
          </a:solidFill>
          <a:ln/>
        </p:spPr>
      </p:sp>
      <p:sp>
        <p:nvSpPr>
          <p:cNvPr id="12" name="Text 10"/>
          <p:cNvSpPr/>
          <p:nvPr/>
        </p:nvSpPr>
        <p:spPr>
          <a:xfrm>
            <a:off x="4338638" y="3885754"/>
            <a:ext cx="35909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13" name="Shape 11"/>
          <p:cNvSpPr/>
          <p:nvPr/>
        </p:nvSpPr>
        <p:spPr>
          <a:xfrm>
            <a:off x="7929563" y="3885754"/>
            <a:ext cx="3514725" cy="1057275"/>
          </a:xfrm>
          <a:prstGeom prst="roundRect">
            <a:avLst>
              <a:gd name="adj" fmla="val 9350"/>
            </a:avLst>
          </a:prstGeom>
          <a:solidFill>
            <a:srgbClr val="FF5722"/>
          </a:solidFill>
          <a:ln/>
        </p:spPr>
      </p:sp>
      <p:sp>
        <p:nvSpPr>
          <p:cNvPr id="14" name="Text 12"/>
          <p:cNvSpPr/>
          <p:nvPr/>
        </p:nvSpPr>
        <p:spPr>
          <a:xfrm>
            <a:off x="7929563" y="3885754"/>
            <a:ext cx="3895725" cy="1057275"/>
          </a:xfrm>
          <a:prstGeom prst="rect">
            <a:avLst/>
          </a:prstGeom>
          <a:noFill/>
          <a:ln/>
        </p:spPr>
        <p:txBody>
          <a:bodyPr wrap="square" lIns="114300" tIns="114300" rIns="114300" bIns="11430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50000"/>
              </a:lnSpc>
              <a:buNone/>
            </a:pPr>
            <a:endParaRPr lang="en-US" sz="2175" dirty="0"/>
          </a:p>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9355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83086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45011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21367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922538"/>
            <a:ext cx="11001375" cy="428476"/>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5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5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5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55839"/>
            <a:ext cx="50434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88048"/>
            <a:ext cx="504348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Shape 6"/>
          <p:cNvSpPr/>
          <p:nvPr/>
        </p:nvSpPr>
        <p:spPr>
          <a:xfrm>
            <a:off x="871538" y="5921573"/>
            <a:ext cx="5043488" cy="600075"/>
          </a:xfrm>
          <a:prstGeom prst="roundRect">
            <a:avLst>
              <a:gd name="adj" fmla="val 29025"/>
            </a:avLst>
          </a:prstGeom>
          <a:solidFill>
            <a:srgbClr val="F6F8FA"/>
          </a:solidFill>
          <a:ln w="9525">
            <a:solidFill>
              <a:srgbClr val="D1D9E0"/>
            </a:solidFill>
            <a:prstDash val="solid"/>
          </a:ln>
        </p:spPr>
      </p:sp>
      <p:sp>
        <p:nvSpPr>
          <p:cNvPr id="9" name="Text 7"/>
          <p:cNvSpPr/>
          <p:nvPr/>
        </p:nvSpPr>
        <p:spPr>
          <a:xfrm>
            <a:off x="871538" y="5921573"/>
            <a:ext cx="5119688" cy="600075"/>
          </a:xfrm>
          <a:prstGeom prst="rect">
            <a:avLst/>
          </a:prstGeom>
          <a:noFill/>
          <a:ln/>
        </p:spPr>
        <p:txBody>
          <a:bodyPr wrap="square" lIns="152400" tIns="152400" rIns="152400" bIns="152400" rtlCol="0" anchor="t"/>
          <a:lstStyle/>
          <a:p>
            <a:pPr algn="l" indent="0" marL="0">
              <a:lnSpc>
                <a:spcPct val="115000"/>
              </a:lnSpc>
              <a:buNone/>
            </a:pPr>
            <a:r>
              <a:rPr lang="en-US" sz="1849" dirty="0">
                <a:solidFill>
                  <a:srgbClr val="CF222E"/>
                </a:solidFill>
                <a:latin typeface="Consolas" pitchFamily="34" charset="0"/>
                <a:ea typeface="Consolas" pitchFamily="34" charset="-122"/>
                <a:cs typeface="Consolas" pitchFamily="34" charset="-120"/>
              </a:rPr>
              <a:t>const</a:t>
            </a:r>
            <a:pPr algn="l" indent="0" marL="0">
              <a:lnSpc>
                <a:spcPct val="115000"/>
              </a:lnSpc>
              <a:buNone/>
            </a:pPr>
            <a:r>
              <a:rPr lang="en-US" sz="1849" dirty="0">
                <a:solidFill>
                  <a:srgbClr val="1F2328"/>
                </a:solidFill>
                <a:latin typeface="Consolas" pitchFamily="34" charset="0"/>
                <a:ea typeface="Consolas" pitchFamily="34" charset="-122"/>
                <a:cs typeface="Consolas" pitchFamily="34" charset="-120"/>
              </a:rPr>
              <a:t> x = </a:t>
            </a:r>
            <a:pPr algn="l" indent="0" marL="0">
              <a:lnSpc>
                <a:spcPct val="115000"/>
              </a:lnSpc>
              <a:buNone/>
            </a:pPr>
            <a:r>
              <a:rPr lang="en-US" sz="1849" dirty="0">
                <a:solidFill>
                  <a:srgbClr val="0550AE"/>
                </a:solidFill>
                <a:latin typeface="Consolas" pitchFamily="34" charset="0"/>
                <a:ea typeface="Consolas" pitchFamily="34" charset="-122"/>
                <a:cs typeface="Consolas" pitchFamily="34" charset="-120"/>
              </a:rPr>
              <a:t>1</a:t>
            </a:r>
            <a:endParaRPr lang="en-US" sz="1849"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1" name="Shape 8"/>
          <p:cNvSpPr/>
          <p:nvPr/>
        </p:nvSpPr>
        <p:spPr>
          <a:xfrm>
            <a:off x="6153150" y="5279827"/>
            <a:ext cx="66675" cy="414338"/>
          </a:xfrm>
          <a:prstGeom prst="rect">
            <a:avLst/>
          </a:prstGeom>
          <a:solidFill>
            <a:srgbClr val="D1D9E0"/>
          </a:solidFill>
          <a:ln/>
        </p:spPr>
      </p:sp>
      <p:sp>
        <p:nvSpPr>
          <p:cNvPr id="12" name="Text 9"/>
          <p:cNvSpPr/>
          <p:nvPr/>
        </p:nvSpPr>
        <p:spPr>
          <a:xfrm>
            <a:off x="6219825" y="5279827"/>
            <a:ext cx="5224462" cy="414338"/>
          </a:xfrm>
          <a:prstGeom prst="rect">
            <a:avLst/>
          </a:prstGeom>
          <a:noFill/>
          <a:ln/>
        </p:spPr>
        <p:txBody>
          <a:bodyPr wrap="square" lIns="276225" tIns="0" rIns="276225" bIns="0" rtlCol="0" anchor="t"/>
          <a:lstStyle/>
          <a:p>
            <a:pPr algn="l" indent="0" marL="0">
              <a:lnSpc>
                <a:spcPct val="15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704207"/>
            <a:ext cx="10696575" cy="2278856"/>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135463"/>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endParaRPr lang="en-US" sz="2175" dirty="0"/>
          </a:p>
        </p:txBody>
      </p:sp>
      <p:sp>
        <p:nvSpPr>
          <p:cNvPr id="6" name="Text 4"/>
          <p:cNvSpPr/>
          <p:nvPr/>
        </p:nvSpPr>
        <p:spPr>
          <a:xfrm>
            <a:off x="747713" y="570220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(no spaces before/after)</a:t>
            </a:r>
            <a:endParaRPr lang="en-US" sz="2175" dirty="0"/>
          </a:p>
        </p:txBody>
      </p:sp>
      <p:sp>
        <p:nvSpPr>
          <p:cNvPr id="7" name="Text 5"/>
          <p:cNvSpPr/>
          <p:nvPr/>
        </p:nvSpPr>
        <p:spPr>
          <a:xfrm>
            <a:off x="747713" y="6268938"/>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8" name="Text 6"/>
          <p:cNvSpPr/>
          <p:nvPr/>
        </p:nvSpPr>
        <p:spPr>
          <a:xfrm>
            <a:off x="747713" y="6835676"/>
            <a:ext cx="11001375" cy="2232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Verification in lists:</a:t>
            </a:r>
            <a:endParaRPr lang="en-US" sz="2175" dirty="0"/>
          </a:p>
        </p:txBody>
      </p:sp>
      <p:sp>
        <p:nvSpPr>
          <p:cNvPr id="9" name="Text 7"/>
          <p:cNvSpPr/>
          <p:nvPr/>
        </p:nvSpPr>
        <p:spPr>
          <a:xfrm>
            <a:off x="747713" y="7402413"/>
            <a:ext cx="10696575" cy="9144"/>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B</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74771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13747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Shape 2"/>
          <p:cNvSpPr/>
          <p:nvPr/>
        </p:nvSpPr>
        <p:spPr>
          <a:xfrm>
            <a:off x="2749302" y="2751832"/>
            <a:ext cx="1103561" cy="352425"/>
          </a:xfrm>
          <a:prstGeom prst="roundRect">
            <a:avLst>
              <a:gd name="adj" fmla="val 129730"/>
            </a:avLst>
          </a:prstGeom>
          <a:solidFill>
            <a:srgbClr val="E53E3E"/>
          </a:solidFill>
          <a:ln/>
        </p:spPr>
      </p:sp>
      <p:sp>
        <p:nvSpPr>
          <p:cNvPr id="5" name="Text 3"/>
          <p:cNvSpPr/>
          <p:nvPr/>
        </p:nvSpPr>
        <p:spPr>
          <a:xfrm>
            <a:off x="2749302" y="2751832"/>
            <a:ext cx="110356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6" name="Shape 4"/>
          <p:cNvSpPr/>
          <p:nvPr/>
        </p:nvSpPr>
        <p:spPr>
          <a:xfrm>
            <a:off x="2129135" y="3166170"/>
            <a:ext cx="1106091" cy="352425"/>
          </a:xfrm>
          <a:prstGeom prst="roundRect">
            <a:avLst>
              <a:gd name="adj" fmla="val 129730"/>
            </a:avLst>
          </a:prstGeom>
          <a:solidFill>
            <a:srgbClr val="3182CE"/>
          </a:solidFill>
          <a:ln/>
        </p:spPr>
      </p:sp>
      <p:sp>
        <p:nvSpPr>
          <p:cNvPr id="7" name="Text 5"/>
          <p:cNvSpPr/>
          <p:nvPr/>
        </p:nvSpPr>
        <p:spPr>
          <a:xfrm>
            <a:off x="2129135" y="3166170"/>
            <a:ext cx="1106091"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8" name="Shape 6"/>
          <p:cNvSpPr/>
          <p:nvPr/>
        </p:nvSpPr>
        <p:spPr>
          <a:xfrm>
            <a:off x="2146102" y="3580507"/>
            <a:ext cx="1432620" cy="352425"/>
          </a:xfrm>
          <a:prstGeom prst="roundRect">
            <a:avLst>
              <a:gd name="adj" fmla="val 129730"/>
            </a:avLst>
          </a:prstGeom>
          <a:solidFill>
            <a:srgbClr val="38A169"/>
          </a:solidFill>
          <a:ln/>
        </p:spPr>
      </p:sp>
      <p:sp>
        <p:nvSpPr>
          <p:cNvPr id="9" name="Text 7"/>
          <p:cNvSpPr/>
          <p:nvPr/>
        </p:nvSpPr>
        <p:spPr>
          <a:xfrm>
            <a:off x="2146102" y="3580507"/>
            <a:ext cx="1432620" cy="352425"/>
          </a:xfrm>
          <a:prstGeom prst="rect">
            <a:avLst/>
          </a:prstGeom>
          <a:no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10" name="Text 8"/>
          <p:cNvSpPr/>
          <p:nvPr/>
        </p:nvSpPr>
        <p:spPr>
          <a:xfrm>
            <a:off x="747713" y="2704207"/>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11" name="Text 9"/>
          <p:cNvSpPr/>
          <p:nvPr/>
        </p:nvSpPr>
        <p:spPr>
          <a:xfrm>
            <a:off x="747713" y="4099620"/>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12" name="Shape 10"/>
          <p:cNvSpPr/>
          <p:nvPr/>
        </p:nvSpPr>
        <p:spPr>
          <a:xfrm>
            <a:off x="747713" y="4666357"/>
            <a:ext cx="1015157" cy="490538"/>
          </a:xfrm>
          <a:prstGeom prst="roundRect">
            <a:avLst>
              <a:gd name="adj" fmla="val 93204"/>
            </a:avLst>
          </a:prstGeom>
          <a:solidFill>
            <a:srgbClr val="C05621"/>
          </a:solidFill>
          <a:ln/>
        </p:spPr>
      </p:sp>
      <p:sp>
        <p:nvSpPr>
          <p:cNvPr id="13" name="Text 11"/>
          <p:cNvSpPr/>
          <p:nvPr/>
        </p:nvSpPr>
        <p:spPr>
          <a:xfrm>
            <a:off x="747713" y="4666357"/>
            <a:ext cx="1015157"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4" name="Shape 12"/>
          <p:cNvSpPr/>
          <p:nvPr/>
        </p:nvSpPr>
        <p:spPr>
          <a:xfrm>
            <a:off x="1800969" y="4666357"/>
            <a:ext cx="1064270" cy="490538"/>
          </a:xfrm>
          <a:prstGeom prst="roundRect">
            <a:avLst>
              <a:gd name="adj" fmla="val 93204"/>
            </a:avLst>
          </a:prstGeom>
          <a:solidFill>
            <a:srgbClr val="DD6B20"/>
          </a:solidFill>
          <a:ln/>
        </p:spPr>
      </p:sp>
      <p:sp>
        <p:nvSpPr>
          <p:cNvPr id="15" name="Text 13"/>
          <p:cNvSpPr/>
          <p:nvPr/>
        </p:nvSpPr>
        <p:spPr>
          <a:xfrm>
            <a:off x="1800969" y="4666357"/>
            <a:ext cx="1064270"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6" name="Shape 14"/>
          <p:cNvSpPr/>
          <p:nvPr/>
        </p:nvSpPr>
        <p:spPr>
          <a:xfrm>
            <a:off x="2903339" y="4666357"/>
            <a:ext cx="959793" cy="490538"/>
          </a:xfrm>
          <a:prstGeom prst="roundRect">
            <a:avLst>
              <a:gd name="adj" fmla="val 93204"/>
            </a:avLst>
          </a:prstGeom>
          <a:solidFill>
            <a:srgbClr val="2F855A"/>
          </a:solidFill>
          <a:ln/>
        </p:spPr>
      </p:sp>
      <p:sp>
        <p:nvSpPr>
          <p:cNvPr id="17" name="Text 15"/>
          <p:cNvSpPr/>
          <p:nvPr/>
        </p:nvSpPr>
        <p:spPr>
          <a:xfrm>
            <a:off x="2903339" y="4666357"/>
            <a:ext cx="959793" cy="490538"/>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8" name="Text 16"/>
          <p:cNvSpPr/>
          <p:nvPr/>
        </p:nvSpPr>
        <p:spPr>
          <a:xfrm>
            <a:off x="747713" y="530929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9" name="Shape 17"/>
          <p:cNvSpPr/>
          <p:nvPr/>
        </p:nvSpPr>
        <p:spPr>
          <a:xfrm>
            <a:off x="747713" y="5949851"/>
            <a:ext cx="266700" cy="266700"/>
          </a:xfrm>
          <a:prstGeom prst="roundRect">
            <a:avLst>
              <a:gd name="adj" fmla="val 171429"/>
            </a:avLst>
          </a:prstGeom>
          <a:solidFill>
            <a:srgbClr val="3182CE"/>
          </a:solidFill>
          <a:ln/>
        </p:spPr>
      </p:sp>
      <p:sp>
        <p:nvSpPr>
          <p:cNvPr id="20" name="Text 18"/>
          <p:cNvSpPr/>
          <p:nvPr/>
        </p:nvSpPr>
        <p:spPr>
          <a:xfrm>
            <a:off x="747713" y="5949851"/>
            <a:ext cx="266700" cy="266700"/>
          </a:xfrm>
          <a:prstGeom prst="rect">
            <a:avLst/>
          </a:prstGeom>
          <a:no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21" name="Shape 19"/>
          <p:cNvSpPr/>
          <p:nvPr/>
        </p:nvSpPr>
        <p:spPr>
          <a:xfrm>
            <a:off x="2039243" y="5949851"/>
            <a:ext cx="266700" cy="266700"/>
          </a:xfrm>
          <a:prstGeom prst="roundRect">
            <a:avLst>
              <a:gd name="adj" fmla="val 171429"/>
            </a:avLst>
          </a:prstGeom>
          <a:solidFill>
            <a:srgbClr val="3182CE"/>
          </a:solidFill>
          <a:ln/>
        </p:spPr>
      </p:sp>
      <p:sp>
        <p:nvSpPr>
          <p:cNvPr id="22" name="Shape 20"/>
          <p:cNvSpPr/>
          <p:nvPr/>
        </p:nvSpPr>
        <p:spPr>
          <a:xfrm>
            <a:off x="4511576" y="5918895"/>
            <a:ext cx="266700" cy="266700"/>
          </a:xfrm>
          <a:prstGeom prst="roundRect">
            <a:avLst>
              <a:gd name="adj" fmla="val 171429"/>
            </a:avLst>
          </a:prstGeom>
          <a:solidFill>
            <a:srgbClr val="38A169"/>
          </a:solidFill>
          <a:ln/>
        </p:spPr>
      </p:sp>
      <p:sp>
        <p:nvSpPr>
          <p:cNvPr id="23" name="Text 21"/>
          <p:cNvSpPr/>
          <p:nvPr/>
        </p:nvSpPr>
        <p:spPr>
          <a:xfrm>
            <a:off x="1014413" y="5876032"/>
            <a:ext cx="107346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1978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709541"/>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753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744837"/>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Shape 2"/>
          <p:cNvSpPr/>
          <p:nvPr/>
        </p:nvSpPr>
        <p:spPr>
          <a:xfrm>
            <a:off x="747713" y="3519190"/>
            <a:ext cx="381000" cy="381000"/>
          </a:xfrm>
          <a:prstGeom prst="rect">
            <a:avLst/>
          </a:prstGeom>
          <a:solidFill>
            <a:srgbClr val="6B46C1"/>
          </a:solidFill>
          <a:ln/>
        </p:spPr>
      </p:sp>
      <p:sp>
        <p:nvSpPr>
          <p:cNvPr id="5" name="Text 3"/>
          <p:cNvSpPr/>
          <p:nvPr/>
        </p:nvSpPr>
        <p:spPr>
          <a:xfrm>
            <a:off x="747713" y="3519190"/>
            <a:ext cx="381000" cy="38100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6" name="Shape 4"/>
          <p:cNvSpPr/>
          <p:nvPr/>
        </p:nvSpPr>
        <p:spPr>
          <a:xfrm>
            <a:off x="1128713" y="3328243"/>
            <a:ext cx="381000" cy="381000"/>
          </a:xfrm>
          <a:prstGeom prst="roundRect">
            <a:avLst>
              <a:gd name="adj" fmla="val 120000"/>
            </a:avLst>
          </a:prstGeom>
          <a:solidFill>
            <a:srgbClr val="38A169"/>
          </a:solidFill>
          <a:ln/>
        </p:spPr>
      </p:sp>
      <p:sp>
        <p:nvSpPr>
          <p:cNvPr id="7" name="Text 5"/>
          <p:cNvSpPr/>
          <p:nvPr/>
        </p:nvSpPr>
        <p:spPr>
          <a:xfrm>
            <a:off x="1128713" y="3328243"/>
            <a:ext cx="381000" cy="381000"/>
          </a:xfrm>
          <a:prstGeom prst="rect">
            <a:avLst/>
          </a:prstGeom>
          <a:no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8" name="Shape 6"/>
          <p:cNvSpPr/>
          <p:nvPr/>
        </p:nvSpPr>
        <p:spPr>
          <a:xfrm>
            <a:off x="2153245" y="4602659"/>
            <a:ext cx="999976" cy="323850"/>
          </a:xfrm>
          <a:prstGeom prst="roundRect">
            <a:avLst>
              <a:gd name="adj" fmla="val 132872"/>
            </a:avLst>
          </a:prstGeom>
          <a:solidFill>
            <a:srgbClr val="C05621"/>
          </a:solidFill>
          <a:ln/>
        </p:spPr>
      </p:sp>
      <p:sp>
        <p:nvSpPr>
          <p:cNvPr id="9" name="Text 7"/>
          <p:cNvSpPr/>
          <p:nvPr/>
        </p:nvSpPr>
        <p:spPr>
          <a:xfrm>
            <a:off x="2153245" y="4602659"/>
            <a:ext cx="999976" cy="323850"/>
          </a:xfrm>
          <a:prstGeom prst="rect">
            <a:avLst/>
          </a:prstGeom>
          <a:no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10" name="Text 8"/>
          <p:cNvSpPr/>
          <p:nvPr/>
        </p:nvSpPr>
        <p:spPr>
          <a:xfrm>
            <a:off x="747713" y="4052590"/>
            <a:ext cx="10696575" cy="897731"/>
          </a:xfrm>
          <a:prstGeom prst="rect">
            <a:avLst/>
          </a:prstGeom>
          <a:noFill/>
          <a:ln/>
        </p:spPr>
        <p:txBody>
          <a:bodyPr wrap="square" lIns="0" tIns="0" rIns="0" bIns="0" rtlCol="0" anchor="t"/>
          <a:lstStyle/>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50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17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078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8209"/>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537966"/>
            <a:ext cx="52720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537966"/>
            <a:ext cx="5576888"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738908"/>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128665"/>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95402"/>
            <a:ext cx="11001375" cy="842814"/>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90616"/>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14627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612231"/>
            <a:ext cx="11244263" cy="556468"/>
          </a:xfrm>
          <a:prstGeom prst="rect">
            <a:avLst/>
          </a:prstGeom>
          <a:noFill/>
          <a:ln/>
        </p:spPr>
        <p:txBody>
          <a:bodyPr wrap="square" lIns="11430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321100"/>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50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33045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2302"/>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3059609"/>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4068961"/>
            <a:ext cx="11001375" cy="414338"/>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3875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Shape 1"/>
          <p:cNvSpPr/>
          <p:nvPr/>
        </p:nvSpPr>
        <p:spPr>
          <a:xfrm>
            <a:off x="747713" y="2661791"/>
            <a:ext cx="514350" cy="333375"/>
          </a:xfrm>
          <a:prstGeom prst="roundRect">
            <a:avLst>
              <a:gd name="adj" fmla="val 137143"/>
            </a:avLst>
          </a:prstGeom>
          <a:solidFill>
            <a:srgbClr val="2563EB"/>
          </a:solidFill>
          <a:ln/>
        </p:spPr>
      </p:sp>
      <p:sp>
        <p:nvSpPr>
          <p:cNvPr id="4" name="Text 2"/>
          <p:cNvSpPr/>
          <p:nvPr/>
        </p:nvSpPr>
        <p:spPr>
          <a:xfrm>
            <a:off x="747713" y="2661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5" name="Text 3"/>
          <p:cNvSpPr/>
          <p:nvPr/>
        </p:nvSpPr>
        <p:spPr>
          <a:xfrm>
            <a:off x="1262063" y="2576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6" name="Shape 4"/>
          <p:cNvSpPr/>
          <p:nvPr/>
        </p:nvSpPr>
        <p:spPr>
          <a:xfrm>
            <a:off x="747713" y="3233291"/>
            <a:ext cx="514350" cy="333375"/>
          </a:xfrm>
          <a:prstGeom prst="roundRect">
            <a:avLst>
              <a:gd name="adj" fmla="val 137143"/>
            </a:avLst>
          </a:prstGeom>
          <a:solidFill>
            <a:srgbClr val="2563EB"/>
          </a:solidFill>
          <a:ln/>
        </p:spPr>
      </p:sp>
      <p:sp>
        <p:nvSpPr>
          <p:cNvPr id="7" name="Text 5"/>
          <p:cNvSpPr/>
          <p:nvPr/>
        </p:nvSpPr>
        <p:spPr>
          <a:xfrm>
            <a:off x="747713" y="32332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8" name="Text 6"/>
          <p:cNvSpPr/>
          <p:nvPr/>
        </p:nvSpPr>
        <p:spPr>
          <a:xfrm>
            <a:off x="1262063" y="31475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9" name="Shape 7"/>
          <p:cNvSpPr/>
          <p:nvPr/>
        </p:nvSpPr>
        <p:spPr>
          <a:xfrm>
            <a:off x="747713" y="3804791"/>
            <a:ext cx="514350" cy="333375"/>
          </a:xfrm>
          <a:prstGeom prst="roundRect">
            <a:avLst>
              <a:gd name="adj" fmla="val 137143"/>
            </a:avLst>
          </a:prstGeom>
          <a:solidFill>
            <a:srgbClr val="2563EB"/>
          </a:solidFill>
          <a:ln/>
        </p:spPr>
      </p:sp>
      <p:sp>
        <p:nvSpPr>
          <p:cNvPr id="10" name="Text 8"/>
          <p:cNvSpPr/>
          <p:nvPr/>
        </p:nvSpPr>
        <p:spPr>
          <a:xfrm>
            <a:off x="747713" y="3804791"/>
            <a:ext cx="514350" cy="333375"/>
          </a:xfrm>
          <a:prstGeom prst="rect">
            <a:avLst/>
          </a:prstGeom>
          <a:no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11" name="Text 9"/>
          <p:cNvSpPr/>
          <p:nvPr/>
        </p:nvSpPr>
        <p:spPr>
          <a:xfrm>
            <a:off x="1262063" y="3719066"/>
            <a:ext cx="10487025" cy="419100"/>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12" name="Text 10"/>
          <p:cNvSpPr/>
          <p:nvPr/>
        </p:nvSpPr>
        <p:spPr>
          <a:xfrm>
            <a:off x="747713" y="4290566"/>
            <a:ext cx="11001375" cy="828675"/>
          </a:xfrm>
          <a:prstGeom prst="rect">
            <a:avLst/>
          </a:prstGeom>
          <a:noFill/>
          <a:ln/>
        </p:spPr>
        <p:txBody>
          <a:bodyPr wrap="square" lIns="0" tIns="0" rIns="0" bIns="0" rtlCol="0" anchor="t"/>
          <a:lstStyle/>
          <a:p>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68835"/>
            <a:ext cx="11291888" cy="472380"/>
          </a:xfrm>
          <a:prstGeom prst="rect">
            <a:avLst/>
          </a:prstGeom>
          <a:noFill/>
          <a:ln/>
        </p:spPr>
        <p:txBody>
          <a:bodyPr wrap="square" lIns="0" tIns="0" rIns="0" bIns="91440" rtlCol="0" anchor="t"/>
          <a:lstStyle/>
          <a:p>
            <a:pPr algn="l" indent="0" marL="0">
              <a:lnSpc>
                <a:spcPct val="125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703415"/>
            <a:ext cx="11001375" cy="285750"/>
          </a:xfrm>
          <a:prstGeom prst="rect">
            <a:avLst/>
          </a:prstGeom>
          <a:noFill/>
          <a:ln/>
        </p:spPr>
        <p:txBody>
          <a:bodyPr wrap="square" lIns="0" tIns="0" rIns="0" bIns="0" rtlCol="0" anchor="t"/>
          <a:lstStyle/>
          <a:p>
            <a:pPr algn="l" indent="0" marL="0">
              <a:lnSpc>
                <a:spcPct val="15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21507"/>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Shape 1"/>
          <p:cNvSpPr/>
          <p:nvPr/>
        </p:nvSpPr>
        <p:spPr>
          <a:xfrm>
            <a:off x="8944570" y="2658814"/>
            <a:ext cx="2499717" cy="404813"/>
          </a:xfrm>
          <a:prstGeom prst="roundRect">
            <a:avLst>
              <a:gd name="adj" fmla="val 112941"/>
            </a:avLst>
          </a:prstGeom>
          <a:solidFill>
            <a:srgbClr val="DCF8C6"/>
          </a:solidFill>
          <a:ln w="6350">
            <a:solidFill>
              <a:srgbClr val="CCCCCC"/>
            </a:solidFill>
            <a:prstDash val="solid"/>
          </a:ln>
        </p:spPr>
      </p:sp>
      <p:sp>
        <p:nvSpPr>
          <p:cNvPr id="4" name="Text 2"/>
          <p:cNvSpPr/>
          <p:nvPr/>
        </p:nvSpPr>
        <p:spPr>
          <a:xfrm>
            <a:off x="8944570" y="2658814"/>
            <a:ext cx="2575917"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5" name="Shape 3"/>
          <p:cNvSpPr/>
          <p:nvPr/>
        </p:nvSpPr>
        <p:spPr>
          <a:xfrm>
            <a:off x="747713" y="3158877"/>
            <a:ext cx="2298353" cy="852488"/>
          </a:xfrm>
          <a:prstGeom prst="roundRect">
            <a:avLst>
              <a:gd name="adj" fmla="val 38351"/>
            </a:avLst>
          </a:prstGeom>
          <a:solidFill>
            <a:srgbClr val="FFFFFF"/>
          </a:solidFill>
          <a:ln w="9525">
            <a:solidFill>
              <a:srgbClr val="E2E8F0"/>
            </a:solidFill>
            <a:prstDash val="solid"/>
          </a:ln>
        </p:spPr>
      </p:sp>
      <p:sp>
        <p:nvSpPr>
          <p:cNvPr id="6" name="Text 4"/>
          <p:cNvSpPr/>
          <p:nvPr/>
        </p:nvSpPr>
        <p:spPr>
          <a:xfrm>
            <a:off x="747713" y="3158877"/>
            <a:ext cx="2374553" cy="852488"/>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50000"/>
              </a:lnSpc>
              <a:buNone/>
            </a:pPr>
            <a:endParaRPr lang="en-US" sz="1125" dirty="0"/>
          </a:p>
          <a:p>
            <a:pPr algn="l" indent="0" marL="0">
              <a:lnSpc>
                <a:spcPct val="15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7" name="Shape 5"/>
          <p:cNvSpPr/>
          <p:nvPr/>
        </p:nvSpPr>
        <p:spPr>
          <a:xfrm>
            <a:off x="9267379" y="4106614"/>
            <a:ext cx="2176909" cy="404813"/>
          </a:xfrm>
          <a:prstGeom prst="roundRect">
            <a:avLst>
              <a:gd name="adj" fmla="val 112941"/>
            </a:avLst>
          </a:prstGeom>
          <a:solidFill>
            <a:srgbClr val="DCF8C6"/>
          </a:solidFill>
          <a:ln w="6350">
            <a:solidFill>
              <a:srgbClr val="CCCCCC"/>
            </a:solidFill>
            <a:prstDash val="solid"/>
          </a:ln>
        </p:spPr>
      </p:sp>
      <p:sp>
        <p:nvSpPr>
          <p:cNvPr id="8" name="Text 6"/>
          <p:cNvSpPr/>
          <p:nvPr/>
        </p:nvSpPr>
        <p:spPr>
          <a:xfrm>
            <a:off x="9267379" y="4106614"/>
            <a:ext cx="2253109" cy="404813"/>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9" name="Shape 7"/>
          <p:cNvSpPr/>
          <p:nvPr/>
        </p:nvSpPr>
        <p:spPr>
          <a:xfrm>
            <a:off x="747713" y="4606677"/>
            <a:ext cx="5599509" cy="429816"/>
          </a:xfrm>
          <a:prstGeom prst="roundRect">
            <a:avLst>
              <a:gd name="adj" fmla="val 106371"/>
            </a:avLst>
          </a:prstGeom>
          <a:solidFill>
            <a:srgbClr val="FFFFFF"/>
          </a:solidFill>
          <a:ln w="9525">
            <a:solidFill>
              <a:srgbClr val="E2E8F0"/>
            </a:solidFill>
            <a:prstDash val="solid"/>
          </a:ln>
        </p:spPr>
      </p:sp>
      <p:sp>
        <p:nvSpPr>
          <p:cNvPr id="10" name="Text 8"/>
          <p:cNvSpPr/>
          <p:nvPr/>
        </p:nvSpPr>
        <p:spPr>
          <a:xfrm>
            <a:off x="747713" y="4606677"/>
            <a:ext cx="5675709" cy="429816"/>
          </a:xfrm>
          <a:prstGeom prst="rect">
            <a:avLst/>
          </a:prstGeom>
          <a:noFill/>
          <a:ln/>
        </p:spPr>
        <p:txBody>
          <a:bodyPr wrap="square" lIns="133350" tIns="95250" rIns="133350" bIns="95250" rtlCol="0" anchor="t"/>
          <a:lstStyle/>
          <a:p>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5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5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1077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Shape 1"/>
          <p:cNvSpPr/>
          <p:nvPr/>
        </p:nvSpPr>
        <p:spPr>
          <a:xfrm>
            <a:off x="747713" y="2548086"/>
            <a:ext cx="5253038" cy="2599134"/>
          </a:xfrm>
          <a:prstGeom prst="roundRect">
            <a:avLst>
              <a:gd name="adj" fmla="val 3094"/>
            </a:avLst>
          </a:prstGeom>
          <a:solidFill>
            <a:srgbClr val="FFFFFF"/>
          </a:solidFill>
          <a:ln w="6350">
            <a:solidFill>
              <a:srgbClr val="CCCCCC"/>
            </a:solidFill>
            <a:prstDash val="solid"/>
          </a:ln>
        </p:spPr>
      </p:sp>
      <p:sp>
        <p:nvSpPr>
          <p:cNvPr id="4" name="Text 2"/>
          <p:cNvSpPr/>
          <p:nvPr/>
        </p:nvSpPr>
        <p:spPr>
          <a:xfrm>
            <a:off x="900113" y="2929086"/>
            <a:ext cx="49482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Label-A</a:t>
            </a:r>
            <a:endParaRPr lang="en-US" sz="2392" dirty="0"/>
          </a:p>
        </p:txBody>
      </p:sp>
      <p:sp>
        <p:nvSpPr>
          <p:cNvPr id="5" name="Text 3"/>
          <p:cNvSpPr/>
          <p:nvPr/>
        </p:nvSpPr>
        <p:spPr>
          <a:xfrm>
            <a:off x="900113" y="3461296"/>
            <a:ext cx="4948238"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50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175" dirty="0"/>
          </a:p>
        </p:txBody>
      </p:sp>
      <p:sp>
        <p:nvSpPr>
          <p:cNvPr id="6" name="Shape 4"/>
          <p:cNvSpPr/>
          <p:nvPr/>
        </p:nvSpPr>
        <p:spPr>
          <a:xfrm>
            <a:off x="6191250" y="2548086"/>
            <a:ext cx="5253038" cy="2599134"/>
          </a:xfrm>
          <a:prstGeom prst="roundRect">
            <a:avLst>
              <a:gd name="adj" fmla="val 3094"/>
            </a:avLst>
          </a:prstGeom>
          <a:solidFill>
            <a:srgbClr val="FFFFFF"/>
          </a:solidFill>
          <a:ln w="6350">
            <a:solidFill>
              <a:srgbClr val="CCCCCC"/>
            </a:solidFill>
            <a:prstDash val="solid"/>
          </a:ln>
        </p:spPr>
      </p:sp>
      <p:sp>
        <p:nvSpPr>
          <p:cNvPr id="7" name="Shape 5"/>
          <p:cNvSpPr/>
          <p:nvPr/>
        </p:nvSpPr>
        <p:spPr>
          <a:xfrm>
            <a:off x="6191250" y="2548086"/>
            <a:ext cx="38100" cy="2599134"/>
          </a:xfrm>
          <a:prstGeom prst="rect">
            <a:avLst/>
          </a:prstGeom>
          <a:solidFill>
            <a:srgbClr val="EA580C"/>
          </a:solidFill>
          <a:ln w="12700">
            <a:solidFill>
              <a:srgbClr val="EA580C"/>
            </a:solidFill>
            <a:prstDash val="solid"/>
          </a:ln>
        </p:spPr>
      </p:sp>
      <p:sp>
        <p:nvSpPr>
          <p:cNvPr id="8" name="Text 6"/>
          <p:cNvSpPr/>
          <p:nvPr/>
        </p:nvSpPr>
        <p:spPr>
          <a:xfrm>
            <a:off x="6381750" y="2929086"/>
            <a:ext cx="491013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Note</a:t>
            </a:r>
            <a:endParaRPr lang="en-US" sz="2392" dirty="0"/>
          </a:p>
        </p:txBody>
      </p:sp>
      <p:sp>
        <p:nvSpPr>
          <p:cNvPr id="9" name="Text 7"/>
          <p:cNvSpPr/>
          <p:nvPr/>
        </p:nvSpPr>
        <p:spPr>
          <a:xfrm>
            <a:off x="6381750" y="3461296"/>
            <a:ext cx="5214938"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4298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Shape 1"/>
          <p:cNvSpPr/>
          <p:nvPr/>
        </p:nvSpPr>
        <p:spPr>
          <a:xfrm>
            <a:off x="747713" y="3080296"/>
            <a:ext cx="10696575" cy="410766"/>
          </a:xfrm>
          <a:prstGeom prst="rect">
            <a:avLst/>
          </a:prstGeom>
          <a:solidFill>
            <a:srgbClr val="FFF7ED"/>
          </a:solidFill>
          <a:ln/>
        </p:spPr>
      </p:sp>
      <p:sp>
        <p:nvSpPr>
          <p:cNvPr id="4" name="Shape 2"/>
          <p:cNvSpPr/>
          <p:nvPr/>
        </p:nvSpPr>
        <p:spPr>
          <a:xfrm>
            <a:off x="747713" y="3080296"/>
            <a:ext cx="57150" cy="410766"/>
          </a:xfrm>
          <a:prstGeom prst="rect">
            <a:avLst/>
          </a:prstGeom>
          <a:solidFill>
            <a:srgbClr val="EA580C"/>
          </a:solidFill>
          <a:ln w="12700">
            <a:solidFill>
              <a:srgbClr val="EA580C"/>
            </a:solidFill>
            <a:prstDash val="solid"/>
          </a:ln>
        </p:spPr>
      </p:sp>
      <p:sp>
        <p:nvSpPr>
          <p:cNvPr id="5" name="Text 3"/>
          <p:cNvSpPr/>
          <p:nvPr/>
        </p:nvSpPr>
        <p:spPr>
          <a:xfrm>
            <a:off x="747713" y="3080296"/>
            <a:ext cx="11077575" cy="410766"/>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5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6" name="Text 4"/>
          <p:cNvSpPr/>
          <p:nvPr/>
        </p:nvSpPr>
        <p:spPr>
          <a:xfrm>
            <a:off x="747713" y="3643461"/>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7" name="Shape 5"/>
          <p:cNvSpPr/>
          <p:nvPr/>
        </p:nvSpPr>
        <p:spPr>
          <a:xfrm>
            <a:off x="747713" y="4210199"/>
            <a:ext cx="10696575" cy="404813"/>
          </a:xfrm>
          <a:prstGeom prst="rect">
            <a:avLst/>
          </a:prstGeom>
          <a:solidFill>
            <a:srgbClr val="FEF2F2"/>
          </a:solidFill>
          <a:ln/>
        </p:spPr>
      </p:sp>
      <p:sp>
        <p:nvSpPr>
          <p:cNvPr id="8" name="Shape 6"/>
          <p:cNvSpPr/>
          <p:nvPr/>
        </p:nvSpPr>
        <p:spPr>
          <a:xfrm>
            <a:off x="747713" y="4210199"/>
            <a:ext cx="57150" cy="404813"/>
          </a:xfrm>
          <a:prstGeom prst="rect">
            <a:avLst/>
          </a:prstGeom>
          <a:solidFill>
            <a:srgbClr val="DC2626"/>
          </a:solidFill>
          <a:ln w="12700">
            <a:solidFill>
              <a:srgbClr val="DC2626"/>
            </a:solidFill>
            <a:prstDash val="solid"/>
          </a:ln>
        </p:spPr>
      </p:sp>
      <p:sp>
        <p:nvSpPr>
          <p:cNvPr id="9" name="Text 7"/>
          <p:cNvSpPr/>
          <p:nvPr/>
        </p:nvSpPr>
        <p:spPr>
          <a:xfrm>
            <a:off x="747713" y="4210199"/>
            <a:ext cx="11077575" cy="404813"/>
          </a:xfrm>
          <a:prstGeom prst="rect">
            <a:avLst/>
          </a:prstGeom>
          <a:noFill/>
          <a:ln/>
        </p:spPr>
        <p:txBody>
          <a:bodyPr wrap="square" lIns="133350" tIns="95250" rIns="133350" bIns="95250" rtlCol="0" anchor="t"/>
          <a:lstStyle/>
          <a:p>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5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5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Shape 1"/>
          <p:cNvSpPr/>
          <p:nvPr/>
        </p:nvSpPr>
        <p:spPr>
          <a:xfrm>
            <a:off x="5129510" y="3026122"/>
            <a:ext cx="1932831" cy="604838"/>
          </a:xfrm>
          <a:prstGeom prst="roundRect">
            <a:avLst>
              <a:gd name="adj" fmla="val 38093"/>
            </a:avLst>
          </a:prstGeom>
          <a:solidFill>
            <a:srgbClr val="2563EB"/>
          </a:solidFill>
          <a:ln/>
        </p:spPr>
      </p:sp>
      <p:sp>
        <p:nvSpPr>
          <p:cNvPr id="4" name="Text 2"/>
          <p:cNvSpPr/>
          <p:nvPr/>
        </p:nvSpPr>
        <p:spPr>
          <a:xfrm>
            <a:off x="5129510" y="3026122"/>
            <a:ext cx="2009031" cy="604838"/>
          </a:xfrm>
          <a:prstGeom prst="rect">
            <a:avLst/>
          </a:prstGeom>
          <a:noFill/>
          <a:ln/>
        </p:spPr>
        <p:txBody>
          <a:bodyPr wrap="square" lIns="228600" tIns="95250" rIns="228600" bIns="95250" rtlCol="0" anchor="t"/>
          <a:lstStyle/>
          <a:p>
            <a:pPr algn="ctr"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5" name="Text 3"/>
          <p:cNvSpPr/>
          <p:nvPr/>
        </p:nvSpPr>
        <p:spPr>
          <a:xfrm>
            <a:off x="747713" y="3745260"/>
            <a:ext cx="11001375" cy="342900"/>
          </a:xfrm>
          <a:prstGeom prst="rect">
            <a:avLst/>
          </a:prstGeom>
          <a:noFill/>
          <a:ln/>
        </p:spPr>
        <p:txBody>
          <a:bodyPr wrap="square" lIns="0" tIns="0" rIns="0" bIns="0" rtlCol="0" anchor="t"/>
          <a:lstStyle/>
          <a:p>
            <a:pPr algn="ctr"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6" name="Shape 4"/>
          <p:cNvSpPr/>
          <p:nvPr/>
        </p:nvSpPr>
        <p:spPr>
          <a:xfrm>
            <a:off x="747713" y="4164360"/>
            <a:ext cx="3514725" cy="1057275"/>
          </a:xfrm>
          <a:prstGeom prst="roundRect">
            <a:avLst>
              <a:gd name="adj" fmla="val 12467"/>
            </a:avLst>
          </a:prstGeom>
          <a:solidFill>
            <a:srgbClr val="DBEAFE"/>
          </a:solidFill>
          <a:ln w="19050">
            <a:solidFill>
              <a:srgbClr val="2563EB"/>
            </a:solidFill>
            <a:prstDash val="solid"/>
          </a:ln>
        </p:spPr>
      </p:sp>
      <p:sp>
        <p:nvSpPr>
          <p:cNvPr id="7" name="Text 5"/>
          <p:cNvSpPr/>
          <p:nvPr/>
        </p:nvSpPr>
        <p:spPr>
          <a:xfrm>
            <a:off x="747713"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8" name="Shape 6"/>
          <p:cNvSpPr/>
          <p:nvPr/>
        </p:nvSpPr>
        <p:spPr>
          <a:xfrm>
            <a:off x="4338638" y="4164360"/>
            <a:ext cx="3514725" cy="1057275"/>
          </a:xfrm>
          <a:prstGeom prst="roundRect">
            <a:avLst>
              <a:gd name="adj" fmla="val 12467"/>
            </a:avLst>
          </a:prstGeom>
          <a:solidFill>
            <a:srgbClr val="FFF7ED"/>
          </a:solidFill>
          <a:ln w="19050">
            <a:solidFill>
              <a:srgbClr val="EA580C"/>
            </a:solidFill>
            <a:prstDash val="solid"/>
          </a:ln>
        </p:spPr>
      </p:sp>
      <p:sp>
        <p:nvSpPr>
          <p:cNvPr id="9" name="Text 7"/>
          <p:cNvSpPr/>
          <p:nvPr/>
        </p:nvSpPr>
        <p:spPr>
          <a:xfrm>
            <a:off x="4338638" y="4164360"/>
            <a:ext cx="35909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10" name="Shape 8"/>
          <p:cNvSpPr/>
          <p:nvPr/>
        </p:nvSpPr>
        <p:spPr>
          <a:xfrm>
            <a:off x="7929563" y="4164360"/>
            <a:ext cx="3514725" cy="1057275"/>
          </a:xfrm>
          <a:prstGeom prst="roundRect">
            <a:avLst>
              <a:gd name="adj" fmla="val 12467"/>
            </a:avLst>
          </a:prstGeom>
          <a:solidFill>
            <a:srgbClr val="DCFCE7"/>
          </a:solidFill>
          <a:ln w="19050">
            <a:solidFill>
              <a:srgbClr val="16A34A"/>
            </a:solidFill>
            <a:prstDash val="solid"/>
          </a:ln>
        </p:spPr>
      </p:sp>
      <p:sp>
        <p:nvSpPr>
          <p:cNvPr id="11" name="Text 9"/>
          <p:cNvSpPr/>
          <p:nvPr/>
        </p:nvSpPr>
        <p:spPr>
          <a:xfrm>
            <a:off x="7929563" y="4164360"/>
            <a:ext cx="3895725" cy="1057275"/>
          </a:xfrm>
          <a:prstGeom prst="rect">
            <a:avLst/>
          </a:prstGeom>
          <a:noFill/>
          <a:ln/>
        </p:spPr>
        <p:txBody>
          <a:bodyPr wrap="square" lIns="95250" tIns="95250" rIns="95250" bIns="95250" rtlCol="0" anchor="t"/>
          <a:lstStyle/>
          <a:p>
            <a:pPr algn="ctr"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50000"/>
              </a:lnSpc>
              <a:buNone/>
            </a:pPr>
            <a:endParaRPr lang="en-US" sz="2175" dirty="0"/>
          </a:p>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611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59620"/>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668488"/>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0549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142804"/>
            <a:ext cx="11001375" cy="842814"/>
          </a:xfrm>
          <a:prstGeom prst="rect">
            <a:avLst/>
          </a:prstGeom>
          <a:noFill/>
          <a:ln/>
        </p:spPr>
        <p:txBody>
          <a:bodyPr wrap="square" lIns="0" tIns="0" rIns="0" bIns="0" rtlCol="0" anchor="t"/>
          <a:lstStyle/>
          <a:p>
            <a:pPr algn="l" indent="0" marL="0">
              <a:lnSpc>
                <a:spcPct val="150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50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13801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822103"/>
            <a:ext cx="7038975"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659410"/>
            <a:ext cx="7038975" cy="842814"/>
          </a:xfrm>
          <a:prstGeom prst="rect">
            <a:avLst/>
          </a:prstGeom>
          <a:noFill/>
          <a:ln/>
        </p:spPr>
        <p:txBody>
          <a:bodyPr wrap="square" lIns="0" tIns="0" rIns="0" bIns="0" rtlCol="0" anchor="t"/>
          <a:lstStyle/>
          <a:p>
            <a:pPr algn="l" indent="0" marL="0">
              <a:lnSpc>
                <a:spcPct val="150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654623"/>
            <a:ext cx="70389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14339"/>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80246"/>
            <a:ext cx="7667625"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212455"/>
            <a:ext cx="766762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93530"/>
            <a:ext cx="766762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8886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538091"/>
            <a:ext cx="381000" cy="342900"/>
          </a:xfrm>
          <a:prstGeom prst="rect">
            <a:avLst/>
          </a:prstGeom>
          <a:noFill/>
          <a:ln/>
        </p:spPr>
        <p:txBody>
          <a:bodyPr wrap="square" lIns="0" tIns="0" rIns="0" bIns="0" rtlCol="0" anchor="t"/>
          <a:lstStyle/>
          <a:p>
            <a:pPr algn="l" indent="0" marL="0">
              <a:lnSpc>
                <a:spcPct val="15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69110"/>
            <a:ext cx="11001375" cy="200025"/>
          </a:xfrm>
          <a:prstGeom prst="rect">
            <a:avLst/>
          </a:prstGeom>
          <a:noFill/>
          <a:ln/>
        </p:spPr>
        <p:txBody>
          <a:bodyPr wrap="square" lIns="0" tIns="0" rIns="0" bIns="0" rtlCol="0" anchor="t"/>
          <a:lstStyle/>
          <a:p>
            <a:pPr algn="ctr" indent="0" marL="0">
              <a:lnSpc>
                <a:spcPct val="15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77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Shape 1"/>
          <p:cNvSpPr/>
          <p:nvPr/>
        </p:nvSpPr>
        <p:spPr>
          <a:xfrm>
            <a:off x="747713" y="3468439"/>
            <a:ext cx="495300" cy="271463"/>
          </a:xfrm>
          <a:prstGeom prst="roundRect">
            <a:avLst>
              <a:gd name="adj" fmla="val 168421"/>
            </a:avLst>
          </a:prstGeom>
          <a:solidFill>
            <a:srgbClr val="0F6CBD"/>
          </a:solidFill>
          <a:ln/>
        </p:spPr>
      </p:sp>
      <p:sp>
        <p:nvSpPr>
          <p:cNvPr id="4" name="Text 2"/>
          <p:cNvSpPr/>
          <p:nvPr/>
        </p:nvSpPr>
        <p:spPr>
          <a:xfrm>
            <a:off x="747713" y="346843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5" name="Text 3"/>
          <p:cNvSpPr/>
          <p:nvPr/>
        </p:nvSpPr>
        <p:spPr>
          <a:xfrm>
            <a:off x="1243013" y="336366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6" name="Shape 4"/>
          <p:cNvSpPr/>
          <p:nvPr/>
        </p:nvSpPr>
        <p:spPr>
          <a:xfrm>
            <a:off x="747713" y="4076849"/>
            <a:ext cx="495300" cy="271463"/>
          </a:xfrm>
          <a:prstGeom prst="roundRect">
            <a:avLst>
              <a:gd name="adj" fmla="val 168421"/>
            </a:avLst>
          </a:prstGeom>
          <a:solidFill>
            <a:srgbClr val="0F6CBD"/>
          </a:solidFill>
          <a:ln/>
        </p:spPr>
      </p:sp>
      <p:sp>
        <p:nvSpPr>
          <p:cNvPr id="7" name="Text 5"/>
          <p:cNvSpPr/>
          <p:nvPr/>
        </p:nvSpPr>
        <p:spPr>
          <a:xfrm>
            <a:off x="747713" y="4076849"/>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8" name="Text 6"/>
          <p:cNvSpPr/>
          <p:nvPr/>
        </p:nvSpPr>
        <p:spPr>
          <a:xfrm>
            <a:off x="1243013" y="3972074"/>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9" name="Shape 7"/>
          <p:cNvSpPr/>
          <p:nvPr/>
        </p:nvSpPr>
        <p:spPr>
          <a:xfrm>
            <a:off x="747713" y="4685258"/>
            <a:ext cx="495300" cy="271463"/>
          </a:xfrm>
          <a:prstGeom prst="roundRect">
            <a:avLst>
              <a:gd name="adj" fmla="val 168421"/>
            </a:avLst>
          </a:prstGeom>
          <a:solidFill>
            <a:srgbClr val="0F6CBD"/>
          </a:solidFill>
          <a:ln/>
        </p:spPr>
      </p:sp>
      <p:sp>
        <p:nvSpPr>
          <p:cNvPr id="10" name="Text 8"/>
          <p:cNvSpPr/>
          <p:nvPr/>
        </p:nvSpPr>
        <p:spPr>
          <a:xfrm>
            <a:off x="747713" y="4685258"/>
            <a:ext cx="495300" cy="271463"/>
          </a:xfrm>
          <a:prstGeom prst="rect">
            <a:avLst/>
          </a:prstGeom>
          <a:no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11" name="Text 9"/>
          <p:cNvSpPr/>
          <p:nvPr/>
        </p:nvSpPr>
        <p:spPr>
          <a:xfrm>
            <a:off x="1243013" y="4580483"/>
            <a:ext cx="10796588" cy="379809"/>
          </a:xfrm>
          <a:prstGeom prst="rect">
            <a:avLst/>
          </a:prstGeom>
          <a:noFill/>
          <a:ln/>
        </p:spPr>
        <p:txBody>
          <a:bodyPr wrap="square" lIns="0" tIns="0" rIns="0" bIns="0" rtlCol="0" anchor="t"/>
          <a:lstStyle/>
          <a:p>
            <a:pPr algn="l" indent="0" marL="0">
              <a:lnSpc>
                <a:spcPct val="125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3641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73722"/>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50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50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50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50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endParaRPr lang="en-US" sz="2175" dirty="0"/>
          </a:p>
        </p:txBody>
      </p:sp>
      <p:sp>
        <p:nvSpPr>
          <p:cNvPr id="4" name="Text 2"/>
          <p:cNvSpPr/>
          <p:nvPr/>
        </p:nvSpPr>
        <p:spPr>
          <a:xfrm>
            <a:off x="747713" y="440724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5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5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203641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4261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929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9494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60898"/>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6976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765179"/>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4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3040707"/>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78335"/>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91842"/>
            <a:ext cx="11291888" cy="556468"/>
          </a:xfrm>
          <a:prstGeom prst="rect">
            <a:avLst/>
          </a:prstGeom>
          <a:noFill/>
          <a:ln/>
        </p:spPr>
        <p:txBody>
          <a:bodyPr wrap="square" lIns="0" tIns="0" rIns="0" bIns="107728" rtlCol="0" anchor="t"/>
          <a:lstStyle/>
          <a:p>
            <a:pPr algn="l" indent="0" marL="0">
              <a:lnSpc>
                <a:spcPct val="125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300710"/>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81785"/>
            <a:ext cx="106965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50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72000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85964"/>
            <a:ext cx="11253788" cy="556468"/>
          </a:xfrm>
          <a:prstGeom prst="rect">
            <a:avLst/>
          </a:prstGeom>
          <a:noFill/>
          <a:ln/>
        </p:spPr>
        <p:txBody>
          <a:bodyPr wrap="square" lIns="95250" tIns="0" rIns="0" bIns="107728" rtlCol="0" anchor="t"/>
          <a:lstStyle/>
          <a:p>
            <a:pPr algn="l" indent="0" marL="0">
              <a:lnSpc>
                <a:spcPct val="125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94832"/>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841177"/>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230934"/>
            <a:ext cx="11001375" cy="856952"/>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240286"/>
            <a:ext cx="11001375" cy="1243013"/>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50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635698"/>
            <a:ext cx="10696575" cy="1381125"/>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783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Shape 1"/>
          <p:cNvSpPr/>
          <p:nvPr/>
        </p:nvSpPr>
        <p:spPr>
          <a:xfrm>
            <a:off x="747713" y="3423791"/>
            <a:ext cx="304800" cy="304800"/>
          </a:xfrm>
          <a:prstGeom prst="roundRect">
            <a:avLst>
              <a:gd name="adj" fmla="val 150000"/>
            </a:avLst>
          </a:prstGeom>
          <a:solidFill>
            <a:srgbClr val="0F6CBD"/>
          </a:solidFill>
          <a:ln/>
        </p:spPr>
      </p:sp>
      <p:sp>
        <p:nvSpPr>
          <p:cNvPr id="4" name="Text 2"/>
          <p:cNvSpPr/>
          <p:nvPr/>
        </p:nvSpPr>
        <p:spPr>
          <a:xfrm>
            <a:off x="747713"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5" name="Text 3"/>
          <p:cNvSpPr/>
          <p:nvPr/>
        </p:nvSpPr>
        <p:spPr>
          <a:xfrm>
            <a:off x="1185863" y="342379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6" name="Shape 4"/>
          <p:cNvSpPr/>
          <p:nvPr/>
        </p:nvSpPr>
        <p:spPr>
          <a:xfrm>
            <a:off x="6229350" y="3423791"/>
            <a:ext cx="304800" cy="304800"/>
          </a:xfrm>
          <a:prstGeom prst="roundRect">
            <a:avLst>
              <a:gd name="adj" fmla="val 150000"/>
            </a:avLst>
          </a:prstGeom>
          <a:solidFill>
            <a:srgbClr val="0F6CBD"/>
          </a:solidFill>
          <a:ln/>
        </p:spPr>
      </p:sp>
      <p:sp>
        <p:nvSpPr>
          <p:cNvPr id="7" name="Text 5"/>
          <p:cNvSpPr/>
          <p:nvPr/>
        </p:nvSpPr>
        <p:spPr>
          <a:xfrm>
            <a:off x="6229350" y="342379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8" name="Text 6"/>
          <p:cNvSpPr/>
          <p:nvPr/>
        </p:nvSpPr>
        <p:spPr>
          <a:xfrm>
            <a:off x="6667500" y="342379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9" name="Shape 7"/>
          <p:cNvSpPr/>
          <p:nvPr/>
        </p:nvSpPr>
        <p:spPr>
          <a:xfrm>
            <a:off x="747713" y="4004816"/>
            <a:ext cx="304800" cy="304800"/>
          </a:xfrm>
          <a:prstGeom prst="roundRect">
            <a:avLst>
              <a:gd name="adj" fmla="val 150000"/>
            </a:avLst>
          </a:prstGeom>
          <a:solidFill>
            <a:srgbClr val="0F6CBD"/>
          </a:solidFill>
          <a:ln/>
        </p:spPr>
      </p:sp>
      <p:sp>
        <p:nvSpPr>
          <p:cNvPr id="10" name="Text 8"/>
          <p:cNvSpPr/>
          <p:nvPr/>
        </p:nvSpPr>
        <p:spPr>
          <a:xfrm>
            <a:off x="747713"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11" name="Text 9"/>
          <p:cNvSpPr/>
          <p:nvPr/>
        </p:nvSpPr>
        <p:spPr>
          <a:xfrm>
            <a:off x="1185863" y="4004816"/>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12" name="Shape 10"/>
          <p:cNvSpPr/>
          <p:nvPr/>
        </p:nvSpPr>
        <p:spPr>
          <a:xfrm>
            <a:off x="6229350" y="4004816"/>
            <a:ext cx="304800" cy="304800"/>
          </a:xfrm>
          <a:prstGeom prst="roundRect">
            <a:avLst>
              <a:gd name="adj" fmla="val 150000"/>
            </a:avLst>
          </a:prstGeom>
          <a:solidFill>
            <a:srgbClr val="0F6CBD"/>
          </a:solidFill>
          <a:ln/>
        </p:spPr>
      </p:sp>
      <p:sp>
        <p:nvSpPr>
          <p:cNvPr id="13" name="Text 11"/>
          <p:cNvSpPr/>
          <p:nvPr/>
        </p:nvSpPr>
        <p:spPr>
          <a:xfrm>
            <a:off x="6229350" y="4004816"/>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4" name="Text 12"/>
          <p:cNvSpPr/>
          <p:nvPr/>
        </p:nvSpPr>
        <p:spPr>
          <a:xfrm>
            <a:off x="6667500" y="4004816"/>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5" name="Shape 13"/>
          <p:cNvSpPr/>
          <p:nvPr/>
        </p:nvSpPr>
        <p:spPr>
          <a:xfrm>
            <a:off x="747713" y="4585841"/>
            <a:ext cx="304800" cy="304800"/>
          </a:xfrm>
          <a:prstGeom prst="roundRect">
            <a:avLst>
              <a:gd name="adj" fmla="val 150000"/>
            </a:avLst>
          </a:prstGeom>
          <a:solidFill>
            <a:srgbClr val="0F6CBD"/>
          </a:solidFill>
          <a:ln/>
        </p:spPr>
      </p:sp>
      <p:sp>
        <p:nvSpPr>
          <p:cNvPr id="16" name="Text 14"/>
          <p:cNvSpPr/>
          <p:nvPr/>
        </p:nvSpPr>
        <p:spPr>
          <a:xfrm>
            <a:off x="747713"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7" name="Text 15"/>
          <p:cNvSpPr/>
          <p:nvPr/>
        </p:nvSpPr>
        <p:spPr>
          <a:xfrm>
            <a:off x="1185863" y="4585841"/>
            <a:ext cx="47767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8" name="Shape 16"/>
          <p:cNvSpPr/>
          <p:nvPr/>
        </p:nvSpPr>
        <p:spPr>
          <a:xfrm>
            <a:off x="6229350" y="4585841"/>
            <a:ext cx="304800" cy="304800"/>
          </a:xfrm>
          <a:prstGeom prst="roundRect">
            <a:avLst>
              <a:gd name="adj" fmla="val 150000"/>
            </a:avLst>
          </a:prstGeom>
          <a:solidFill>
            <a:srgbClr val="0F6CBD"/>
          </a:solidFill>
          <a:ln/>
        </p:spPr>
      </p:sp>
      <p:sp>
        <p:nvSpPr>
          <p:cNvPr id="19" name="Text 17"/>
          <p:cNvSpPr/>
          <p:nvPr/>
        </p:nvSpPr>
        <p:spPr>
          <a:xfrm>
            <a:off x="6229350" y="4585841"/>
            <a:ext cx="381000" cy="304800"/>
          </a:xfrm>
          <a:prstGeom prst="rect">
            <a:avLst/>
          </a:prstGeom>
          <a:noFill/>
          <a:ln/>
        </p:spPr>
        <p:txBody>
          <a:bodyPr wrap="square" lIns="0" tIns="0" rIns="0" bIns="0" rtlCol="0" anchor="ctr"/>
          <a:lstStyle/>
          <a:p>
            <a:pPr algn="ctr" indent="0" marL="0">
              <a:lnSpc>
                <a:spcPct val="15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20" name="Text 18"/>
          <p:cNvSpPr/>
          <p:nvPr/>
        </p:nvSpPr>
        <p:spPr>
          <a:xfrm>
            <a:off x="6667500" y="4585841"/>
            <a:ext cx="5081588" cy="314325"/>
          </a:xfrm>
          <a:prstGeom prst="rect">
            <a:avLst/>
          </a:prstGeom>
          <a:noFill/>
          <a:ln/>
        </p:spPr>
        <p:txBody>
          <a:bodyPr wrap="square" lIns="0" tIns="0" rIns="0" bIns="0" rtlCol="0" anchor="t"/>
          <a:lstStyle/>
          <a:p>
            <a:pPr algn="l" indent="0" marL="0">
              <a:lnSpc>
                <a:spcPct val="15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92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3018979"/>
            <a:ext cx="10696575" cy="220980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8275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672507"/>
            <a:ext cx="10696575" cy="2419350"/>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160913"/>
            <a:ext cx="10696575" cy="414338"/>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19721"/>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57104"/>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Shape 3"/>
          <p:cNvSpPr/>
          <p:nvPr/>
        </p:nvSpPr>
        <p:spPr>
          <a:xfrm>
            <a:off x="4460081" y="3285679"/>
            <a:ext cx="454670" cy="204788"/>
          </a:xfrm>
          <a:prstGeom prst="roundRect">
            <a:avLst>
              <a:gd name="adj" fmla="val 124608"/>
            </a:avLst>
          </a:prstGeom>
          <a:solidFill>
            <a:srgbClr val="EEF5FC"/>
          </a:solidFill>
          <a:ln/>
        </p:spPr>
      </p:sp>
      <p:sp>
        <p:nvSpPr>
          <p:cNvPr id="6" name="Text 4"/>
          <p:cNvSpPr/>
          <p:nvPr/>
        </p:nvSpPr>
        <p:spPr>
          <a:xfrm>
            <a:off x="4460081" y="3285679"/>
            <a:ext cx="530870"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7" name="Text 5"/>
          <p:cNvSpPr/>
          <p:nvPr/>
        </p:nvSpPr>
        <p:spPr>
          <a:xfrm>
            <a:off x="1338263" y="3257104"/>
            <a:ext cx="3576489"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8" name="Shape 6"/>
          <p:cNvSpPr/>
          <p:nvPr/>
        </p:nvSpPr>
        <p:spPr>
          <a:xfrm>
            <a:off x="747713" y="3885754"/>
            <a:ext cx="10696575" cy="9525"/>
          </a:xfrm>
          <a:prstGeom prst="rect">
            <a:avLst/>
          </a:prstGeom>
          <a:noFill/>
          <a:ln w="9525">
            <a:solidFill>
              <a:srgbClr val="CCCCCC"/>
            </a:solidFill>
            <a:prstDash val="sysDot"/>
          </a:ln>
        </p:spPr>
      </p:sp>
      <p:sp>
        <p:nvSpPr>
          <p:cNvPr id="9" name="Text 7"/>
          <p:cNvSpPr/>
          <p:nvPr/>
        </p:nvSpPr>
        <p:spPr>
          <a:xfrm>
            <a:off x="747713" y="3595241"/>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10" name="Shape 8"/>
          <p:cNvSpPr/>
          <p:nvPr/>
        </p:nvSpPr>
        <p:spPr>
          <a:xfrm>
            <a:off x="3472309" y="3623816"/>
            <a:ext cx="452438" cy="204788"/>
          </a:xfrm>
          <a:prstGeom prst="roundRect">
            <a:avLst>
              <a:gd name="adj" fmla="val 124608"/>
            </a:avLst>
          </a:prstGeom>
          <a:solidFill>
            <a:srgbClr val="EDF8F1"/>
          </a:solidFill>
          <a:ln/>
        </p:spPr>
      </p:sp>
      <p:sp>
        <p:nvSpPr>
          <p:cNvPr id="11" name="Text 9"/>
          <p:cNvSpPr/>
          <p:nvPr/>
        </p:nvSpPr>
        <p:spPr>
          <a:xfrm>
            <a:off x="3472309" y="3623816"/>
            <a:ext cx="528638" cy="204788"/>
          </a:xfrm>
          <a:prstGeom prst="rect">
            <a:avLst/>
          </a:prstGeom>
          <a:noFill/>
          <a:ln/>
        </p:spPr>
        <p:txBody>
          <a:bodyPr wrap="square" lIns="57150" tIns="9525" rIns="57150" bIns="9525" rtlCol="0" anchor="t"/>
          <a:lstStyle/>
          <a:p>
            <a:pPr algn="l" indent="0" marL="0">
              <a:lnSpc>
                <a:spcPct val="15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2" name="Text 10"/>
          <p:cNvSpPr/>
          <p:nvPr/>
        </p:nvSpPr>
        <p:spPr>
          <a:xfrm>
            <a:off x="1338263" y="3595241"/>
            <a:ext cx="2586484" cy="233362"/>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3" name="Text 11"/>
          <p:cNvSpPr/>
          <p:nvPr/>
        </p:nvSpPr>
        <p:spPr>
          <a:xfrm>
            <a:off x="747713" y="3933379"/>
            <a:ext cx="666750" cy="171450"/>
          </a:xfrm>
          <a:prstGeom prst="rect">
            <a:avLst/>
          </a:prstGeom>
          <a:noFill/>
          <a:ln/>
        </p:spPr>
        <p:txBody>
          <a:bodyPr wrap="square" lIns="0" tIns="0" rIns="0" bIns="0" rtlCol="0" anchor="t"/>
          <a:lstStyle/>
          <a:p>
            <a:pPr algn="l" indent="0" marL="0">
              <a:lnSpc>
                <a:spcPct val="15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4" name="Text 12"/>
          <p:cNvSpPr/>
          <p:nvPr/>
        </p:nvSpPr>
        <p:spPr>
          <a:xfrm>
            <a:off x="1338263" y="3933379"/>
            <a:ext cx="2933551"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5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5" name="Text 13"/>
          <p:cNvSpPr/>
          <p:nvPr/>
        </p:nvSpPr>
        <p:spPr>
          <a:xfrm>
            <a:off x="747713" y="4209604"/>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50000"/>
              </a:lnSpc>
              <a:buNone/>
            </a:pPr>
            <a:endParaRPr lang="en-US" sz="2175" dirty="0"/>
          </a:p>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3812"/>
            <a:ext cx="11291888" cy="377726"/>
          </a:xfrm>
          <a:prstGeom prst="rect">
            <a:avLst/>
          </a:prstGeom>
          <a:noFill/>
          <a:ln/>
        </p:spPr>
        <p:txBody>
          <a:bodyPr wrap="square" lIns="0" tIns="0" rIns="0" bIns="73152" rtlCol="0" anchor="t"/>
          <a:lstStyle/>
          <a:p>
            <a:pPr algn="l" indent="0" marL="0">
              <a:lnSpc>
                <a:spcPct val="125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65588"/>
            <a:ext cx="11001375" cy="228600"/>
          </a:xfrm>
          <a:prstGeom prst="rect">
            <a:avLst/>
          </a:prstGeom>
          <a:noFill/>
          <a:ln/>
        </p:spPr>
        <p:txBody>
          <a:bodyPr wrap="square" lIns="0" tIns="0" rIns="0" bIns="0" rtlCol="0" anchor="t"/>
          <a:lstStyle/>
          <a:p>
            <a:pPr algn="l" indent="0" marL="0">
              <a:lnSpc>
                <a:spcPct val="15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73064"/>
            <a:ext cx="11291888" cy="306884"/>
          </a:xfrm>
          <a:prstGeom prst="rect">
            <a:avLst/>
          </a:prstGeom>
          <a:noFill/>
          <a:ln/>
        </p:spPr>
        <p:txBody>
          <a:bodyPr wrap="square" lIns="0" tIns="0" rIns="0" bIns="59436" rtlCol="0" anchor="t"/>
          <a:lstStyle/>
          <a:p>
            <a:pPr algn="l" indent="0" marL="0">
              <a:lnSpc>
                <a:spcPct val="125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56173"/>
            <a:ext cx="49863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Shape 4"/>
          <p:cNvSpPr/>
          <p:nvPr/>
        </p:nvSpPr>
        <p:spPr>
          <a:xfrm>
            <a:off x="890588" y="3294311"/>
            <a:ext cx="200025" cy="200025"/>
          </a:xfrm>
          <a:prstGeom prst="roundRect">
            <a:avLst>
              <a:gd name="adj" fmla="val 228571"/>
            </a:avLst>
          </a:prstGeom>
          <a:solidFill>
            <a:srgbClr val="0F6CBD"/>
          </a:solidFill>
          <a:ln/>
        </p:spPr>
      </p:sp>
      <p:sp>
        <p:nvSpPr>
          <p:cNvPr id="7" name="Text 5"/>
          <p:cNvSpPr/>
          <p:nvPr/>
        </p:nvSpPr>
        <p:spPr>
          <a:xfrm>
            <a:off x="890588"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8" name="Shape 6"/>
          <p:cNvSpPr/>
          <p:nvPr/>
        </p:nvSpPr>
        <p:spPr>
          <a:xfrm>
            <a:off x="2603450" y="3294311"/>
            <a:ext cx="435620" cy="179487"/>
          </a:xfrm>
          <a:prstGeom prst="roundRect">
            <a:avLst>
              <a:gd name="adj" fmla="val 162214"/>
            </a:avLst>
          </a:prstGeom>
          <a:solidFill>
            <a:srgbClr val="EDF8F1"/>
          </a:solidFill>
          <a:ln/>
        </p:spPr>
      </p:sp>
      <p:sp>
        <p:nvSpPr>
          <p:cNvPr id="9" name="Text 7"/>
          <p:cNvSpPr/>
          <p:nvPr/>
        </p:nvSpPr>
        <p:spPr>
          <a:xfrm>
            <a:off x="2603450" y="3294311"/>
            <a:ext cx="511820"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10" name="Text 8"/>
          <p:cNvSpPr/>
          <p:nvPr/>
        </p:nvSpPr>
        <p:spPr>
          <a:xfrm>
            <a:off x="1157288" y="3294311"/>
            <a:ext cx="188178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11" name="Shape 9"/>
          <p:cNvSpPr/>
          <p:nvPr/>
        </p:nvSpPr>
        <p:spPr>
          <a:xfrm>
            <a:off x="890588" y="3541961"/>
            <a:ext cx="200025" cy="200025"/>
          </a:xfrm>
          <a:prstGeom prst="roundRect">
            <a:avLst>
              <a:gd name="adj" fmla="val 228571"/>
            </a:avLst>
          </a:prstGeom>
          <a:solidFill>
            <a:srgbClr val="0F6CBD"/>
          </a:solidFill>
          <a:ln/>
        </p:spPr>
      </p:sp>
      <p:sp>
        <p:nvSpPr>
          <p:cNvPr id="12" name="Text 10"/>
          <p:cNvSpPr/>
          <p:nvPr/>
        </p:nvSpPr>
        <p:spPr>
          <a:xfrm>
            <a:off x="890588"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3" name="Shape 11"/>
          <p:cNvSpPr/>
          <p:nvPr/>
        </p:nvSpPr>
        <p:spPr>
          <a:xfrm>
            <a:off x="2689622" y="3541961"/>
            <a:ext cx="433388" cy="179487"/>
          </a:xfrm>
          <a:prstGeom prst="roundRect">
            <a:avLst>
              <a:gd name="adj" fmla="val 162214"/>
            </a:avLst>
          </a:prstGeom>
          <a:solidFill>
            <a:srgbClr val="EDF8F1"/>
          </a:solidFill>
          <a:ln/>
        </p:spPr>
      </p:sp>
      <p:sp>
        <p:nvSpPr>
          <p:cNvPr id="14" name="Text 12"/>
          <p:cNvSpPr/>
          <p:nvPr/>
        </p:nvSpPr>
        <p:spPr>
          <a:xfrm>
            <a:off x="2689622" y="3541961"/>
            <a:ext cx="509587"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5" name="Text 13"/>
          <p:cNvSpPr/>
          <p:nvPr/>
        </p:nvSpPr>
        <p:spPr>
          <a:xfrm>
            <a:off x="1157288" y="3541961"/>
            <a:ext cx="1965722"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6" name="Shape 14"/>
          <p:cNvSpPr/>
          <p:nvPr/>
        </p:nvSpPr>
        <p:spPr>
          <a:xfrm>
            <a:off x="890588" y="3789611"/>
            <a:ext cx="200025" cy="200025"/>
          </a:xfrm>
          <a:prstGeom prst="roundRect">
            <a:avLst>
              <a:gd name="adj" fmla="val 228571"/>
            </a:avLst>
          </a:prstGeom>
          <a:solidFill>
            <a:srgbClr val="0F6CBD"/>
          </a:solidFill>
          <a:ln/>
        </p:spPr>
      </p:sp>
      <p:sp>
        <p:nvSpPr>
          <p:cNvPr id="17" name="Text 15"/>
          <p:cNvSpPr/>
          <p:nvPr/>
        </p:nvSpPr>
        <p:spPr>
          <a:xfrm>
            <a:off x="890588"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8" name="Shape 16"/>
          <p:cNvSpPr/>
          <p:nvPr/>
        </p:nvSpPr>
        <p:spPr>
          <a:xfrm>
            <a:off x="2260253" y="3789611"/>
            <a:ext cx="429071" cy="179487"/>
          </a:xfrm>
          <a:prstGeom prst="roundRect">
            <a:avLst>
              <a:gd name="adj" fmla="val 162214"/>
            </a:avLst>
          </a:prstGeom>
          <a:solidFill>
            <a:srgbClr val="EEF5FC"/>
          </a:solidFill>
          <a:ln/>
        </p:spPr>
      </p:sp>
      <p:sp>
        <p:nvSpPr>
          <p:cNvPr id="19" name="Text 17"/>
          <p:cNvSpPr/>
          <p:nvPr/>
        </p:nvSpPr>
        <p:spPr>
          <a:xfrm>
            <a:off x="2260253" y="3789611"/>
            <a:ext cx="505271"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20" name="Text 18"/>
          <p:cNvSpPr/>
          <p:nvPr/>
        </p:nvSpPr>
        <p:spPr>
          <a:xfrm>
            <a:off x="1157288" y="3789611"/>
            <a:ext cx="1532037"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21" name="Shape 19"/>
          <p:cNvSpPr/>
          <p:nvPr/>
        </p:nvSpPr>
        <p:spPr>
          <a:xfrm>
            <a:off x="6172200" y="2832348"/>
            <a:ext cx="5272088" cy="1281113"/>
          </a:xfrm>
          <a:prstGeom prst="roundRect">
            <a:avLst>
              <a:gd name="adj" fmla="val 10613"/>
            </a:avLst>
          </a:prstGeom>
          <a:ln w="9525">
            <a:solidFill>
              <a:srgbClr val="CCCCCC"/>
            </a:solidFill>
            <a:prstDash val="solid"/>
          </a:ln>
        </p:spPr>
      </p:sp>
      <p:sp>
        <p:nvSpPr>
          <p:cNvPr id="22" name="Shape 20"/>
          <p:cNvSpPr/>
          <p:nvPr/>
        </p:nvSpPr>
        <p:spPr>
          <a:xfrm>
            <a:off x="6315075" y="3218111"/>
            <a:ext cx="4986338" cy="28575"/>
          </a:xfrm>
          <a:prstGeom prst="rect">
            <a:avLst/>
          </a:prstGeom>
          <a:solidFill>
            <a:srgbClr val="0F6CBD"/>
          </a:solidFill>
          <a:ln w="3175">
            <a:solidFill>
              <a:srgbClr val="0F6CBD"/>
            </a:solidFill>
            <a:prstDash val="solid"/>
          </a:ln>
        </p:spPr>
      </p:sp>
      <p:sp>
        <p:nvSpPr>
          <p:cNvPr id="23" name="Text 21"/>
          <p:cNvSpPr/>
          <p:nvPr/>
        </p:nvSpPr>
        <p:spPr>
          <a:xfrm>
            <a:off x="6315075" y="2956173"/>
            <a:ext cx="5291138" cy="261937"/>
          </a:xfrm>
          <a:prstGeom prst="rect">
            <a:avLst/>
          </a:prstGeom>
          <a:noFill/>
          <a:ln/>
        </p:spPr>
        <p:txBody>
          <a:bodyPr wrap="square" lIns="0" tIns="0" rIns="0" bIns="47625" rtlCol="0" anchor="t"/>
          <a:lstStyle/>
          <a:p>
            <a:pPr algn="l" indent="0" marL="0">
              <a:lnSpc>
                <a:spcPct val="15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24" name="Shape 22"/>
          <p:cNvSpPr/>
          <p:nvPr/>
        </p:nvSpPr>
        <p:spPr>
          <a:xfrm>
            <a:off x="6315075" y="3294311"/>
            <a:ext cx="200025" cy="200025"/>
          </a:xfrm>
          <a:prstGeom prst="roundRect">
            <a:avLst>
              <a:gd name="adj" fmla="val 228571"/>
            </a:avLst>
          </a:prstGeom>
          <a:solidFill>
            <a:srgbClr val="0F6CBD"/>
          </a:solidFill>
          <a:ln/>
        </p:spPr>
      </p:sp>
      <p:sp>
        <p:nvSpPr>
          <p:cNvPr id="25" name="Text 23"/>
          <p:cNvSpPr/>
          <p:nvPr/>
        </p:nvSpPr>
        <p:spPr>
          <a:xfrm>
            <a:off x="6315075" y="32943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26" name="Text 24"/>
          <p:cNvSpPr/>
          <p:nvPr/>
        </p:nvSpPr>
        <p:spPr>
          <a:xfrm>
            <a:off x="6581775" y="3294311"/>
            <a:ext cx="1244203"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7" name="Shape 25"/>
          <p:cNvSpPr/>
          <p:nvPr/>
        </p:nvSpPr>
        <p:spPr>
          <a:xfrm>
            <a:off x="6315075" y="3541961"/>
            <a:ext cx="200025" cy="200025"/>
          </a:xfrm>
          <a:prstGeom prst="roundRect">
            <a:avLst>
              <a:gd name="adj" fmla="val 228571"/>
            </a:avLst>
          </a:prstGeom>
          <a:solidFill>
            <a:srgbClr val="0F6CBD"/>
          </a:solidFill>
          <a:ln/>
        </p:spPr>
      </p:sp>
      <p:sp>
        <p:nvSpPr>
          <p:cNvPr id="28" name="Text 26"/>
          <p:cNvSpPr/>
          <p:nvPr/>
        </p:nvSpPr>
        <p:spPr>
          <a:xfrm>
            <a:off x="6315075" y="354196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9" name="Shape 27"/>
          <p:cNvSpPr/>
          <p:nvPr/>
        </p:nvSpPr>
        <p:spPr>
          <a:xfrm>
            <a:off x="7599908" y="3541961"/>
            <a:ext cx="441722" cy="179487"/>
          </a:xfrm>
          <a:prstGeom prst="roundRect">
            <a:avLst>
              <a:gd name="adj" fmla="val 162214"/>
            </a:avLst>
          </a:prstGeom>
          <a:solidFill>
            <a:srgbClr val="EEF5FC"/>
          </a:solidFill>
          <a:ln/>
        </p:spPr>
      </p:sp>
      <p:sp>
        <p:nvSpPr>
          <p:cNvPr id="30" name="Text 28"/>
          <p:cNvSpPr/>
          <p:nvPr/>
        </p:nvSpPr>
        <p:spPr>
          <a:xfrm>
            <a:off x="7599908" y="3541961"/>
            <a:ext cx="517922"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31" name="Text 29"/>
          <p:cNvSpPr/>
          <p:nvPr/>
        </p:nvSpPr>
        <p:spPr>
          <a:xfrm>
            <a:off x="6581775" y="3541961"/>
            <a:ext cx="1459855"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32" name="Shape 30"/>
          <p:cNvSpPr/>
          <p:nvPr/>
        </p:nvSpPr>
        <p:spPr>
          <a:xfrm>
            <a:off x="6315075" y="3789611"/>
            <a:ext cx="200025" cy="200025"/>
          </a:xfrm>
          <a:prstGeom prst="roundRect">
            <a:avLst>
              <a:gd name="adj" fmla="val 228571"/>
            </a:avLst>
          </a:prstGeom>
          <a:solidFill>
            <a:srgbClr val="0F6CBD"/>
          </a:solidFill>
          <a:ln/>
        </p:spPr>
      </p:sp>
      <p:sp>
        <p:nvSpPr>
          <p:cNvPr id="33" name="Text 31"/>
          <p:cNvSpPr/>
          <p:nvPr/>
        </p:nvSpPr>
        <p:spPr>
          <a:xfrm>
            <a:off x="6315075" y="3789611"/>
            <a:ext cx="276225" cy="200025"/>
          </a:xfrm>
          <a:prstGeom prst="rect">
            <a:avLst/>
          </a:prstGeom>
          <a:noFill/>
          <a:ln/>
        </p:spPr>
        <p:txBody>
          <a:bodyPr wrap="square" lIns="0" tIns="0" rIns="0" bIns="0" rtlCol="0" anchor="ctr"/>
          <a:lstStyle/>
          <a:p>
            <a:pPr algn="ctr" indent="0" marL="0">
              <a:lnSpc>
                <a:spcPct val="15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34" name="Shape 32"/>
          <p:cNvSpPr/>
          <p:nvPr/>
        </p:nvSpPr>
        <p:spPr>
          <a:xfrm>
            <a:off x="7531150" y="3789611"/>
            <a:ext cx="419546" cy="179487"/>
          </a:xfrm>
          <a:prstGeom prst="roundRect">
            <a:avLst>
              <a:gd name="adj" fmla="val 162214"/>
            </a:avLst>
          </a:prstGeom>
          <a:solidFill>
            <a:srgbClr val="EDF8F1"/>
          </a:solidFill>
          <a:ln/>
        </p:spPr>
      </p:sp>
      <p:sp>
        <p:nvSpPr>
          <p:cNvPr id="35" name="Text 33"/>
          <p:cNvSpPr/>
          <p:nvPr/>
        </p:nvSpPr>
        <p:spPr>
          <a:xfrm>
            <a:off x="7531150" y="3789611"/>
            <a:ext cx="495746" cy="179487"/>
          </a:xfrm>
          <a:prstGeom prst="rect">
            <a:avLst/>
          </a:prstGeom>
          <a:noFill/>
          <a:ln/>
        </p:spPr>
        <p:txBody>
          <a:bodyPr wrap="square" lIns="47625" tIns="0" rIns="47625" bIns="0" rtlCol="0" anchor="t"/>
          <a:lstStyle/>
          <a:p>
            <a:pPr algn="l" indent="0" marL="0">
              <a:lnSpc>
                <a:spcPct val="145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36" name="Text 34"/>
          <p:cNvSpPr/>
          <p:nvPr/>
        </p:nvSpPr>
        <p:spPr>
          <a:xfrm>
            <a:off x="6581775" y="3789611"/>
            <a:ext cx="1368921" cy="179487"/>
          </a:xfrm>
          <a:prstGeom prst="rect">
            <a:avLst/>
          </a:prstGeom>
          <a:noFill/>
          <a:ln/>
        </p:spPr>
        <p:txBody>
          <a:bodyPr wrap="square" lIns="0" tIns="0" rIns="0" bIns="0" rtlCol="0" anchor="t"/>
          <a:lstStyle/>
          <a:p>
            <a:pPr algn="l" indent="0" marL="0">
              <a:lnSpc>
                <a:spcPct val="145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37" name="Text 35"/>
          <p:cNvSpPr/>
          <p:nvPr/>
        </p:nvSpPr>
        <p:spPr>
          <a:xfrm>
            <a:off x="747713" y="4113461"/>
            <a:ext cx="11001375" cy="371475"/>
          </a:xfrm>
          <a:prstGeom prst="rect">
            <a:avLst/>
          </a:prstGeom>
          <a:noFill/>
          <a:ln/>
        </p:spPr>
        <p:txBody>
          <a:bodyPr wrap="square" lIns="0" tIns="0" rIns="0" bIns="0" rtlCol="0" anchor="t"/>
          <a:lstStyle/>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50000"/>
              </a:lnSpc>
              <a:buNone/>
            </a:pPr>
            <a:endParaRPr lang="en-US" sz="975" dirty="0"/>
          </a:p>
          <a:p>
            <a:pPr algn="l" indent="0" marL="0">
              <a:lnSpc>
                <a:spcPct val="150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36365"/>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121372"/>
            <a:ext cx="9371558" cy="400050"/>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40000"/>
              </a:lnSpc>
              <a:buNone/>
            </a:pPr>
            <a:endParaRPr lang="en-US" sz="1125" dirty="0"/>
          </a:p>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64235"/>
            <a:ext cx="1268923"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702397"/>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809554"/>
            <a:ext cx="8900666" cy="200025"/>
          </a:xfrm>
          <a:prstGeom prst="rect">
            <a:avLst/>
          </a:prstGeom>
          <a:noFill/>
          <a:ln/>
        </p:spPr>
        <p:txBody>
          <a:bodyPr wrap="square" lIns="0" tIns="0" rIns="0" bIns="0" rtlCol="0" anchor="t"/>
          <a:lstStyle/>
          <a:p>
            <a:pPr algn="l" indent="0" marL="0">
              <a:lnSpc>
                <a:spcPct val="140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52404"/>
            <a:ext cx="1752154"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97710"/>
            <a:ext cx="310455" cy="414338"/>
          </a:xfrm>
          <a:prstGeom prst="rect">
            <a:avLst/>
          </a:prstGeom>
          <a:noFill/>
          <a:ln/>
        </p:spPr>
        <p:txBody>
          <a:bodyPr wrap="square" lIns="0" tIns="0" rIns="0" bIns="0" rtlCol="0" anchor="t"/>
          <a:lstStyle/>
          <a:p>
            <a:pPr algn="ctr" indent="0" marL="0">
              <a:lnSpc>
                <a:spcPct val="15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404866"/>
            <a:ext cx="8404622" cy="200025"/>
          </a:xfrm>
          <a:prstGeom prst="rect">
            <a:avLst/>
          </a:prstGeom>
          <a:noFill/>
          <a:ln/>
        </p:spPr>
        <p:txBody>
          <a:bodyPr wrap="square" lIns="0" tIns="0" rIns="0" bIns="0" rtlCol="0" anchor="t"/>
          <a:lstStyle/>
          <a:p>
            <a:pPr algn="l" indent="0" marL="0">
              <a:lnSpc>
                <a:spcPct val="140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347716"/>
            <a:ext cx="2248198" cy="314325"/>
          </a:xfrm>
          <a:prstGeom prst="rect">
            <a:avLst/>
          </a:prstGeom>
          <a:noFill/>
          <a:ln/>
        </p:spPr>
        <p:txBody>
          <a:bodyPr wrap="square" lIns="0" tIns="0" rIns="0" bIns="0" rtlCol="0" anchor="t"/>
          <a:lstStyle/>
          <a:p>
            <a:pPr algn="l" indent="0" marL="0">
              <a:lnSpc>
                <a:spcPct val="15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5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807297"/>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0653"/>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3040410"/>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3040410"/>
            <a:ext cx="3339554"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502372"/>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502372"/>
            <a:ext cx="2940397"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964335"/>
            <a:ext cx="497086" cy="414338"/>
          </a:xfrm>
          <a:prstGeom prst="rect">
            <a:avLst/>
          </a:prstGeom>
          <a:noFill/>
          <a:ln/>
        </p:spPr>
        <p:txBody>
          <a:bodyPr wrap="square" lIns="0" tIns="0" rIns="0" bIns="0" rtlCol="0" anchor="t"/>
          <a:lstStyle/>
          <a:p>
            <a:pPr algn="ctr"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964335"/>
            <a:ext cx="3372148"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78672"/>
            <a:ext cx="11001375" cy="828675"/>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1112"/>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3140869"/>
            <a:ext cx="10696575" cy="1399133"/>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408188" y="3175992"/>
            <a:ext cx="1287810" cy="306735"/>
          </a:xfrm>
          <a:prstGeom prst="rect">
            <a:avLst/>
          </a:prstGeom>
        </p:spPr>
      </p:pic>
      <p:pic>
        <p:nvPicPr>
          <p:cNvPr id="5" name="Image 1" descr="preencoded.png">    </p:cNvPr>
          <p:cNvPicPr>
            <a:picLocks noChangeAspect="1"/>
          </p:cNvPicPr>
          <p:nvPr/>
        </p:nvPicPr>
        <p:blipFill>
          <a:blip r:embed="rId2"/>
          <a:stretch>
            <a:fillRect/>
          </a:stretch>
        </p:blipFill>
        <p:spPr>
          <a:xfrm>
            <a:off x="2411164" y="3659237"/>
            <a:ext cx="1806327" cy="347960"/>
          </a:xfrm>
          <a:prstGeom prst="rect">
            <a:avLst/>
          </a:prstGeom>
        </p:spPr>
      </p:pic>
      <p:pic>
        <p:nvPicPr>
          <p:cNvPr id="6" name="Image 2" descr="preencoded.png">    </p:cNvPr>
          <p:cNvPicPr>
            <a:picLocks noChangeAspect="1"/>
          </p:cNvPicPr>
          <p:nvPr/>
        </p:nvPicPr>
        <p:blipFill>
          <a:blip r:embed="rId3"/>
          <a:stretch>
            <a:fillRect/>
          </a:stretch>
        </p:blipFill>
        <p:spPr>
          <a:xfrm>
            <a:off x="2406253" y="4185493"/>
            <a:ext cx="272653" cy="354509"/>
          </a:xfrm>
          <a:prstGeom prst="rect">
            <a:avLst/>
          </a:prstGeom>
        </p:spPr>
      </p:pic>
      <p:pic>
        <p:nvPicPr>
          <p:cNvPr id="7" name="Image 3" descr="preencoded.png">    </p:cNvPr>
          <p:cNvPicPr>
            <a:picLocks noChangeAspect="1"/>
          </p:cNvPicPr>
          <p:nvPr/>
        </p:nvPicPr>
        <p:blipFill>
          <a:blip r:embed="rId4"/>
          <a:stretch>
            <a:fillRect/>
          </a:stretch>
        </p:blipFill>
        <p:spPr>
          <a:xfrm>
            <a:off x="747713" y="4692402"/>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82403"/>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19710"/>
            <a:ext cx="10696575" cy="814536"/>
          </a:xfrm>
          <a:prstGeom prst="rect">
            <a:avLst/>
          </a:prstGeom>
        </p:spPr>
      </p:pic>
      <p:sp>
        <p:nvSpPr>
          <p:cNvPr id="4" name="Text 1"/>
          <p:cNvSpPr/>
          <p:nvPr/>
        </p:nvSpPr>
        <p:spPr>
          <a:xfrm>
            <a:off x="747713" y="3886646"/>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53384"/>
            <a:ext cx="10696575" cy="32221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803178"/>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640485"/>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86546"/>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85256"/>
            <a:ext cx="5819775"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75013"/>
            <a:ext cx="5819775" cy="897731"/>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79603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633341"/>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796034"/>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633341"/>
            <a:ext cx="11001375" cy="428476"/>
          </a:xfrm>
          <a:prstGeom prst="rect">
            <a:avLst/>
          </a:prstGeom>
          <a:noFill/>
          <a:ln/>
        </p:spPr>
        <p:txBody>
          <a:bodyPr wrap="square" lIns="0" tIns="0" rIns="0" bIns="0" rtlCol="0" anchor="t"/>
          <a:lstStyle/>
          <a:p>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6390"/>
            <a:ext cx="11291888" cy="68490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73697"/>
            <a:ext cx="10696575" cy="2347913"/>
          </a:xfrm>
          <a:prstGeom prst="rect">
            <a:avLst/>
          </a:prstGeom>
          <a:noFill/>
          <a:ln/>
        </p:spPr>
        <p:txBody>
          <a:bodyPr wrap="square" lIns="0" tIns="0" rIns="0" bIns="0" rtlCol="0" anchor="t"/>
          <a:lstStyle/>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50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93044"/>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59001"/>
            <a:ext cx="11291888" cy="345281"/>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32882"/>
            <a:ext cx="11291888" cy="310604"/>
          </a:xfrm>
          <a:prstGeom prst="rect">
            <a:avLst/>
          </a:prstGeom>
          <a:noFill/>
          <a:ln/>
        </p:spPr>
        <p:txBody>
          <a:bodyPr wrap="square" lIns="0" tIns="0" rIns="0" bIns="0" rtlCol="0" anchor="t"/>
          <a:lstStyle/>
          <a:p>
            <a:pPr algn="l" indent="0" marL="0">
              <a:lnSpc>
                <a:spcPct val="125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3995886"/>
            <a:ext cx="11001375" cy="414338"/>
          </a:xfrm>
          <a:prstGeom prst="rect">
            <a:avLst/>
          </a:prstGeom>
          <a:noFill/>
          <a:ln/>
        </p:spPr>
        <p:txBody>
          <a:bodyPr wrap="square" lIns="0" tIns="0" rIns="0" bIns="0" rtlCol="0" anchor="t"/>
          <a:lstStyle/>
          <a:p>
            <a:pPr algn="l" indent="0" marL="0">
              <a:lnSpc>
                <a:spcPct val="15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38824"/>
            <a:ext cx="10696575" cy="69056"/>
          </a:xfrm>
          <a:prstGeom prst="rect">
            <a:avLst/>
          </a:prstGeom>
          <a:solidFill>
            <a:srgbClr val="D1D9E0"/>
          </a:solidFill>
          <a:ln/>
        </p:spPr>
      </p:sp>
      <p:sp>
        <p:nvSpPr>
          <p:cNvPr id="7" name="Text 5"/>
          <p:cNvSpPr/>
          <p:nvPr/>
        </p:nvSpPr>
        <p:spPr>
          <a:xfrm>
            <a:off x="747713" y="4936480"/>
            <a:ext cx="11001375" cy="428476"/>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5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17290"/>
            <a:ext cx="11291888" cy="1237357"/>
          </a:xfrm>
          <a:prstGeom prst="rect">
            <a:avLst/>
          </a:prstGeom>
          <a:noFill/>
          <a:ln/>
        </p:spPr>
        <p:txBody>
          <a:bodyPr wrap="square" lIns="0" tIns="0" rIns="0" bIns="132588" rtlCol="0" anchor="t"/>
          <a:lstStyle/>
          <a:p>
            <a:pPr algn="l" indent="0" marL="0">
              <a:lnSpc>
                <a:spcPct val="125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5026372"/>
            <a:ext cx="11001375" cy="414338"/>
          </a:xfrm>
          <a:prstGeom prst="rect">
            <a:avLst/>
          </a:prstGeom>
          <a:noFill/>
          <a:ln/>
        </p:spPr>
        <p:txBody>
          <a:bodyPr wrap="square" lIns="0" tIns="0" rIns="0" bIns="0" rtlCol="0" anchor="t"/>
          <a:lstStyle/>
          <a:p>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5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2026-05-04T14:51:37Z</dcterms:created>
  <dcterms:modified xsi:type="dcterms:W3CDTF">2026-05-04T14:51:37Z</dcterms:modified>
</cp:coreProperties>
</file>