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0696575" cy="13954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pPr algn="l" indent="0" marL="0">
              <a:lnSpc>
                <a:spcPct val="150000"/>
              </a:lnSpc>
              <a:buNone/>
            </a:pPr>
            <a:endParaRPr lang="en-US" sz="2175" dirty="0"/>
          </a:p>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85765"/>
            <a:ext cx="10696575" cy="2123777"/>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pPr algn="l" indent="0" marL="0">
              <a:lnSpc>
                <a:spcPct val="150000"/>
              </a:lnSpc>
              <a:buNone/>
            </a:pPr>
            <a:endParaRPr lang="en-US" sz="2175" dirty="0"/>
          </a:p>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0696575" cy="5272980"/>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0696575" cy="356473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pPr algn="l" indent="0" marL="0">
              <a:lnSpc>
                <a:spcPct val="150000"/>
              </a:lnSpc>
              <a:buNone/>
            </a:pP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640455"/>
                <a:gridCol w="3710464"/>
                <a:gridCol w="352044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527298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pPr algn="l" indent="0" marL="0">
              <a:lnSpc>
                <a:spcPct val="150000"/>
              </a:lnSpc>
              <a:buNone/>
            </a:pP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0696575" cy="9810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Text 1"/>
          <p:cNvSpPr/>
          <p:nvPr/>
        </p:nvSpPr>
        <p:spPr>
          <a:xfrm>
            <a:off x="747713" y="2780258"/>
            <a:ext cx="5272088" cy="2134791"/>
          </a:xfrm>
          <a:prstGeom prst="roundRect">
            <a:avLst>
              <a:gd name="adj" fmla="val 4587"/>
            </a:avLst>
          </a:prstGeom>
          <a:solidFill>
            <a:srgbClr val="F8F9FF"/>
          </a:solidFill>
          <a:ln w="9525">
            <a:solidFill>
              <a:srgbClr val="CCCCCC"/>
            </a:solidFill>
          </a:ln>
        </p:spPr>
        <p:txBody>
          <a:bodyPr wrap="square" lIns="161925" tIns="390525" rIns="161925" bIns="378768"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pPr algn="l" indent="0" marL="0">
              <a:lnSpc>
                <a:spcPct val="125000"/>
              </a:lnSpc>
              <a:buNone/>
            </a:pPr>
            <a:endParaRPr lang="en-US" sz="2392"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endParaRPr lang="en-US" sz="2392"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392" dirty="0"/>
          </a:p>
        </p:txBody>
      </p:sp>
      <p:sp>
        <p:nvSpPr>
          <p:cNvPr id="4" name="Text 2"/>
          <p:cNvSpPr/>
          <p:nvPr/>
        </p:nvSpPr>
        <p:spPr>
          <a:xfrm>
            <a:off x="6172200" y="2780258"/>
            <a:ext cx="5272088" cy="2134791"/>
          </a:xfrm>
          <a:prstGeom prst="roundRect">
            <a:avLst>
              <a:gd name="adj" fmla="val 4587"/>
            </a:avLst>
          </a:prstGeom>
          <a:solidFill>
            <a:srgbClr val="FFF8F0"/>
          </a:solidFill>
          <a:ln w="9525">
            <a:solidFill>
              <a:srgbClr val="CCCCCC"/>
            </a:solidFill>
          </a:ln>
        </p:spPr>
        <p:txBody>
          <a:bodyPr wrap="square" lIns="161925" tIns="390525" rIns="161925" bIns="314325"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pPr algn="l" indent="0" marL="0">
              <a:lnSpc>
                <a:spcPct val="125000"/>
              </a:lnSpc>
              <a:buNone/>
            </a:pPr>
            <a:endParaRPr lang="en-US" sz="2392"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392"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Text 1"/>
          <p:cNvSpPr/>
          <p:nvPr/>
        </p:nvSpPr>
        <p:spPr>
          <a:xfrm>
            <a:off x="747713" y="3499991"/>
            <a:ext cx="3489275" cy="1247775"/>
          </a:xfrm>
          <a:prstGeom prst="roundRect">
            <a:avLst>
              <a:gd name="adj" fmla="val 8951"/>
            </a:avLst>
          </a:prstGeom>
          <a:ln w="19050">
            <a:solidFill>
              <a:srgbClr val="0066CC"/>
            </a:solidFill>
          </a:ln>
        </p:spPr>
        <p:txBody>
          <a:bodyPr wrap="square" lIns="133350" tIns="133350" rIns="133350" bIns="28575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4" name="Text 2"/>
          <p:cNvSpPr/>
          <p:nvPr/>
        </p:nvSpPr>
        <p:spPr>
          <a:xfrm>
            <a:off x="4351288" y="3499991"/>
            <a:ext cx="3489275" cy="1247775"/>
          </a:xfrm>
          <a:prstGeom prst="roundRect">
            <a:avLst>
              <a:gd name="adj" fmla="val 8951"/>
            </a:avLst>
          </a:prstGeom>
          <a:ln w="19050">
            <a:solidFill>
              <a:srgbClr val="CC6600"/>
            </a:solidFill>
          </a:ln>
        </p:spPr>
        <p:txBody>
          <a:bodyPr wrap="square" lIns="133350" tIns="133350" rIns="133350" bIns="28575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Text 3"/>
          <p:cNvSpPr/>
          <p:nvPr/>
        </p:nvSpPr>
        <p:spPr>
          <a:xfrm>
            <a:off x="7954863" y="3499991"/>
            <a:ext cx="3489424" cy="1247775"/>
          </a:xfrm>
          <a:prstGeom prst="roundRect">
            <a:avLst>
              <a:gd name="adj" fmla="val 8951"/>
            </a:avLst>
          </a:prstGeom>
          <a:ln w="19050">
            <a:solidFill>
              <a:srgbClr val="006600"/>
            </a:solidFill>
          </a:ln>
        </p:spPr>
        <p:txBody>
          <a:bodyPr wrap="square" lIns="133350" tIns="133350" rIns="133350" bIns="28575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3507879"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512743"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0696575" cy="9810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5" name="Text 3"/>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0696575" cy="381699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pPr algn="l" indent="0" marL="0">
              <a:lnSpc>
                <a:spcPct val="150000"/>
              </a:lnSpc>
              <a:buNone/>
            </a:pP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2175"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2175"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2175"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2175"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2175"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0696575" cy="36195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9179"/>
            <a:ext cx="66675" cy="418951"/>
          </a:xfrm>
          <a:prstGeom prst="rect">
            <a:avLst/>
          </a:prstGeom>
          <a:solidFill>
            <a:srgbClr val="D1D9E0"/>
          </a:solidFill>
          <a:ln/>
        </p:spPr>
      </p:sp>
      <p:sp>
        <p:nvSpPr>
          <p:cNvPr id="8" name="Text 6"/>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6366421" cy="914400"/>
        </p:xfrm>
        <a:graphic>
          <a:graphicData uri="http://schemas.openxmlformats.org/drawingml/2006/table">
            <a:tbl>
              <a:tblPr/>
              <a:tblGrid>
                <a:gridCol w="850106"/>
                <a:gridCol w="1500188"/>
                <a:gridCol w="2820353"/>
                <a:gridCol w="1500188"/>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0696575" cy="1328738"/>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pPr algn="l" indent="0" marL="0">
              <a:lnSpc>
                <a:spcPct val="150000"/>
              </a:lnSpc>
              <a:buNone/>
            </a:pPr>
            <a:endParaRPr lang="en-US" sz="2100" dirty="0"/>
          </a:p>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pPr algn="l" indent="0" marL="0">
              <a:lnSpc>
                <a:spcPct val="150000"/>
              </a:lnSpc>
              <a:buNone/>
            </a:pPr>
            <a:endParaRPr lang="en-US" sz="2100" dirty="0"/>
          </a:p>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pPr algn="l" indent="0" marL="0">
              <a:lnSpc>
                <a:spcPct val="150000"/>
              </a:lnSpc>
              <a:buNone/>
            </a:pPr>
            <a:endParaRPr lang="en-US" sz="2100" dirty="0"/>
          </a:p>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pPr algn="l" indent="0" marL="0">
              <a:lnSpc>
                <a:spcPct val="150000"/>
              </a:lnSpc>
              <a:buNone/>
            </a:pPr>
            <a:endParaRPr lang="en-US" sz="2100" dirty="0"/>
          </a:p>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21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493889"/>
            <a:ext cx="5291138" cy="3294459"/>
          </a:xfrm>
          <a:prstGeom prst="roundRect">
            <a:avLst>
              <a:gd name="adj" fmla="val 1284"/>
            </a:avLst>
          </a:prstGeom>
          <a:ln w="9525">
            <a:solidFill>
              <a:srgbClr val="CCCCCC"/>
            </a:solidFill>
            <a:prstDash val="solid"/>
          </a:ln>
        </p:spPr>
      </p:sp>
      <p:sp>
        <p:nvSpPr>
          <p:cNvPr id="6" name="Text 4"/>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70121"/>
                <a:gridCol w="950119"/>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0302"/>
            <a:ext cx="66675" cy="414338"/>
          </a:xfrm>
          <a:prstGeom prst="rect">
            <a:avLst/>
          </a:prstGeom>
          <a:solidFill>
            <a:srgbClr val="D1D9E0"/>
          </a:solidFill>
          <a:ln/>
        </p:spPr>
      </p:sp>
      <p:sp>
        <p:nvSpPr>
          <p:cNvPr id="12" name="Text 9"/>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0696575" cy="472053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pPr algn="l" indent="0" marL="0">
              <a:lnSpc>
                <a:spcPct val="150000"/>
              </a:lnSpc>
              <a:buNone/>
            </a:pP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pPr algn="l" indent="0" marL="0">
              <a:lnSpc>
                <a:spcPct val="150000"/>
              </a:lnSpc>
              <a:buNone/>
            </a:pP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064121" cy="352425"/>
          </a:xfrm>
          <a:prstGeom prst="roundRect">
            <a:avLst>
              <a:gd name="adj" fmla="val 129730"/>
            </a:avLst>
          </a:prstGeom>
          <a:solidFill>
            <a:srgbClr val="E53E3E"/>
          </a:solidFill>
          <a:ln/>
        </p:spPr>
      </p:sp>
      <p:sp>
        <p:nvSpPr>
          <p:cNvPr id="5" name="Text 3"/>
          <p:cNvSpPr/>
          <p:nvPr/>
        </p:nvSpPr>
        <p:spPr>
          <a:xfrm>
            <a:off x="2591246" y="2742307"/>
            <a:ext cx="106412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048173" y="3156645"/>
            <a:ext cx="1047304" cy="352425"/>
          </a:xfrm>
          <a:prstGeom prst="roundRect">
            <a:avLst>
              <a:gd name="adj" fmla="val 129730"/>
            </a:avLst>
          </a:prstGeom>
          <a:solidFill>
            <a:srgbClr val="3182CE"/>
          </a:solidFill>
          <a:ln/>
        </p:spPr>
      </p:sp>
      <p:sp>
        <p:nvSpPr>
          <p:cNvPr id="7" name="Text 5"/>
          <p:cNvSpPr/>
          <p:nvPr/>
        </p:nvSpPr>
        <p:spPr>
          <a:xfrm>
            <a:off x="2048173" y="3156645"/>
            <a:ext cx="1047304"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065883" y="3570982"/>
            <a:ext cx="1392138" cy="352425"/>
          </a:xfrm>
          <a:prstGeom prst="roundRect">
            <a:avLst>
              <a:gd name="adj" fmla="val 129730"/>
            </a:avLst>
          </a:prstGeom>
          <a:solidFill>
            <a:srgbClr val="38A169"/>
          </a:solidFill>
          <a:ln/>
        </p:spPr>
      </p:sp>
      <p:sp>
        <p:nvSpPr>
          <p:cNvPr id="9" name="Text 7"/>
          <p:cNvSpPr/>
          <p:nvPr/>
        </p:nvSpPr>
        <p:spPr>
          <a:xfrm>
            <a:off x="2065883" y="3570982"/>
            <a:ext cx="1392138"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0696575" cy="18097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1" name="Shape 9"/>
          <p:cNvSpPr/>
          <p:nvPr/>
        </p:nvSpPr>
        <p:spPr>
          <a:xfrm>
            <a:off x="747713" y="4666357"/>
            <a:ext cx="1002804" cy="490538"/>
          </a:xfrm>
          <a:prstGeom prst="roundRect">
            <a:avLst>
              <a:gd name="adj" fmla="val 93204"/>
            </a:avLst>
          </a:prstGeom>
          <a:solidFill>
            <a:srgbClr val="C05621"/>
          </a:solidFill>
          <a:ln/>
        </p:spPr>
      </p:sp>
      <p:sp>
        <p:nvSpPr>
          <p:cNvPr id="12" name="Text 10"/>
          <p:cNvSpPr/>
          <p:nvPr/>
        </p:nvSpPr>
        <p:spPr>
          <a:xfrm>
            <a:off x="747713" y="4666357"/>
            <a:ext cx="1002804"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3" name="Shape 11"/>
          <p:cNvSpPr/>
          <p:nvPr/>
        </p:nvSpPr>
        <p:spPr>
          <a:xfrm>
            <a:off x="1788616" y="4666357"/>
            <a:ext cx="1055638" cy="490538"/>
          </a:xfrm>
          <a:prstGeom prst="roundRect">
            <a:avLst>
              <a:gd name="adj" fmla="val 93204"/>
            </a:avLst>
          </a:prstGeom>
          <a:solidFill>
            <a:srgbClr val="DD6B20"/>
          </a:solidFill>
          <a:ln/>
        </p:spPr>
      </p:sp>
      <p:sp>
        <p:nvSpPr>
          <p:cNvPr id="14" name="Text 12"/>
          <p:cNvSpPr/>
          <p:nvPr/>
        </p:nvSpPr>
        <p:spPr>
          <a:xfrm>
            <a:off x="1788616" y="4666357"/>
            <a:ext cx="1055638"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5" name="Shape 13"/>
          <p:cNvSpPr/>
          <p:nvPr/>
        </p:nvSpPr>
        <p:spPr>
          <a:xfrm>
            <a:off x="2882354" y="4666357"/>
            <a:ext cx="932408" cy="490538"/>
          </a:xfrm>
          <a:prstGeom prst="roundRect">
            <a:avLst>
              <a:gd name="adj" fmla="val 93204"/>
            </a:avLst>
          </a:prstGeom>
          <a:solidFill>
            <a:srgbClr val="2F855A"/>
          </a:solidFill>
          <a:ln/>
        </p:spPr>
      </p:sp>
      <p:sp>
        <p:nvSpPr>
          <p:cNvPr id="16" name="Text 14"/>
          <p:cNvSpPr/>
          <p:nvPr/>
        </p:nvSpPr>
        <p:spPr>
          <a:xfrm>
            <a:off x="2882354" y="4666357"/>
            <a:ext cx="932408"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7" name="Text 15"/>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8" name="Shape 16"/>
          <p:cNvSpPr/>
          <p:nvPr/>
        </p:nvSpPr>
        <p:spPr>
          <a:xfrm>
            <a:off x="747713" y="5949851"/>
            <a:ext cx="266700" cy="266700"/>
          </a:xfrm>
          <a:prstGeom prst="roundRect">
            <a:avLst>
              <a:gd name="adj" fmla="val 171429"/>
            </a:avLst>
          </a:prstGeom>
          <a:solidFill>
            <a:srgbClr val="3182CE"/>
          </a:solidFill>
          <a:ln/>
        </p:spPr>
      </p:sp>
      <p:sp>
        <p:nvSpPr>
          <p:cNvPr id="19" name="Text 17"/>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0" name="Shape 18"/>
          <p:cNvSpPr/>
          <p:nvPr/>
        </p:nvSpPr>
        <p:spPr>
          <a:xfrm>
            <a:off x="2020639" y="5949851"/>
            <a:ext cx="266700" cy="266700"/>
          </a:xfrm>
          <a:prstGeom prst="roundRect">
            <a:avLst>
              <a:gd name="adj" fmla="val 171429"/>
            </a:avLst>
          </a:prstGeom>
          <a:solidFill>
            <a:srgbClr val="3182CE"/>
          </a:solidFill>
          <a:ln/>
        </p:spPr>
      </p:sp>
      <p:sp>
        <p:nvSpPr>
          <p:cNvPr id="21" name="Shape 19"/>
          <p:cNvSpPr/>
          <p:nvPr/>
        </p:nvSpPr>
        <p:spPr>
          <a:xfrm>
            <a:off x="4363938" y="5918895"/>
            <a:ext cx="266700" cy="266700"/>
          </a:xfrm>
          <a:prstGeom prst="roundRect">
            <a:avLst>
              <a:gd name="adj" fmla="val 171429"/>
            </a:avLst>
          </a:prstGeom>
          <a:solidFill>
            <a:srgbClr val="38A169"/>
          </a:solidFill>
          <a:ln/>
        </p:spPr>
      </p:sp>
      <p:sp>
        <p:nvSpPr>
          <p:cNvPr id="22" name="Text 20"/>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12615" y="4602659"/>
            <a:ext cx="962471" cy="314325"/>
          </a:xfrm>
          <a:prstGeom prst="roundRect">
            <a:avLst>
              <a:gd name="adj" fmla="val 141047"/>
            </a:avLst>
          </a:prstGeom>
          <a:solidFill>
            <a:srgbClr val="C05621"/>
          </a:solidFill>
          <a:ln/>
        </p:spPr>
      </p:sp>
      <p:sp>
        <p:nvSpPr>
          <p:cNvPr id="9" name="Text 7"/>
          <p:cNvSpPr/>
          <p:nvPr/>
        </p:nvSpPr>
        <p:spPr>
          <a:xfrm>
            <a:off x="2112615" y="4602659"/>
            <a:ext cx="962471" cy="314325"/>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86635"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874020"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0696575" cy="1971377"/>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054400"/>
            <a:ext cx="10696575" cy="2371427"/>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pPr algn="l" indent="0" marL="0">
              <a:lnSpc>
                <a:spcPct val="150000"/>
              </a:lnSpc>
              <a:buNone/>
            </a:pP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318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69134"/>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5943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4758779" cy="914400"/>
        </p:xfrm>
        <a:graphic>
          <a:graphicData uri="http://schemas.openxmlformats.org/drawingml/2006/table">
            <a:tbl>
              <a:tblPr/>
              <a:tblGrid>
                <a:gridCol w="890111"/>
                <a:gridCol w="1100138"/>
                <a:gridCol w="1090136"/>
                <a:gridCol w="1090136"/>
                <a:gridCol w="820103"/>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9069437" y="2661791"/>
            <a:ext cx="2374850"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9069437" y="2661791"/>
            <a:ext cx="2451050"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61854"/>
            <a:ext cx="2181820"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2258020"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367391" y="4109591"/>
            <a:ext cx="2076896"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367391" y="4109591"/>
            <a:ext cx="2153096"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9654"/>
            <a:ext cx="5280868"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5357068"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Text 1"/>
          <p:cNvSpPr/>
          <p:nvPr/>
        </p:nvSpPr>
        <p:spPr>
          <a:xfrm>
            <a:off x="747713" y="2548086"/>
            <a:ext cx="5253038" cy="2599134"/>
          </a:xfrm>
          <a:prstGeom prst="roundRect">
            <a:avLst>
              <a:gd name="adj" fmla="val 3094"/>
            </a:avLst>
          </a:prstGeom>
          <a:solidFill>
            <a:srgbClr val="FFFFFF"/>
          </a:solidFill>
          <a:ln w="6350">
            <a:solidFill>
              <a:srgbClr val="CCCCCC"/>
            </a:solidFill>
          </a:ln>
        </p:spPr>
        <p:txBody>
          <a:bodyPr wrap="square" lIns="152400" tIns="381000" rIns="152400" bIns="30480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pPr algn="l" indent="0" marL="0">
              <a:lnSpc>
                <a:spcPct val="125000"/>
              </a:lnSpc>
              <a:buNone/>
            </a:pPr>
            <a:endParaRPr lang="en-US" sz="2392"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392"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392"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392" dirty="0"/>
          </a:p>
        </p:txBody>
      </p:sp>
      <p:sp>
        <p:nvSpPr>
          <p:cNvPr id="4" name="Shape 2"/>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5" name="Shape 3"/>
          <p:cNvSpPr/>
          <p:nvPr/>
        </p:nvSpPr>
        <p:spPr>
          <a:xfrm>
            <a:off x="6191250" y="2548086"/>
            <a:ext cx="38100" cy="2599134"/>
          </a:xfrm>
          <a:prstGeom prst="rect">
            <a:avLst/>
          </a:prstGeom>
          <a:solidFill>
            <a:srgbClr val="EA580C"/>
          </a:solidFill>
          <a:ln w="12700">
            <a:solidFill>
              <a:srgbClr val="EA580C"/>
            </a:solidFill>
            <a:prstDash val="solid"/>
          </a:ln>
        </p:spPr>
      </p:sp>
      <p:sp>
        <p:nvSpPr>
          <p:cNvPr id="6" name="Text 4"/>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7" name="Text 5"/>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85321" y="3026122"/>
            <a:ext cx="1821359" cy="604838"/>
          </a:xfrm>
          <a:prstGeom prst="roundRect">
            <a:avLst>
              <a:gd name="adj" fmla="val 38093"/>
            </a:avLst>
          </a:prstGeom>
          <a:solidFill>
            <a:srgbClr val="2563EB"/>
          </a:solidFill>
          <a:ln/>
        </p:spPr>
      </p:sp>
      <p:sp>
        <p:nvSpPr>
          <p:cNvPr id="4" name="Text 2"/>
          <p:cNvSpPr/>
          <p:nvPr/>
        </p:nvSpPr>
        <p:spPr>
          <a:xfrm>
            <a:off x="5185321" y="3026122"/>
            <a:ext cx="1897559"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90074"/>
                <a:gridCol w="1210151"/>
                <a:gridCol w="2090261"/>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7566"/>
            <a:ext cx="10696575" cy="1400026"/>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pPr algn="l" indent="0" marL="0">
              <a:lnSpc>
                <a:spcPct val="150000"/>
              </a:lnSpc>
              <a:buNone/>
            </a:pPr>
            <a:endParaRPr lang="en-US" sz="1849"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038975"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64172"/>
            <a:ext cx="7038975" cy="2366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pPr algn="l" indent="0" marL="0">
              <a:lnSpc>
                <a:spcPct val="150000"/>
              </a:lnSpc>
              <a:buNone/>
            </a:pPr>
            <a:endParaRPr lang="en-US" sz="1849"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1849"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1849"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3497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364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73722"/>
            <a:ext cx="10696575" cy="194786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5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5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633341"/>
            <a:ext cx="10696575" cy="9810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0696575" cy="2293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pPr algn="l" indent="0" marL="0">
              <a:lnSpc>
                <a:spcPct val="150000"/>
              </a:lnSpc>
              <a:buNone/>
            </a:pP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30104"/>
                <a:gridCol w="920115"/>
                <a:gridCol w="920115"/>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0696575" cy="187880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pPr algn="l" indent="0" marL="0">
              <a:lnSpc>
                <a:spcPct val="150000"/>
              </a:lnSpc>
              <a:buNone/>
            </a:pP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242691"/>
            <a:ext cx="10696575" cy="376222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pPr algn="l" indent="0" marL="0">
              <a:lnSpc>
                <a:spcPct val="150000"/>
              </a:lnSpc>
              <a:buNone/>
            </a:pP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61866"/>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266009" y="3280916"/>
            <a:ext cx="456754" cy="204788"/>
          </a:xfrm>
          <a:prstGeom prst="roundRect">
            <a:avLst>
              <a:gd name="adj" fmla="val 124608"/>
            </a:avLst>
          </a:prstGeom>
          <a:solidFill>
            <a:srgbClr val="EEF5FC"/>
          </a:solidFill>
          <a:ln/>
        </p:spPr>
      </p:sp>
      <p:sp>
        <p:nvSpPr>
          <p:cNvPr id="6" name="Text 4"/>
          <p:cNvSpPr/>
          <p:nvPr/>
        </p:nvSpPr>
        <p:spPr>
          <a:xfrm>
            <a:off x="4266009" y="3280916"/>
            <a:ext cx="532954"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61866"/>
            <a:ext cx="3384500"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0991"/>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330476" y="3614291"/>
            <a:ext cx="449163" cy="204788"/>
          </a:xfrm>
          <a:prstGeom prst="roundRect">
            <a:avLst>
              <a:gd name="adj" fmla="val 124608"/>
            </a:avLst>
          </a:prstGeom>
          <a:solidFill>
            <a:srgbClr val="EDF8F1"/>
          </a:solidFill>
          <a:ln/>
        </p:spPr>
      </p:sp>
      <p:sp>
        <p:nvSpPr>
          <p:cNvPr id="11" name="Text 9"/>
          <p:cNvSpPr/>
          <p:nvPr/>
        </p:nvSpPr>
        <p:spPr>
          <a:xfrm>
            <a:off x="3330476" y="3614291"/>
            <a:ext cx="525363"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441377"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28616"/>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28616"/>
            <a:ext cx="2761506"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4841"/>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70059"/>
                <a:gridCol w="420053"/>
                <a:gridCol w="460058"/>
                <a:gridCol w="460058"/>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40068"/>
                <a:gridCol w="420053"/>
                <a:gridCol w="460058"/>
                <a:gridCol w="460058"/>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519660" y="3294311"/>
            <a:ext cx="437704" cy="179487"/>
          </a:xfrm>
          <a:prstGeom prst="roundRect">
            <a:avLst>
              <a:gd name="adj" fmla="val 162214"/>
            </a:avLst>
          </a:prstGeom>
          <a:solidFill>
            <a:srgbClr val="EDF8F1"/>
          </a:solidFill>
          <a:ln/>
        </p:spPr>
      </p:sp>
      <p:sp>
        <p:nvSpPr>
          <p:cNvPr id="9" name="Text 7"/>
          <p:cNvSpPr/>
          <p:nvPr/>
        </p:nvSpPr>
        <p:spPr>
          <a:xfrm>
            <a:off x="2519660" y="3294311"/>
            <a:ext cx="513904"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0007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591991" y="3541961"/>
            <a:ext cx="430113" cy="179487"/>
          </a:xfrm>
          <a:prstGeom prst="roundRect">
            <a:avLst>
              <a:gd name="adj" fmla="val 162214"/>
            </a:avLst>
          </a:prstGeom>
          <a:solidFill>
            <a:srgbClr val="EDF8F1"/>
          </a:solidFill>
          <a:ln/>
        </p:spPr>
      </p:sp>
      <p:sp>
        <p:nvSpPr>
          <p:cNvPr id="14" name="Text 12"/>
          <p:cNvSpPr/>
          <p:nvPr/>
        </p:nvSpPr>
        <p:spPr>
          <a:xfrm>
            <a:off x="2591991" y="3541961"/>
            <a:ext cx="506313"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86481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194322" y="3789611"/>
            <a:ext cx="428030" cy="179487"/>
          </a:xfrm>
          <a:prstGeom prst="roundRect">
            <a:avLst>
              <a:gd name="adj" fmla="val 162214"/>
            </a:avLst>
          </a:prstGeom>
          <a:solidFill>
            <a:srgbClr val="EEF5FC"/>
          </a:solidFill>
          <a:ln/>
        </p:spPr>
      </p:sp>
      <p:sp>
        <p:nvSpPr>
          <p:cNvPr id="19" name="Text 17"/>
          <p:cNvSpPr/>
          <p:nvPr/>
        </p:nvSpPr>
        <p:spPr>
          <a:xfrm>
            <a:off x="2194322" y="3789611"/>
            <a:ext cx="50423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465064"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172319"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43949" y="3541961"/>
            <a:ext cx="442020" cy="179487"/>
          </a:xfrm>
          <a:prstGeom prst="roundRect">
            <a:avLst>
              <a:gd name="adj" fmla="val 162214"/>
            </a:avLst>
          </a:prstGeom>
          <a:solidFill>
            <a:srgbClr val="EEF5FC"/>
          </a:solidFill>
          <a:ln/>
        </p:spPr>
      </p:sp>
      <p:sp>
        <p:nvSpPr>
          <p:cNvPr id="30" name="Text 28"/>
          <p:cNvSpPr/>
          <p:nvPr/>
        </p:nvSpPr>
        <p:spPr>
          <a:xfrm>
            <a:off x="7543949" y="3541961"/>
            <a:ext cx="5182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0419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468791" y="3789611"/>
            <a:ext cx="416570" cy="179487"/>
          </a:xfrm>
          <a:prstGeom prst="roundRect">
            <a:avLst>
              <a:gd name="adj" fmla="val 162214"/>
            </a:avLst>
          </a:prstGeom>
          <a:solidFill>
            <a:srgbClr val="EDF8F1"/>
          </a:solidFill>
          <a:ln/>
        </p:spPr>
      </p:sp>
      <p:sp>
        <p:nvSpPr>
          <p:cNvPr id="35" name="Text 33"/>
          <p:cNvSpPr/>
          <p:nvPr/>
        </p:nvSpPr>
        <p:spPr>
          <a:xfrm>
            <a:off x="7468791" y="3789611"/>
            <a:ext cx="49277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0358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89864"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66152" y="3164235"/>
            <a:ext cx="1248787"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47811"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81249" y="3809554"/>
            <a:ext cx="887521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94515" y="3752404"/>
            <a:ext cx="1740247"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Text 9"/>
          <p:cNvSpPr/>
          <p:nvPr/>
        </p:nvSpPr>
        <p:spPr>
          <a:xfrm>
            <a:off x="757238" y="4211985"/>
            <a:ext cx="10677525" cy="585788"/>
          </a:xfrm>
          <a:prstGeom prst="rect">
            <a:avLst/>
          </a:prstGeom>
          <a:solidFill>
            <a:srgbClr val="F0F7FF"/>
          </a:solidFill>
          <a:ln/>
        </p:spPr>
        <p:txBody>
          <a:bodyPr wrap="square" lIns="133350" tIns="85725" rIns="10196364" bIns="135731"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pPr algn="ctr" indent="0" marL="0">
              <a:lnSpc>
                <a:spcPct val="150000"/>
              </a:lnSpc>
              <a:buNone/>
            </a:pPr>
            <a:endParaRPr lang="en-US" sz="2175" dirty="0"/>
          </a:p>
          <a:p>
            <a:pPr algn="ctr" indent="0" marL="0">
              <a:lnSpc>
                <a:spcPct val="150000"/>
              </a:lnSpc>
              <a:buNone/>
            </a:pPr>
            <a:r>
              <a:rPr lang="en-US" sz="1125" b="1" dirty="0">
                <a:solidFill>
                  <a:srgbClr val="0F6CBD"/>
                </a:solidFill>
                <a:latin typeface="Segoe UI" pitchFamily="34" charset="0"/>
                <a:ea typeface="Segoe UI" pitchFamily="34" charset="-122"/>
                <a:cs typeface="Segoe UI" pitchFamily="34" charset="-120"/>
              </a:rPr>
              <a:t>Label-C (label-2)</a:t>
            </a:r>
            <a:pPr algn="ctr" indent="0" marL="0">
              <a:lnSpc>
                <a:spcPct val="150000"/>
              </a:lnSpc>
              <a:buNone/>
            </a:pPr>
            <a:endParaRPr lang="en-US" sz="2175" dirty="0"/>
          </a:p>
          <a:p>
            <a:pPr algn="ctr" indent="0" marL="0">
              <a:lnSpc>
                <a:spcPct val="150000"/>
              </a:lnSpc>
              <a:buNone/>
            </a:pPr>
            <a:r>
              <a:rPr lang="en-US" sz="1650" b="1" dirty="0">
                <a:solidFill>
                  <a:srgbClr val="0F6CBD"/>
                </a:solidFill>
                <a:latin typeface="Segoe UI" pitchFamily="34" charset="0"/>
                <a:ea typeface="Segoe UI" pitchFamily="34" charset="-122"/>
                <a:cs typeface="Segoe UI" pitchFamily="34" charset="-120"/>
              </a:rPr>
              <a:t>val-1000–val-2000</a:t>
            </a:r>
            <a:pPr algn="ctr" indent="0" marL="0">
              <a:lnSpc>
                <a:spcPct val="150000"/>
              </a:lnSpc>
              <a:buNone/>
            </a:pPr>
            <a:r>
              <a:rPr lang="en-US" sz="1650" dirty="0">
                <a:solidFill>
                  <a:srgbClr val="888888"/>
                </a:solidFill>
                <a:latin typeface="Segoe UI" pitchFamily="34" charset="0"/>
                <a:ea typeface="Segoe UI" pitchFamily="34" charset="-122"/>
                <a:cs typeface="Segoe UI" pitchFamily="34" charset="-120"/>
              </a:rPr>
              <a:t>/uu</a:t>
            </a:r>
            <a:endParaRPr lang="en-US" sz="2175" dirty="0"/>
          </a:p>
        </p:txBody>
      </p:sp>
      <p:sp>
        <p:nvSpPr>
          <p:cNvPr id="12" name="Text 10"/>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065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3040410"/>
            <a:ext cx="531763"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93750" y="3040410"/>
            <a:ext cx="315247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502372"/>
            <a:ext cx="531763"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93750" y="3502372"/>
            <a:ext cx="27766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964335"/>
            <a:ext cx="531763"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93750" y="3964335"/>
            <a:ext cx="3176141"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786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3135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2868662"/>
            <a:ext cx="10696575" cy="139124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368748" y="2922538"/>
            <a:ext cx="1201341" cy="286048"/>
          </a:xfrm>
          <a:prstGeom prst="rect">
            <a:avLst/>
          </a:prstGeom>
        </p:spPr>
      </p:pic>
      <p:pic>
        <p:nvPicPr>
          <p:cNvPr id="5" name="Image 1" descr="preencoded.png">    </p:cNvPr>
          <p:cNvPicPr>
            <a:picLocks noChangeAspect="1"/>
          </p:cNvPicPr>
          <p:nvPr/>
        </p:nvPicPr>
        <p:blipFill>
          <a:blip r:embed="rId2"/>
          <a:stretch>
            <a:fillRect/>
          </a:stretch>
        </p:blipFill>
        <p:spPr>
          <a:xfrm>
            <a:off x="2348954" y="3405783"/>
            <a:ext cx="1685032" cy="324594"/>
          </a:xfrm>
          <a:prstGeom prst="rect">
            <a:avLst/>
          </a:prstGeom>
        </p:spPr>
      </p:pic>
      <p:pic>
        <p:nvPicPr>
          <p:cNvPr id="6" name="Image 2" descr="preencoded.png">    </p:cNvPr>
          <p:cNvPicPr>
            <a:picLocks noChangeAspect="1"/>
          </p:cNvPicPr>
          <p:nvPr/>
        </p:nvPicPr>
        <p:blipFill>
          <a:blip r:embed="rId3"/>
          <a:stretch>
            <a:fillRect/>
          </a:stretch>
        </p:blipFill>
        <p:spPr>
          <a:xfrm>
            <a:off x="2361605" y="3929211"/>
            <a:ext cx="254347" cy="330696"/>
          </a:xfrm>
          <a:prstGeom prst="rect">
            <a:avLst/>
          </a:prstGeom>
        </p:spPr>
      </p:pic>
      <p:pic>
        <p:nvPicPr>
          <p:cNvPr id="7" name="Image 3" descr="preencoded.png">    </p:cNvPr>
          <p:cNvPicPr>
            <a:picLocks noChangeAspect="1"/>
          </p:cNvPicPr>
          <p:nvPr/>
        </p:nvPicPr>
        <p:blipFill>
          <a:blip r:embed="rId4"/>
          <a:stretch>
            <a:fillRect/>
          </a:stretch>
        </p:blipFill>
        <p:spPr>
          <a:xfrm>
            <a:off x="747713" y="4412307"/>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20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57810"/>
            <a:ext cx="10696575" cy="759768"/>
          </a:xfrm>
          <a:prstGeom prst="rect">
            <a:avLst/>
          </a:prstGeom>
        </p:spPr>
      </p:pic>
      <p:sp>
        <p:nvSpPr>
          <p:cNvPr id="4" name="Text 1"/>
          <p:cNvSpPr/>
          <p:nvPr/>
        </p:nvSpPr>
        <p:spPr>
          <a:xfrm>
            <a:off x="747713" y="386997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36715"/>
            <a:ext cx="10696575" cy="30063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8031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8654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85256"/>
            <a:ext cx="5819775"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75013"/>
            <a:ext cx="58197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800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638104"/>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800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638104"/>
            <a:ext cx="11001375" cy="418951"/>
          </a:xfrm>
          <a:prstGeom prst="rect">
            <a:avLst/>
          </a:prstGeom>
          <a:noFill/>
          <a:ln/>
        </p:spPr>
        <p:txBody>
          <a:bodyPr wrap="square" lIns="0" tIns="0" rIns="0" bIns="0" rtlCol="0" anchor="t"/>
          <a:lstStyle/>
          <a:p>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639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73697"/>
            <a:ext cx="10696575" cy="234791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97806"/>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63763"/>
            <a:ext cx="11291888" cy="345281"/>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37645"/>
            <a:ext cx="11291888" cy="310604"/>
          </a:xfrm>
          <a:prstGeom prst="rect">
            <a:avLst/>
          </a:prstGeom>
          <a:noFill/>
          <a:ln/>
        </p:spPr>
        <p:txBody>
          <a:bodyPr wrap="square" lIns="0" tIns="0" rIns="0" bIns="0" rtlCol="0" anchor="t"/>
          <a:lstStyle/>
          <a:p>
            <a:pPr algn="l" indent="0" marL="0">
              <a:lnSpc>
                <a:spcPct val="125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4000649"/>
            <a:ext cx="11001375" cy="414338"/>
          </a:xfrm>
          <a:prstGeom prst="rect">
            <a:avLst/>
          </a:prstGeom>
          <a:noFill/>
          <a:ln/>
        </p:spPr>
        <p:txBody>
          <a:bodyPr wrap="square" lIns="0" tIns="0" rIns="0" bIns="0" rtlCol="0" anchor="t"/>
          <a:lstStyle/>
          <a:p>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43586"/>
            <a:ext cx="10696575" cy="69056"/>
          </a:xfrm>
          <a:prstGeom prst="rect">
            <a:avLst/>
          </a:prstGeom>
          <a:solidFill>
            <a:srgbClr val="D1D9E0"/>
          </a:solidFill>
          <a:ln/>
        </p:spPr>
      </p:sp>
      <p:sp>
        <p:nvSpPr>
          <p:cNvPr id="7" name="Text 5"/>
          <p:cNvSpPr/>
          <p:nvPr/>
        </p:nvSpPr>
        <p:spPr>
          <a:xfrm>
            <a:off x="747713" y="4941243"/>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1729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50263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4355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433316"/>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50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840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81: Table with colspan and rowspan</a:t>
            </a:r>
            <a:endParaRPr lang="en-US" sz="348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47713" y="2621310"/>
          <a:ext cx="4851053" cy="914400"/>
        </p:xfrm>
        <a:graphic>
          <a:graphicData uri="http://schemas.openxmlformats.org/drawingml/2006/table">
            <a:tbl>
              <a:tblPr/>
              <a:tblGrid>
                <a:gridCol w="1870234"/>
                <a:gridCol w="1870234"/>
                <a:gridCol w="1340168"/>
              </a:tblGrid>
              <a:tr h="0">
                <a:tc gridSpan="2">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Col-A / Col-B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row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Row-1</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Row-2</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vMerge="1">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grid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val-5 / val-6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82: Ordered list with start number</a:t>
            </a:r>
            <a:endParaRPr lang="en-US" sz="3480" dirty="0"/>
          </a:p>
        </p:txBody>
      </p:sp>
      <p:sp>
        <p:nvSpPr>
          <p:cNvPr id="3" name="Text 1"/>
          <p:cNvSpPr/>
          <p:nvPr/>
        </p:nvSpPr>
        <p:spPr>
          <a:xfrm>
            <a:off x="747713" y="2065288"/>
            <a:ext cx="10696575" cy="356473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a:t>
            </a:r>
            <a:pPr algn="l" indent="0" marL="0">
              <a:lnSpc>
                <a:spcPct val="150000"/>
              </a:lnSpc>
              <a:buNone/>
            </a:pPr>
            <a:endParaRPr lang="en-US" sz="2175" dirty="0"/>
          </a:p>
          <a:p>
            <a:pPr algn="l" marL="342900" indent="-342900">
              <a:lnSpc>
                <a:spcPct val="150000"/>
              </a:lnSpc>
              <a:buSzPct val="100000"/>
              <a:buFont typeface="+mj-lt"/>
              <a:buAutoNum type="arabicPeriod" startAt="5"/>
            </a:pPr>
            <a:r>
              <a:rPr lang="en-US" sz="2175" dirty="0">
                <a:solidFill>
                  <a:srgbClr val="1F2328"/>
                </a:solidFill>
                <a:latin typeface="Segoe UI" pitchFamily="34" charset="0"/>
                <a:ea typeface="Segoe UI" pitchFamily="34" charset="-122"/>
                <a:cs typeface="Segoe UI" pitchFamily="34" charset="-120"/>
              </a:rPr>
              <a:t>Item-5 alpha beta</a:t>
            </a:r>
            <a:endParaRPr lang="en-US" sz="2175" dirty="0"/>
          </a:p>
          <a:p>
            <a:pPr algn="l" marL="342900" indent="-342900">
              <a:lnSpc>
                <a:spcPct val="150000"/>
              </a:lnSpc>
              <a:buSzPct val="100000"/>
              <a:buFont typeface="+mj-lt"/>
              <a:buAutoNum type="arabicPeriod" startAt="6"/>
            </a:pPr>
            <a:r>
              <a:rPr lang="en-US" sz="2175" dirty="0">
                <a:solidFill>
                  <a:srgbClr val="1F2328"/>
                </a:solidFill>
                <a:latin typeface="Segoe UI" pitchFamily="34" charset="0"/>
                <a:ea typeface="Segoe UI" pitchFamily="34" charset="-122"/>
                <a:cs typeface="Segoe UI" pitchFamily="34" charset="-120"/>
              </a:rPr>
              <a:t>Item-6 gamma delta</a:t>
            </a:r>
            <a:endParaRPr lang="en-US" sz="2175" dirty="0"/>
          </a:p>
          <a:p>
            <a:pPr algn="l" marL="342900" indent="-342900">
              <a:lnSpc>
                <a:spcPct val="150000"/>
              </a:lnSpc>
              <a:buSzPct val="100000"/>
              <a:buFont typeface="+mj-lt"/>
              <a:buAutoNum type="arabicPeriod" startAt="7"/>
            </a:pPr>
            <a:r>
              <a:rPr lang="en-US" sz="2175" dirty="0">
                <a:solidFill>
                  <a:srgbClr val="1F2328"/>
                </a:solidFill>
                <a:latin typeface="Segoe UI" pitchFamily="34" charset="0"/>
                <a:ea typeface="Segoe UI" pitchFamily="34" charset="-122"/>
                <a:cs typeface="Segoe UI" pitchFamily="34" charset="-120"/>
              </a:rPr>
              <a:t>Item-7 epsilon zeta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a:t>
            </a:r>
            <a:pPr algn="l" indent="0" marL="0">
              <a:lnSpc>
                <a:spcPct val="150000"/>
              </a:lnSpc>
              <a:buNone/>
            </a:pPr>
            <a:endParaRPr lang="en-US" sz="2175" dirty="0"/>
          </a:p>
          <a:p>
            <a:pPr algn="l" marL="342900" indent="-342900">
              <a:lnSpc>
                <a:spcPct val="150000"/>
              </a:lnSpc>
              <a:buSzPct val="100000"/>
              <a:buFont typeface="+mj-lt"/>
              <a:buAutoNum type="arabicPeriod" startAt="10"/>
            </a:pPr>
            <a:r>
              <a:rPr lang="en-US" sz="2175" dirty="0">
                <a:solidFill>
                  <a:srgbClr val="1F2328"/>
                </a:solidFill>
                <a:latin typeface="Segoe UI" pitchFamily="34" charset="0"/>
                <a:ea typeface="Segoe UI" pitchFamily="34" charset="-122"/>
                <a:cs typeface="Segoe UI" pitchFamily="34" charset="-120"/>
              </a:rPr>
              <a:t>Item-10 eta theta</a:t>
            </a:r>
            <a:endParaRPr lang="en-US" sz="2175" dirty="0"/>
          </a:p>
          <a:p>
            <a:pPr algn="l" marL="342900" indent="-342900">
              <a:lnSpc>
                <a:spcPct val="150000"/>
              </a:lnSpc>
              <a:buSzPct val="100000"/>
              <a:buFont typeface="+mj-lt"/>
              <a:buAutoNum type="arabicPeriod" startAt="11"/>
            </a:pPr>
            <a:r>
              <a:rPr lang="en-US" sz="2175" dirty="0">
                <a:solidFill>
                  <a:srgbClr val="1F2328"/>
                </a:solidFill>
                <a:latin typeface="Segoe UI" pitchFamily="34" charset="0"/>
                <a:ea typeface="Segoe UI" pitchFamily="34" charset="-122"/>
                <a:cs typeface="Segoe UI" pitchFamily="34" charset="-120"/>
              </a:rPr>
              <a:t>Item-11 iota kappa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220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83: Nested unordered list inside ordered list</a:t>
            </a:r>
            <a:endParaRPr lang="en-US" sz="3480" dirty="0"/>
          </a:p>
        </p:txBody>
      </p:sp>
      <p:sp>
        <p:nvSpPr>
          <p:cNvPr id="3" name="Text 1"/>
          <p:cNvSpPr/>
          <p:nvPr/>
        </p:nvSpPr>
        <p:spPr>
          <a:xfrm>
            <a:off x="747713" y="2259360"/>
            <a:ext cx="10696575" cy="3176588"/>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First ordered item</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alpha</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beta</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Second ordered item</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gamma</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delta</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Third ordered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6375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84: Nested ordered list inside unordered list</a:t>
            </a:r>
            <a:endParaRPr lang="en-US" sz="3480" dirty="0"/>
          </a:p>
        </p:txBody>
      </p:sp>
      <p:sp>
        <p:nvSpPr>
          <p:cNvPr id="3" name="Text 1"/>
          <p:cNvSpPr/>
          <p:nvPr/>
        </p:nvSpPr>
        <p:spPr>
          <a:xfrm>
            <a:off x="747713" y="2501057"/>
            <a:ext cx="10696575" cy="2693194"/>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one</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first</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second</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two</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third</a:t>
            </a:r>
            <a:endParaRPr lang="en-US" sz="2175" dirty="0"/>
          </a:p>
          <a:p>
            <a:pPr algn="l" lvl="1" marL="685800" indent="-342900">
              <a:lnSpc>
                <a:spcPct val="150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fourth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2026-05-30T07:34:43Z</dcterms:created>
  <dcterms:modified xsi:type="dcterms:W3CDTF">2026-05-30T07:34:43Z</dcterms:modified>
</cp:coreProperties>
</file>