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93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76240"/>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iota kappa.</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386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102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847529"/>
            <a:ext cx="10696575" cy="1171575"/>
          </a:xfrm>
          <a:prstGeom prst="roundRect">
            <a:avLst>
              <a:gd name="adj" fmla="val 10153"/>
            </a:avLst>
          </a:prstGeom>
          <a:solidFill>
            <a:srgbClr val="F0F4FF"/>
          </a:solidFill>
          <a:ln w="19050">
            <a:solidFill>
              <a:srgbClr val="333366"/>
            </a:solidFill>
            <a:prstDash val="solid"/>
          </a:ln>
        </p:spPr>
      </p:sp>
      <p:sp>
        <p:nvSpPr>
          <p:cNvPr id="4" name="Text 2"/>
          <p:cNvSpPr/>
          <p:nvPr/>
        </p:nvSpPr>
        <p:spPr>
          <a:xfrm>
            <a:off x="747713" y="2847529"/>
            <a:ext cx="11077575" cy="1171575"/>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5" name="Text 3"/>
          <p:cNvSpPr/>
          <p:nvPr/>
        </p:nvSpPr>
        <p:spPr>
          <a:xfrm>
            <a:off x="747713" y="40191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673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59472"/>
            <a:ext cx="304800" cy="304800"/>
          </a:xfrm>
          <a:prstGeom prst="roundRect">
            <a:avLst>
              <a:gd name="adj" fmla="val 150000"/>
            </a:avLst>
          </a:prstGeom>
          <a:solidFill>
            <a:srgbClr val="0066CC"/>
          </a:solidFill>
          <a:ln/>
        </p:spPr>
      </p:sp>
      <p:sp>
        <p:nvSpPr>
          <p:cNvPr id="4" name="Text 2"/>
          <p:cNvSpPr/>
          <p:nvPr/>
        </p:nvSpPr>
        <p:spPr>
          <a:xfrm>
            <a:off x="747713" y="3159472"/>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4704"/>
            <a:ext cx="3705523"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3341"/>
            <a:ext cx="5888831"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9" name="Shape 7"/>
          <p:cNvSpPr/>
          <p:nvPr/>
        </p:nvSpPr>
        <p:spPr>
          <a:xfrm>
            <a:off x="747713" y="4230886"/>
            <a:ext cx="304800" cy="304800"/>
          </a:xfrm>
          <a:prstGeom prst="roundRect">
            <a:avLst>
              <a:gd name="adj" fmla="val 150000"/>
            </a:avLst>
          </a:prstGeom>
          <a:solidFill>
            <a:srgbClr val="0066CC"/>
          </a:solidFill>
          <a:ln/>
        </p:spPr>
      </p:sp>
      <p:sp>
        <p:nvSpPr>
          <p:cNvPr id="10" name="Text 8"/>
          <p:cNvSpPr/>
          <p:nvPr/>
        </p:nvSpPr>
        <p:spPr>
          <a:xfrm>
            <a:off x="747713" y="4230886"/>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6117"/>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701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431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1057"/>
            <a:ext cx="10696575" cy="3259782"/>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2198"/>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3179"/>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69406"/>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07556"/>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07556"/>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07556"/>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07556"/>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74406"/>
            <a:ext cx="10696575" cy="451396"/>
          </a:xfrm>
          <a:prstGeom prst="roundRect">
            <a:avLst>
              <a:gd name="adj" fmla="val 51294"/>
            </a:avLst>
          </a:prstGeom>
          <a:solidFill>
            <a:srgbClr val="FFFDE7"/>
          </a:solidFill>
          <a:ln w="9525">
            <a:solidFill>
              <a:srgbClr val="F0C040"/>
            </a:solidFill>
            <a:prstDash val="solid"/>
          </a:ln>
        </p:spPr>
      </p:sp>
      <p:sp>
        <p:nvSpPr>
          <p:cNvPr id="10" name="Text 8"/>
          <p:cNvSpPr/>
          <p:nvPr/>
        </p:nvSpPr>
        <p:spPr>
          <a:xfrm>
            <a:off x="747713" y="4774406"/>
            <a:ext cx="11077575" cy="451396"/>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49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39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2137470"/>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2137470"/>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5474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73102"/>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205311"/>
            <a:ext cx="6326386" cy="1878657"/>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236369"/>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55839"/>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88048"/>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21573"/>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21573"/>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9827"/>
            <a:ext cx="66675" cy="414338"/>
          </a:xfrm>
          <a:prstGeom prst="rect">
            <a:avLst/>
          </a:prstGeom>
          <a:solidFill>
            <a:srgbClr val="D1D9E0"/>
          </a:solidFill>
          <a:ln/>
        </p:spPr>
      </p:sp>
      <p:sp>
        <p:nvSpPr>
          <p:cNvPr id="12" name="Text 9"/>
          <p:cNvSpPr/>
          <p:nvPr/>
        </p:nvSpPr>
        <p:spPr>
          <a:xfrm>
            <a:off x="6219825" y="5279827"/>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704207"/>
            <a:ext cx="10696575" cy="2278856"/>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135463"/>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570220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2689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6835676"/>
            <a:ext cx="11001375" cy="223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402413"/>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B</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749302" y="2751832"/>
            <a:ext cx="1103561" cy="352425"/>
          </a:xfrm>
          <a:prstGeom prst="roundRect">
            <a:avLst>
              <a:gd name="adj" fmla="val 129730"/>
            </a:avLst>
          </a:prstGeom>
          <a:solidFill>
            <a:srgbClr val="E53E3E"/>
          </a:solidFill>
          <a:ln/>
        </p:spPr>
      </p:sp>
      <p:sp>
        <p:nvSpPr>
          <p:cNvPr id="5" name="Text 3"/>
          <p:cNvSpPr/>
          <p:nvPr/>
        </p:nvSpPr>
        <p:spPr>
          <a:xfrm>
            <a:off x="2749302" y="2751832"/>
            <a:ext cx="110356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6" name="Shape 4"/>
          <p:cNvSpPr/>
          <p:nvPr/>
        </p:nvSpPr>
        <p:spPr>
          <a:xfrm>
            <a:off x="2129135" y="3166170"/>
            <a:ext cx="1106091" cy="352425"/>
          </a:xfrm>
          <a:prstGeom prst="roundRect">
            <a:avLst>
              <a:gd name="adj" fmla="val 129730"/>
            </a:avLst>
          </a:prstGeom>
          <a:solidFill>
            <a:srgbClr val="3182CE"/>
          </a:solidFill>
          <a:ln/>
        </p:spPr>
      </p:sp>
      <p:sp>
        <p:nvSpPr>
          <p:cNvPr id="7" name="Text 5"/>
          <p:cNvSpPr/>
          <p:nvPr/>
        </p:nvSpPr>
        <p:spPr>
          <a:xfrm>
            <a:off x="2129135" y="3166170"/>
            <a:ext cx="110609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8" name="Shape 6"/>
          <p:cNvSpPr/>
          <p:nvPr/>
        </p:nvSpPr>
        <p:spPr>
          <a:xfrm>
            <a:off x="2146102" y="3580507"/>
            <a:ext cx="1432620" cy="352425"/>
          </a:xfrm>
          <a:prstGeom prst="roundRect">
            <a:avLst>
              <a:gd name="adj" fmla="val 129730"/>
            </a:avLst>
          </a:prstGeom>
          <a:solidFill>
            <a:srgbClr val="38A169"/>
          </a:solidFill>
          <a:ln/>
        </p:spPr>
      </p:sp>
      <p:sp>
        <p:nvSpPr>
          <p:cNvPr id="9" name="Text 7"/>
          <p:cNvSpPr/>
          <p:nvPr/>
        </p:nvSpPr>
        <p:spPr>
          <a:xfrm>
            <a:off x="2146102" y="3580507"/>
            <a:ext cx="1432620"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1015157" cy="490538"/>
          </a:xfrm>
          <a:prstGeom prst="roundRect">
            <a:avLst>
              <a:gd name="adj" fmla="val 93204"/>
            </a:avLst>
          </a:prstGeom>
          <a:solidFill>
            <a:srgbClr val="C05621"/>
          </a:solidFill>
          <a:ln/>
        </p:spPr>
      </p:sp>
      <p:sp>
        <p:nvSpPr>
          <p:cNvPr id="13" name="Text 11"/>
          <p:cNvSpPr/>
          <p:nvPr/>
        </p:nvSpPr>
        <p:spPr>
          <a:xfrm>
            <a:off x="747713" y="4666357"/>
            <a:ext cx="101515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4" name="Shape 12"/>
          <p:cNvSpPr/>
          <p:nvPr/>
        </p:nvSpPr>
        <p:spPr>
          <a:xfrm>
            <a:off x="1800969" y="4666357"/>
            <a:ext cx="1064270" cy="490538"/>
          </a:xfrm>
          <a:prstGeom prst="roundRect">
            <a:avLst>
              <a:gd name="adj" fmla="val 93204"/>
            </a:avLst>
          </a:prstGeom>
          <a:solidFill>
            <a:srgbClr val="DD6B20"/>
          </a:solidFill>
          <a:ln/>
        </p:spPr>
      </p:sp>
      <p:sp>
        <p:nvSpPr>
          <p:cNvPr id="15" name="Text 13"/>
          <p:cNvSpPr/>
          <p:nvPr/>
        </p:nvSpPr>
        <p:spPr>
          <a:xfrm>
            <a:off x="1800969" y="4666357"/>
            <a:ext cx="1064270"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6" name="Shape 14"/>
          <p:cNvSpPr/>
          <p:nvPr/>
        </p:nvSpPr>
        <p:spPr>
          <a:xfrm>
            <a:off x="2903339" y="4666357"/>
            <a:ext cx="959793" cy="490538"/>
          </a:xfrm>
          <a:prstGeom prst="roundRect">
            <a:avLst>
              <a:gd name="adj" fmla="val 93204"/>
            </a:avLst>
          </a:prstGeom>
          <a:solidFill>
            <a:srgbClr val="2F855A"/>
          </a:solidFill>
          <a:ln/>
        </p:spPr>
      </p:sp>
      <p:sp>
        <p:nvSpPr>
          <p:cNvPr id="17" name="Text 15"/>
          <p:cNvSpPr/>
          <p:nvPr/>
        </p:nvSpPr>
        <p:spPr>
          <a:xfrm>
            <a:off x="2903339" y="4666357"/>
            <a:ext cx="959793"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2039243" y="5949851"/>
            <a:ext cx="266700" cy="266700"/>
          </a:xfrm>
          <a:prstGeom prst="roundRect">
            <a:avLst>
              <a:gd name="adj" fmla="val 171429"/>
            </a:avLst>
          </a:prstGeom>
          <a:solidFill>
            <a:srgbClr val="3182CE"/>
          </a:solidFill>
          <a:ln/>
        </p:spPr>
      </p:sp>
      <p:sp>
        <p:nvSpPr>
          <p:cNvPr id="22" name="Shape 20"/>
          <p:cNvSpPr/>
          <p:nvPr/>
        </p:nvSpPr>
        <p:spPr>
          <a:xfrm>
            <a:off x="4511576" y="5918895"/>
            <a:ext cx="266700" cy="266700"/>
          </a:xfrm>
          <a:prstGeom prst="roundRect">
            <a:avLst>
              <a:gd name="adj" fmla="val 171429"/>
            </a:avLst>
          </a:prstGeom>
          <a:solidFill>
            <a:srgbClr val="38A169"/>
          </a:solidFill>
          <a:ln/>
        </p:spPr>
      </p:sp>
      <p:sp>
        <p:nvSpPr>
          <p:cNvPr id="23" name="Text 21"/>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753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74483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519190"/>
            <a:ext cx="381000" cy="381000"/>
          </a:xfrm>
          <a:prstGeom prst="rect">
            <a:avLst/>
          </a:prstGeom>
          <a:solidFill>
            <a:srgbClr val="6B46C1"/>
          </a:solidFill>
          <a:ln/>
        </p:spPr>
      </p:sp>
      <p:sp>
        <p:nvSpPr>
          <p:cNvPr id="5" name="Text 3"/>
          <p:cNvSpPr/>
          <p:nvPr/>
        </p:nvSpPr>
        <p:spPr>
          <a:xfrm>
            <a:off x="747713" y="3519190"/>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6" name="Shape 4"/>
          <p:cNvSpPr/>
          <p:nvPr/>
        </p:nvSpPr>
        <p:spPr>
          <a:xfrm>
            <a:off x="1128713" y="3328243"/>
            <a:ext cx="381000" cy="381000"/>
          </a:xfrm>
          <a:prstGeom prst="roundRect">
            <a:avLst>
              <a:gd name="adj" fmla="val 120000"/>
            </a:avLst>
          </a:prstGeom>
          <a:solidFill>
            <a:srgbClr val="38A169"/>
          </a:solidFill>
          <a:ln/>
        </p:spPr>
      </p:sp>
      <p:sp>
        <p:nvSpPr>
          <p:cNvPr id="7" name="Text 5"/>
          <p:cNvSpPr/>
          <p:nvPr/>
        </p:nvSpPr>
        <p:spPr>
          <a:xfrm>
            <a:off x="1128713" y="3328243"/>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153245" y="4602659"/>
            <a:ext cx="999976" cy="323850"/>
          </a:xfrm>
          <a:prstGeom prst="roundRect">
            <a:avLst>
              <a:gd name="adj" fmla="val 132872"/>
            </a:avLst>
          </a:prstGeom>
          <a:solidFill>
            <a:srgbClr val="C05621"/>
          </a:solidFill>
          <a:ln/>
        </p:spPr>
      </p:sp>
      <p:sp>
        <p:nvSpPr>
          <p:cNvPr id="9" name="Text 7"/>
          <p:cNvSpPr/>
          <p:nvPr/>
        </p:nvSpPr>
        <p:spPr>
          <a:xfrm>
            <a:off x="2153245" y="4602659"/>
            <a:ext cx="999976" cy="32385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10" name="Text 8"/>
          <p:cNvSpPr/>
          <p:nvPr/>
        </p:nvSpPr>
        <p:spPr>
          <a:xfrm>
            <a:off x="747713" y="4052590"/>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078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82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5379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5379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38908"/>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2866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95402"/>
            <a:ext cx="11001375"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14627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6122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321100"/>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33045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230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3059609"/>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406896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150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8944570" y="2658814"/>
            <a:ext cx="2499717"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8944570" y="2658814"/>
            <a:ext cx="2575917"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5" name="Shape 3"/>
          <p:cNvSpPr/>
          <p:nvPr/>
        </p:nvSpPr>
        <p:spPr>
          <a:xfrm>
            <a:off x="747713" y="3158877"/>
            <a:ext cx="2298353"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58877"/>
            <a:ext cx="2374553"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7" name="Shape 5"/>
          <p:cNvSpPr/>
          <p:nvPr/>
        </p:nvSpPr>
        <p:spPr>
          <a:xfrm>
            <a:off x="9267379" y="4106614"/>
            <a:ext cx="2176909"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9267379" y="4106614"/>
            <a:ext cx="2253109"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9" name="Shape 7"/>
          <p:cNvSpPr/>
          <p:nvPr/>
        </p:nvSpPr>
        <p:spPr>
          <a:xfrm>
            <a:off x="747713" y="4606677"/>
            <a:ext cx="5599509" cy="429816"/>
          </a:xfrm>
          <a:prstGeom prst="roundRect">
            <a:avLst>
              <a:gd name="adj" fmla="val 106371"/>
            </a:avLst>
          </a:prstGeom>
          <a:solidFill>
            <a:srgbClr val="FFFFFF"/>
          </a:solidFill>
          <a:ln w="9525">
            <a:solidFill>
              <a:srgbClr val="E2E8F0"/>
            </a:solidFill>
            <a:prstDash val="solid"/>
          </a:ln>
        </p:spPr>
      </p:sp>
      <p:sp>
        <p:nvSpPr>
          <p:cNvPr id="10" name="Text 8"/>
          <p:cNvSpPr/>
          <p:nvPr/>
        </p:nvSpPr>
        <p:spPr>
          <a:xfrm>
            <a:off x="747713" y="4606677"/>
            <a:ext cx="5675709" cy="429816"/>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Label-A</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Note</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298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0296"/>
            <a:ext cx="10696575" cy="410766"/>
          </a:xfrm>
          <a:prstGeom prst="rect">
            <a:avLst/>
          </a:prstGeom>
          <a:solidFill>
            <a:srgbClr val="FFF7ED"/>
          </a:solidFill>
          <a:ln/>
        </p:spPr>
      </p:sp>
      <p:sp>
        <p:nvSpPr>
          <p:cNvPr id="4" name="Shape 2"/>
          <p:cNvSpPr/>
          <p:nvPr/>
        </p:nvSpPr>
        <p:spPr>
          <a:xfrm>
            <a:off x="747713" y="3080296"/>
            <a:ext cx="57150" cy="410766"/>
          </a:xfrm>
          <a:prstGeom prst="rect">
            <a:avLst/>
          </a:prstGeom>
          <a:solidFill>
            <a:srgbClr val="EA580C"/>
          </a:solidFill>
          <a:ln w="12700">
            <a:solidFill>
              <a:srgbClr val="EA580C"/>
            </a:solidFill>
            <a:prstDash val="solid"/>
          </a:ln>
        </p:spPr>
      </p:sp>
      <p:sp>
        <p:nvSpPr>
          <p:cNvPr id="5" name="Text 3"/>
          <p:cNvSpPr/>
          <p:nvPr/>
        </p:nvSpPr>
        <p:spPr>
          <a:xfrm>
            <a:off x="747713" y="3080296"/>
            <a:ext cx="11077575" cy="410766"/>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6" name="Text 4"/>
          <p:cNvSpPr/>
          <p:nvPr/>
        </p:nvSpPr>
        <p:spPr>
          <a:xfrm>
            <a:off x="747713" y="364346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10199"/>
            <a:ext cx="10696575" cy="404813"/>
          </a:xfrm>
          <a:prstGeom prst="rect">
            <a:avLst/>
          </a:prstGeom>
          <a:solidFill>
            <a:srgbClr val="FEF2F2"/>
          </a:solidFill>
          <a:ln/>
        </p:spPr>
      </p:sp>
      <p:sp>
        <p:nvSpPr>
          <p:cNvPr id="8" name="Shape 6"/>
          <p:cNvSpPr/>
          <p:nvPr/>
        </p:nvSpPr>
        <p:spPr>
          <a:xfrm>
            <a:off x="747713" y="4210199"/>
            <a:ext cx="57150" cy="404813"/>
          </a:xfrm>
          <a:prstGeom prst="rect">
            <a:avLst/>
          </a:prstGeom>
          <a:solidFill>
            <a:srgbClr val="DC2626"/>
          </a:solidFill>
          <a:ln w="12700">
            <a:solidFill>
              <a:srgbClr val="DC2626"/>
            </a:solidFill>
            <a:prstDash val="solid"/>
          </a:ln>
        </p:spPr>
      </p:sp>
      <p:sp>
        <p:nvSpPr>
          <p:cNvPr id="9" name="Text 7"/>
          <p:cNvSpPr/>
          <p:nvPr/>
        </p:nvSpPr>
        <p:spPr>
          <a:xfrm>
            <a:off x="747713" y="4210199"/>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29510" y="3026122"/>
            <a:ext cx="1932831" cy="604838"/>
          </a:xfrm>
          <a:prstGeom prst="roundRect">
            <a:avLst>
              <a:gd name="adj" fmla="val 38093"/>
            </a:avLst>
          </a:prstGeom>
          <a:solidFill>
            <a:srgbClr val="2563EB"/>
          </a:solidFill>
          <a:ln/>
        </p:spPr>
      </p:sp>
      <p:sp>
        <p:nvSpPr>
          <p:cNvPr id="4" name="Text 2"/>
          <p:cNvSpPr/>
          <p:nvPr/>
        </p:nvSpPr>
        <p:spPr>
          <a:xfrm>
            <a:off x="5129510" y="3026122"/>
            <a:ext cx="2009031"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054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2804"/>
            <a:ext cx="11001375" cy="842814"/>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801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2103"/>
            <a:ext cx="76342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59410"/>
            <a:ext cx="7343775" cy="842814"/>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54623"/>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538091"/>
            <a:ext cx="381000"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203641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section::before/after (banner suppression test)</a:t>
            </a:r>
            <a:endParaRPr lang="en-US" sz="3480" dirty="0"/>
          </a:p>
        </p:txBody>
      </p:sp>
      <p:sp>
        <p:nvSpPr>
          <p:cNvPr id="4" name="Text 2"/>
          <p:cNvSpPr/>
          <p:nvPr/>
        </p:nvSpPr>
        <p:spPr>
          <a:xfrm>
            <a:off x="747713" y="34261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929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4117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global section::before + user class (no banner test)</a:t>
            </a:r>
            <a:endParaRPr lang="en-US" sz="3480" dirty="0"/>
          </a:p>
        </p:txBody>
      </p:sp>
      <p:sp>
        <p:nvSpPr>
          <p:cNvPr id="5" name="Text 3"/>
          <p:cNvSpPr/>
          <p:nvPr/>
        </p:nvSpPr>
        <p:spPr>
          <a:xfrm>
            <a:off x="747713" y="2230934"/>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4028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35698"/>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82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Image between list items (no blank lines)</a:t>
            </a:r>
            <a:endParaRPr lang="en-US" sz="3480" dirty="0"/>
          </a:p>
        </p:txBody>
      </p:sp>
      <p:sp>
        <p:nvSpPr>
          <p:cNvPr id="3" name="Text 1"/>
          <p:cNvSpPr/>
          <p:nvPr/>
        </p:nvSpPr>
        <p:spPr>
          <a:xfrm>
            <a:off x="747713" y="2672507"/>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160913"/>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64: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57104"/>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Shape 3"/>
          <p:cNvSpPr/>
          <p:nvPr/>
        </p:nvSpPr>
        <p:spPr>
          <a:xfrm>
            <a:off x="4460081" y="3285679"/>
            <a:ext cx="454670" cy="204788"/>
          </a:xfrm>
          <a:prstGeom prst="roundRect">
            <a:avLst>
              <a:gd name="adj" fmla="val 124608"/>
            </a:avLst>
          </a:prstGeom>
          <a:solidFill>
            <a:srgbClr val="EEF5FC"/>
          </a:solidFill>
          <a:ln/>
        </p:spPr>
      </p:sp>
      <p:sp>
        <p:nvSpPr>
          <p:cNvPr id="6" name="Text 4"/>
          <p:cNvSpPr/>
          <p:nvPr/>
        </p:nvSpPr>
        <p:spPr>
          <a:xfrm>
            <a:off x="4460081" y="3285679"/>
            <a:ext cx="530870"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7" name="Text 5"/>
          <p:cNvSpPr/>
          <p:nvPr/>
        </p:nvSpPr>
        <p:spPr>
          <a:xfrm>
            <a:off x="1338263" y="3257104"/>
            <a:ext cx="3576489"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8" name="Shape 6"/>
          <p:cNvSpPr/>
          <p:nvPr/>
        </p:nvSpPr>
        <p:spPr>
          <a:xfrm>
            <a:off x="747713" y="3885754"/>
            <a:ext cx="10696575" cy="9525"/>
          </a:xfrm>
          <a:prstGeom prst="rect">
            <a:avLst/>
          </a:prstGeom>
          <a:noFill/>
          <a:ln w="9525">
            <a:solidFill>
              <a:srgbClr val="CCCCCC"/>
            </a:solidFill>
            <a:prstDash val="sysDot"/>
          </a:ln>
        </p:spPr>
      </p:sp>
      <p:sp>
        <p:nvSpPr>
          <p:cNvPr id="9" name="Text 7"/>
          <p:cNvSpPr/>
          <p:nvPr/>
        </p:nvSpPr>
        <p:spPr>
          <a:xfrm>
            <a:off x="747713" y="3595241"/>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10" name="Shape 8"/>
          <p:cNvSpPr/>
          <p:nvPr/>
        </p:nvSpPr>
        <p:spPr>
          <a:xfrm>
            <a:off x="3472309" y="3623816"/>
            <a:ext cx="452438" cy="204788"/>
          </a:xfrm>
          <a:prstGeom prst="roundRect">
            <a:avLst>
              <a:gd name="adj" fmla="val 124608"/>
            </a:avLst>
          </a:prstGeom>
          <a:solidFill>
            <a:srgbClr val="EDF8F1"/>
          </a:solidFill>
          <a:ln/>
        </p:spPr>
      </p:sp>
      <p:sp>
        <p:nvSpPr>
          <p:cNvPr id="11" name="Text 9"/>
          <p:cNvSpPr/>
          <p:nvPr/>
        </p:nvSpPr>
        <p:spPr>
          <a:xfrm>
            <a:off x="3472309" y="3623816"/>
            <a:ext cx="528638"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2" name="Text 10"/>
          <p:cNvSpPr/>
          <p:nvPr/>
        </p:nvSpPr>
        <p:spPr>
          <a:xfrm>
            <a:off x="1338263" y="3595241"/>
            <a:ext cx="2586484"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3" name="Text 11"/>
          <p:cNvSpPr/>
          <p:nvPr/>
        </p:nvSpPr>
        <p:spPr>
          <a:xfrm>
            <a:off x="747713" y="3933379"/>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4" name="Text 12"/>
          <p:cNvSpPr/>
          <p:nvPr/>
        </p:nvSpPr>
        <p:spPr>
          <a:xfrm>
            <a:off x="1338263" y="3933379"/>
            <a:ext cx="2933551"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5" name="Text 13"/>
          <p:cNvSpPr/>
          <p:nvPr/>
        </p:nvSpPr>
        <p:spPr>
          <a:xfrm>
            <a:off x="747713" y="42096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3812"/>
            <a:ext cx="11291888" cy="377726"/>
          </a:xfrm>
          <a:prstGeom prst="rect">
            <a:avLst/>
          </a:prstGeom>
          <a:noFill/>
          <a:ln/>
        </p:spPr>
        <p:txBody>
          <a:bodyPr wrap="square" lIns="0" tIns="0" rIns="0" bIns="73152" rtlCol="0" anchor="t"/>
          <a:lstStyle/>
          <a:p>
            <a:pPr algn="l" indent="0" marL="0">
              <a:lnSpc>
                <a:spcPct val="125000"/>
              </a:lnSpc>
              <a:buNone/>
            </a:pPr>
            <a:r>
              <a:rPr lang="en-US" sz="1920" b="1" dirty="0">
                <a:solidFill>
                  <a:srgbClr val="224466"/>
                </a:solidFill>
                <a:latin typeface="Segoe UI" pitchFamily="34" charset="0"/>
                <a:ea typeface="Segoe UI" pitchFamily="34" charset="-122"/>
                <a:cs typeface="Segoe UI" pitchFamily="34" charset="-120"/>
              </a:rPr>
              <a:t>Slide 65: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65588"/>
            <a:ext cx="11001375"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73064"/>
            <a:ext cx="11291888" cy="306884"/>
          </a:xfrm>
          <a:prstGeom prst="rect">
            <a:avLst/>
          </a:prstGeom>
          <a:noFill/>
          <a:ln/>
        </p:spPr>
        <p:txBody>
          <a:bodyPr wrap="square" lIns="0" tIns="0" rIns="0" bIns="59436" rtlCol="0" anchor="t"/>
          <a:lstStyle/>
          <a:p>
            <a:pPr algn="l" indent="0" marL="0">
              <a:lnSpc>
                <a:spcPct val="125000"/>
              </a:lnSpc>
              <a:buNone/>
            </a:pPr>
            <a:r>
              <a:rPr lang="en-US" sz="1560" b="1" dirty="0">
                <a:solidFill>
                  <a:srgbClr val="224466"/>
                </a:solidFill>
                <a:latin typeface="Segoe UI" pitchFamily="34" charset="0"/>
                <a:ea typeface="Segoe UI" pitchFamily="34" charset="-122"/>
                <a:cs typeface="Segoe UI" pitchFamily="34" charset="-120"/>
              </a:rPr>
              <a:t>Slide 66: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56173"/>
            <a:ext cx="49863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Shape 4"/>
          <p:cNvSpPr/>
          <p:nvPr/>
        </p:nvSpPr>
        <p:spPr>
          <a:xfrm>
            <a:off x="890588" y="3294311"/>
            <a:ext cx="200025" cy="200025"/>
          </a:xfrm>
          <a:prstGeom prst="roundRect">
            <a:avLst>
              <a:gd name="adj" fmla="val 228571"/>
            </a:avLst>
          </a:prstGeom>
          <a:solidFill>
            <a:srgbClr val="0F6CBD"/>
          </a:solidFill>
          <a:ln/>
        </p:spPr>
      </p:sp>
      <p:sp>
        <p:nvSpPr>
          <p:cNvPr id="7" name="Text 5"/>
          <p:cNvSpPr/>
          <p:nvPr/>
        </p:nvSpPr>
        <p:spPr>
          <a:xfrm>
            <a:off x="890588"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8" name="Shape 6"/>
          <p:cNvSpPr/>
          <p:nvPr/>
        </p:nvSpPr>
        <p:spPr>
          <a:xfrm>
            <a:off x="2603450" y="3294311"/>
            <a:ext cx="435620" cy="179487"/>
          </a:xfrm>
          <a:prstGeom prst="roundRect">
            <a:avLst>
              <a:gd name="adj" fmla="val 162214"/>
            </a:avLst>
          </a:prstGeom>
          <a:solidFill>
            <a:srgbClr val="EDF8F1"/>
          </a:solidFill>
          <a:ln/>
        </p:spPr>
      </p:sp>
      <p:sp>
        <p:nvSpPr>
          <p:cNvPr id="9" name="Text 7"/>
          <p:cNvSpPr/>
          <p:nvPr/>
        </p:nvSpPr>
        <p:spPr>
          <a:xfrm>
            <a:off x="2603450" y="3294311"/>
            <a:ext cx="51182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10" name="Text 8"/>
          <p:cNvSpPr/>
          <p:nvPr/>
        </p:nvSpPr>
        <p:spPr>
          <a:xfrm>
            <a:off x="1157288" y="3294311"/>
            <a:ext cx="188178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11" name="Shape 9"/>
          <p:cNvSpPr/>
          <p:nvPr/>
        </p:nvSpPr>
        <p:spPr>
          <a:xfrm>
            <a:off x="890588" y="3541961"/>
            <a:ext cx="200025" cy="200025"/>
          </a:xfrm>
          <a:prstGeom prst="roundRect">
            <a:avLst>
              <a:gd name="adj" fmla="val 228571"/>
            </a:avLst>
          </a:prstGeom>
          <a:solidFill>
            <a:srgbClr val="0F6CBD"/>
          </a:solidFill>
          <a:ln/>
        </p:spPr>
      </p:sp>
      <p:sp>
        <p:nvSpPr>
          <p:cNvPr id="12" name="Text 10"/>
          <p:cNvSpPr/>
          <p:nvPr/>
        </p:nvSpPr>
        <p:spPr>
          <a:xfrm>
            <a:off x="890588"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2689622" y="3541961"/>
            <a:ext cx="433388" cy="179487"/>
          </a:xfrm>
          <a:prstGeom prst="roundRect">
            <a:avLst>
              <a:gd name="adj" fmla="val 162214"/>
            </a:avLst>
          </a:prstGeom>
          <a:solidFill>
            <a:srgbClr val="EDF8F1"/>
          </a:solidFill>
          <a:ln/>
        </p:spPr>
      </p:sp>
      <p:sp>
        <p:nvSpPr>
          <p:cNvPr id="14" name="Text 12"/>
          <p:cNvSpPr/>
          <p:nvPr/>
        </p:nvSpPr>
        <p:spPr>
          <a:xfrm>
            <a:off x="2689622" y="3541961"/>
            <a:ext cx="509587"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5" name="Text 13"/>
          <p:cNvSpPr/>
          <p:nvPr/>
        </p:nvSpPr>
        <p:spPr>
          <a:xfrm>
            <a:off x="1157288" y="3541961"/>
            <a:ext cx="1965722"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6" name="Shape 14"/>
          <p:cNvSpPr/>
          <p:nvPr/>
        </p:nvSpPr>
        <p:spPr>
          <a:xfrm>
            <a:off x="890588" y="3789611"/>
            <a:ext cx="200025" cy="200025"/>
          </a:xfrm>
          <a:prstGeom prst="roundRect">
            <a:avLst>
              <a:gd name="adj" fmla="val 228571"/>
            </a:avLst>
          </a:prstGeom>
          <a:solidFill>
            <a:srgbClr val="0F6CBD"/>
          </a:solidFill>
          <a:ln/>
        </p:spPr>
      </p:sp>
      <p:sp>
        <p:nvSpPr>
          <p:cNvPr id="17" name="Text 15"/>
          <p:cNvSpPr/>
          <p:nvPr/>
        </p:nvSpPr>
        <p:spPr>
          <a:xfrm>
            <a:off x="890588"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8" name="Shape 16"/>
          <p:cNvSpPr/>
          <p:nvPr/>
        </p:nvSpPr>
        <p:spPr>
          <a:xfrm>
            <a:off x="2260253" y="3789611"/>
            <a:ext cx="429071" cy="179487"/>
          </a:xfrm>
          <a:prstGeom prst="roundRect">
            <a:avLst>
              <a:gd name="adj" fmla="val 162214"/>
            </a:avLst>
          </a:prstGeom>
          <a:solidFill>
            <a:srgbClr val="EEF5FC"/>
          </a:solidFill>
          <a:ln/>
        </p:spPr>
      </p:sp>
      <p:sp>
        <p:nvSpPr>
          <p:cNvPr id="19" name="Text 17"/>
          <p:cNvSpPr/>
          <p:nvPr/>
        </p:nvSpPr>
        <p:spPr>
          <a:xfrm>
            <a:off x="2260253" y="3789611"/>
            <a:ext cx="505271"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20" name="Text 18"/>
          <p:cNvSpPr/>
          <p:nvPr/>
        </p:nvSpPr>
        <p:spPr>
          <a:xfrm>
            <a:off x="1157288" y="3789611"/>
            <a:ext cx="1532037"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21" name="Shape 19"/>
          <p:cNvSpPr/>
          <p:nvPr/>
        </p:nvSpPr>
        <p:spPr>
          <a:xfrm>
            <a:off x="6172200" y="2832348"/>
            <a:ext cx="5272088" cy="1281113"/>
          </a:xfrm>
          <a:prstGeom prst="roundRect">
            <a:avLst>
              <a:gd name="adj" fmla="val 10613"/>
            </a:avLst>
          </a:prstGeom>
          <a:ln w="9525">
            <a:solidFill>
              <a:srgbClr val="CCCCCC"/>
            </a:solidFill>
            <a:prstDash val="solid"/>
          </a:ln>
        </p:spPr>
      </p:sp>
      <p:sp>
        <p:nvSpPr>
          <p:cNvPr id="22" name="Shape 20"/>
          <p:cNvSpPr/>
          <p:nvPr/>
        </p:nvSpPr>
        <p:spPr>
          <a:xfrm>
            <a:off x="6315075" y="3218111"/>
            <a:ext cx="4986338" cy="28575"/>
          </a:xfrm>
          <a:prstGeom prst="rect">
            <a:avLst/>
          </a:prstGeom>
          <a:solidFill>
            <a:srgbClr val="0F6CBD"/>
          </a:solidFill>
          <a:ln w="3175">
            <a:solidFill>
              <a:srgbClr val="0F6CBD"/>
            </a:solidFill>
            <a:prstDash val="solid"/>
          </a:ln>
        </p:spPr>
      </p:sp>
      <p:sp>
        <p:nvSpPr>
          <p:cNvPr id="23" name="Text 21"/>
          <p:cNvSpPr/>
          <p:nvPr/>
        </p:nvSpPr>
        <p:spPr>
          <a:xfrm>
            <a:off x="6315075" y="2956173"/>
            <a:ext cx="52911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24" name="Shape 22"/>
          <p:cNvSpPr/>
          <p:nvPr/>
        </p:nvSpPr>
        <p:spPr>
          <a:xfrm>
            <a:off x="6315075" y="3294311"/>
            <a:ext cx="200025" cy="200025"/>
          </a:xfrm>
          <a:prstGeom prst="roundRect">
            <a:avLst>
              <a:gd name="adj" fmla="val 228571"/>
            </a:avLst>
          </a:prstGeom>
          <a:solidFill>
            <a:srgbClr val="0F6CBD"/>
          </a:solidFill>
          <a:ln/>
        </p:spPr>
      </p:sp>
      <p:sp>
        <p:nvSpPr>
          <p:cNvPr id="25" name="Text 23"/>
          <p:cNvSpPr/>
          <p:nvPr/>
        </p:nvSpPr>
        <p:spPr>
          <a:xfrm>
            <a:off x="6315075"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26" name="Text 24"/>
          <p:cNvSpPr/>
          <p:nvPr/>
        </p:nvSpPr>
        <p:spPr>
          <a:xfrm>
            <a:off x="6581775" y="3294311"/>
            <a:ext cx="124420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7" name="Shape 25"/>
          <p:cNvSpPr/>
          <p:nvPr/>
        </p:nvSpPr>
        <p:spPr>
          <a:xfrm>
            <a:off x="6315075" y="3541961"/>
            <a:ext cx="200025" cy="200025"/>
          </a:xfrm>
          <a:prstGeom prst="roundRect">
            <a:avLst>
              <a:gd name="adj" fmla="val 228571"/>
            </a:avLst>
          </a:prstGeom>
          <a:solidFill>
            <a:srgbClr val="0F6CBD"/>
          </a:solidFill>
          <a:ln/>
        </p:spPr>
      </p:sp>
      <p:sp>
        <p:nvSpPr>
          <p:cNvPr id="28" name="Text 26"/>
          <p:cNvSpPr/>
          <p:nvPr/>
        </p:nvSpPr>
        <p:spPr>
          <a:xfrm>
            <a:off x="6315075"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9" name="Shape 27"/>
          <p:cNvSpPr/>
          <p:nvPr/>
        </p:nvSpPr>
        <p:spPr>
          <a:xfrm>
            <a:off x="7599908" y="3541961"/>
            <a:ext cx="441722" cy="179487"/>
          </a:xfrm>
          <a:prstGeom prst="roundRect">
            <a:avLst>
              <a:gd name="adj" fmla="val 162214"/>
            </a:avLst>
          </a:prstGeom>
          <a:solidFill>
            <a:srgbClr val="EEF5FC"/>
          </a:solidFill>
          <a:ln/>
        </p:spPr>
      </p:sp>
      <p:sp>
        <p:nvSpPr>
          <p:cNvPr id="30" name="Text 28"/>
          <p:cNvSpPr/>
          <p:nvPr/>
        </p:nvSpPr>
        <p:spPr>
          <a:xfrm>
            <a:off x="7599908" y="3541961"/>
            <a:ext cx="517922"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31" name="Text 29"/>
          <p:cNvSpPr/>
          <p:nvPr/>
        </p:nvSpPr>
        <p:spPr>
          <a:xfrm>
            <a:off x="6581775" y="3541961"/>
            <a:ext cx="1459855"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32" name="Shape 30"/>
          <p:cNvSpPr/>
          <p:nvPr/>
        </p:nvSpPr>
        <p:spPr>
          <a:xfrm>
            <a:off x="6315075" y="3789611"/>
            <a:ext cx="200025" cy="200025"/>
          </a:xfrm>
          <a:prstGeom prst="roundRect">
            <a:avLst>
              <a:gd name="adj" fmla="val 228571"/>
            </a:avLst>
          </a:prstGeom>
          <a:solidFill>
            <a:srgbClr val="0F6CBD"/>
          </a:solidFill>
          <a:ln/>
        </p:spPr>
      </p:sp>
      <p:sp>
        <p:nvSpPr>
          <p:cNvPr id="33" name="Text 31"/>
          <p:cNvSpPr/>
          <p:nvPr/>
        </p:nvSpPr>
        <p:spPr>
          <a:xfrm>
            <a:off x="6315075"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34" name="Shape 32"/>
          <p:cNvSpPr/>
          <p:nvPr/>
        </p:nvSpPr>
        <p:spPr>
          <a:xfrm>
            <a:off x="7531150" y="3789611"/>
            <a:ext cx="419546" cy="179487"/>
          </a:xfrm>
          <a:prstGeom prst="roundRect">
            <a:avLst>
              <a:gd name="adj" fmla="val 162214"/>
            </a:avLst>
          </a:prstGeom>
          <a:solidFill>
            <a:srgbClr val="EDF8F1"/>
          </a:solidFill>
          <a:ln/>
        </p:spPr>
      </p:sp>
      <p:sp>
        <p:nvSpPr>
          <p:cNvPr id="35" name="Text 33"/>
          <p:cNvSpPr/>
          <p:nvPr/>
        </p:nvSpPr>
        <p:spPr>
          <a:xfrm>
            <a:off x="7531150" y="3789611"/>
            <a:ext cx="495746"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36" name="Text 34"/>
          <p:cNvSpPr/>
          <p:nvPr/>
        </p:nvSpPr>
        <p:spPr>
          <a:xfrm>
            <a:off x="6581775" y="3789611"/>
            <a:ext cx="1368921"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37" name="Text 35"/>
          <p:cNvSpPr/>
          <p:nvPr/>
        </p:nvSpPr>
        <p:spPr>
          <a:xfrm>
            <a:off x="747713" y="4113461"/>
            <a:ext cx="11001375" cy="371475"/>
          </a:xfrm>
          <a:prstGeom prst="rect">
            <a:avLst/>
          </a:prstGeom>
          <a:noFill/>
          <a:ln/>
        </p:spPr>
        <p:txBody>
          <a:bodyPr wrap="square" lIns="0" tIns="0" rIns="0" bIns="0" rtlCol="0" anchor="t"/>
          <a:lstStyle/>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50000"/>
              </a:lnSpc>
              <a:buNone/>
            </a:pPr>
            <a:endParaRPr lang="en-US" sz="975" dirty="0"/>
          </a:p>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67: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121372"/>
            <a:ext cx="9371558" cy="400050"/>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40000"/>
              </a:lnSpc>
              <a:buNone/>
            </a:pPr>
            <a:endParaRPr lang="en-US" sz="1125" dirty="0"/>
          </a:p>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64235"/>
            <a:ext cx="1268923"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702397"/>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809554"/>
            <a:ext cx="8900666" cy="200025"/>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52404"/>
            <a:ext cx="1752154"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97710"/>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404866"/>
            <a:ext cx="8404622" cy="200025"/>
          </a:xfrm>
          <a:prstGeom prst="rect">
            <a:avLst/>
          </a:prstGeom>
          <a:noFill/>
          <a:ln/>
        </p:spPr>
        <p:txBody>
          <a:bodyPr wrap="square" lIns="0" tIns="0" rIns="0" bIns="0" rtlCol="0" anchor="t"/>
          <a:lstStyle/>
          <a:p>
            <a:pPr algn="l" indent="0" marL="0">
              <a:lnSpc>
                <a:spcPct val="140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347716"/>
            <a:ext cx="2248198"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80729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065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68: Narrow emoji-icon div in flex row with adjacent text (ADR-30 regression)</a:t>
            </a:r>
            <a:endParaRPr lang="en-US" sz="3480" dirty="0"/>
          </a:p>
        </p:txBody>
      </p:sp>
      <p:sp>
        <p:nvSpPr>
          <p:cNvPr id="3" name="Text 1"/>
          <p:cNvSpPr/>
          <p:nvPr/>
        </p:nvSpPr>
        <p:spPr>
          <a:xfrm>
            <a:off x="747713" y="3040410"/>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3040410"/>
            <a:ext cx="3339554"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502372"/>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502372"/>
            <a:ext cx="294039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964335"/>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964335"/>
            <a:ext cx="337214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786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2026-04-26T03:32:54Z</dcterms:created>
  <dcterms:modified xsi:type="dcterms:W3CDTF">2026-04-26T03:32:54Z</dcterms:modified>
</cp:coreProperties>
</file>