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45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85765"/>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77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495104"/>
          <a:ext cx="10355312" cy="914400"/>
        </p:xfrm>
        <a:graphic>
          <a:graphicData uri="http://schemas.openxmlformats.org/drawingml/2006/table">
            <a:tbl>
              <a:tblPr/>
              <a:tblGrid>
                <a:gridCol w="3640455"/>
                <a:gridCol w="3710464"/>
                <a:gridCol w="3520440"/>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721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64235"/>
            <a:ext cx="304800" cy="304800"/>
          </a:xfrm>
          <a:prstGeom prst="roundRect">
            <a:avLst>
              <a:gd name="adj" fmla="val 150000"/>
            </a:avLst>
          </a:prstGeom>
          <a:solidFill>
            <a:srgbClr val="0066CC"/>
          </a:solidFill>
          <a:ln/>
        </p:spPr>
      </p:sp>
      <p:sp>
        <p:nvSpPr>
          <p:cNvPr id="4" name="Text 2"/>
          <p:cNvSpPr/>
          <p:nvPr/>
        </p:nvSpPr>
        <p:spPr>
          <a:xfrm>
            <a:off x="747713" y="316423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9466"/>
            <a:ext cx="3507879"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8104"/>
            <a:ext cx="5512743"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26123"/>
            <a:ext cx="304800" cy="304800"/>
          </a:xfrm>
          <a:prstGeom prst="roundRect">
            <a:avLst>
              <a:gd name="adj" fmla="val 150000"/>
            </a:avLst>
          </a:prstGeom>
          <a:solidFill>
            <a:srgbClr val="0066CC"/>
          </a:solidFill>
          <a:ln/>
        </p:spPr>
      </p:sp>
      <p:sp>
        <p:nvSpPr>
          <p:cNvPr id="10" name="Text 8"/>
          <p:cNvSpPr/>
          <p:nvPr/>
        </p:nvSpPr>
        <p:spPr>
          <a:xfrm>
            <a:off x="747713" y="4226123"/>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1355"/>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017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908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5819"/>
            <a:ext cx="10696575" cy="3250257"/>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8746"/>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9727"/>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75955"/>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14105"/>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14105"/>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14105"/>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14105"/>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80955"/>
            <a:ext cx="10696575" cy="438150"/>
          </a:xfrm>
          <a:prstGeom prst="roundRect">
            <a:avLst>
              <a:gd name="adj" fmla="val 54442"/>
            </a:avLst>
          </a:prstGeom>
          <a:solidFill>
            <a:srgbClr val="FFFDE7"/>
          </a:solidFill>
          <a:ln w="9525">
            <a:solidFill>
              <a:srgbClr val="F0C040"/>
            </a:solidFill>
            <a:prstDash val="solid"/>
          </a:ln>
        </p:spPr>
      </p:sp>
      <p:sp>
        <p:nvSpPr>
          <p:cNvPr id="10" name="Text 8"/>
          <p:cNvSpPr/>
          <p:nvPr/>
        </p:nvSpPr>
        <p:spPr>
          <a:xfrm>
            <a:off x="747713" y="4780955"/>
            <a:ext cx="11077575" cy="438150"/>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7029"/>
            <a:ext cx="66675" cy="414338"/>
          </a:xfrm>
          <a:prstGeom prst="rect">
            <a:avLst/>
          </a:prstGeom>
          <a:solidFill>
            <a:srgbClr val="D1D9E0"/>
          </a:solidFill>
          <a:ln/>
        </p:spPr>
      </p:sp>
      <p:sp>
        <p:nvSpPr>
          <p:cNvPr id="4" name="Text 2"/>
          <p:cNvSpPr/>
          <p:nvPr/>
        </p:nvSpPr>
        <p:spPr>
          <a:xfrm>
            <a:off x="814388" y="2657029"/>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23766"/>
            <a:ext cx="66675" cy="1243013"/>
          </a:xfrm>
          <a:prstGeom prst="rect">
            <a:avLst/>
          </a:prstGeom>
          <a:solidFill>
            <a:srgbClr val="D1D9E0"/>
          </a:solidFill>
          <a:ln/>
        </p:spPr>
      </p:sp>
      <p:sp>
        <p:nvSpPr>
          <p:cNvPr id="6" name="Text 4"/>
          <p:cNvSpPr/>
          <p:nvPr/>
        </p:nvSpPr>
        <p:spPr>
          <a:xfrm>
            <a:off x="814388" y="3223766"/>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9179"/>
            <a:ext cx="66675" cy="418951"/>
          </a:xfrm>
          <a:prstGeom prst="rect">
            <a:avLst/>
          </a:prstGeom>
          <a:solidFill>
            <a:srgbClr val="D1D9E0"/>
          </a:solidFill>
          <a:ln/>
        </p:spPr>
      </p:sp>
      <p:sp>
        <p:nvSpPr>
          <p:cNvPr id="8" name="Text 6"/>
          <p:cNvSpPr/>
          <p:nvPr/>
        </p:nvSpPr>
        <p:spPr>
          <a:xfrm>
            <a:off x="814388" y="4619179"/>
            <a:ext cx="10629900" cy="418951"/>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8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6022"/>
          <a:ext cx="6366421" cy="914400"/>
        </p:xfrm>
        <a:graphic>
          <a:graphicData uri="http://schemas.openxmlformats.org/drawingml/2006/table">
            <a:tbl>
              <a:tblPr/>
              <a:tblGrid>
                <a:gridCol w="850106"/>
                <a:gridCol w="1500188"/>
                <a:gridCol w="2820353"/>
                <a:gridCol w="1500188"/>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577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1795016"/>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1795016"/>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573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401639"/>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2933849"/>
            <a:ext cx="6326386" cy="1869132"/>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4955381"/>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173039"/>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18951"/>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493889"/>
            <a:ext cx="5291138" cy="3294459"/>
          </a:xfrm>
          <a:prstGeom prst="roundRect">
            <a:avLst>
              <a:gd name="adj" fmla="val 1284"/>
            </a:avLst>
          </a:prstGeom>
          <a:ln w="9525">
            <a:solidFill>
              <a:srgbClr val="CCCCCC"/>
            </a:solidFill>
            <a:prstDash val="solid"/>
          </a:ln>
        </p:spPr>
      </p:sp>
      <p:sp>
        <p:nvSpPr>
          <p:cNvPr id="6" name="Text 4"/>
          <p:cNvSpPr/>
          <p:nvPr/>
        </p:nvSpPr>
        <p:spPr>
          <a:xfrm>
            <a:off x="871538" y="3846314"/>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78523"/>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12048"/>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12048"/>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493889"/>
          <a:ext cx="1845618" cy="914400"/>
        </p:xfrm>
        <a:graphic>
          <a:graphicData uri="http://schemas.openxmlformats.org/drawingml/2006/table">
            <a:tbl>
              <a:tblPr/>
              <a:tblGrid>
                <a:gridCol w="970121"/>
                <a:gridCol w="950119"/>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0302"/>
            <a:ext cx="66675" cy="414338"/>
          </a:xfrm>
          <a:prstGeom prst="rect">
            <a:avLst/>
          </a:prstGeom>
          <a:solidFill>
            <a:srgbClr val="D1D9E0"/>
          </a:solidFill>
          <a:ln/>
        </p:spPr>
      </p:sp>
      <p:sp>
        <p:nvSpPr>
          <p:cNvPr id="12" name="Text 9"/>
          <p:cNvSpPr/>
          <p:nvPr/>
        </p:nvSpPr>
        <p:spPr>
          <a:xfrm>
            <a:off x="6219825" y="5270302"/>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704207"/>
            <a:ext cx="10696575" cy="2278856"/>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135463"/>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570220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2689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6835676"/>
            <a:ext cx="11001375" cy="223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402413"/>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591246" y="2742307"/>
            <a:ext cx="1064121" cy="352425"/>
          </a:xfrm>
          <a:prstGeom prst="roundRect">
            <a:avLst>
              <a:gd name="adj" fmla="val 129730"/>
            </a:avLst>
          </a:prstGeom>
          <a:solidFill>
            <a:srgbClr val="E53E3E"/>
          </a:solidFill>
          <a:ln/>
        </p:spPr>
      </p:sp>
      <p:sp>
        <p:nvSpPr>
          <p:cNvPr id="5" name="Text 3"/>
          <p:cNvSpPr/>
          <p:nvPr/>
        </p:nvSpPr>
        <p:spPr>
          <a:xfrm>
            <a:off x="2591246" y="2742307"/>
            <a:ext cx="106412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048173" y="3156645"/>
            <a:ext cx="1047304" cy="352425"/>
          </a:xfrm>
          <a:prstGeom prst="roundRect">
            <a:avLst>
              <a:gd name="adj" fmla="val 129730"/>
            </a:avLst>
          </a:prstGeom>
          <a:solidFill>
            <a:srgbClr val="3182CE"/>
          </a:solidFill>
          <a:ln/>
        </p:spPr>
      </p:sp>
      <p:sp>
        <p:nvSpPr>
          <p:cNvPr id="7" name="Text 5"/>
          <p:cNvSpPr/>
          <p:nvPr/>
        </p:nvSpPr>
        <p:spPr>
          <a:xfrm>
            <a:off x="2048173" y="3156645"/>
            <a:ext cx="1047304"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065883" y="3570982"/>
            <a:ext cx="1392138" cy="352425"/>
          </a:xfrm>
          <a:prstGeom prst="roundRect">
            <a:avLst>
              <a:gd name="adj" fmla="val 129730"/>
            </a:avLst>
          </a:prstGeom>
          <a:solidFill>
            <a:srgbClr val="38A169"/>
          </a:solidFill>
          <a:ln/>
        </p:spPr>
      </p:sp>
      <p:sp>
        <p:nvSpPr>
          <p:cNvPr id="9" name="Text 7"/>
          <p:cNvSpPr/>
          <p:nvPr/>
        </p:nvSpPr>
        <p:spPr>
          <a:xfrm>
            <a:off x="2065883" y="3570982"/>
            <a:ext cx="1392138"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1002804" cy="490538"/>
          </a:xfrm>
          <a:prstGeom prst="roundRect">
            <a:avLst>
              <a:gd name="adj" fmla="val 93204"/>
            </a:avLst>
          </a:prstGeom>
          <a:solidFill>
            <a:srgbClr val="C05621"/>
          </a:solidFill>
          <a:ln/>
        </p:spPr>
      </p:sp>
      <p:sp>
        <p:nvSpPr>
          <p:cNvPr id="13" name="Text 11"/>
          <p:cNvSpPr/>
          <p:nvPr/>
        </p:nvSpPr>
        <p:spPr>
          <a:xfrm>
            <a:off x="747713" y="4666357"/>
            <a:ext cx="1002804"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4" name="Shape 12"/>
          <p:cNvSpPr/>
          <p:nvPr/>
        </p:nvSpPr>
        <p:spPr>
          <a:xfrm>
            <a:off x="1788616" y="4666357"/>
            <a:ext cx="1055638" cy="490538"/>
          </a:xfrm>
          <a:prstGeom prst="roundRect">
            <a:avLst>
              <a:gd name="adj" fmla="val 93204"/>
            </a:avLst>
          </a:prstGeom>
          <a:solidFill>
            <a:srgbClr val="DD6B20"/>
          </a:solidFill>
          <a:ln/>
        </p:spPr>
      </p:sp>
      <p:sp>
        <p:nvSpPr>
          <p:cNvPr id="15" name="Text 13"/>
          <p:cNvSpPr/>
          <p:nvPr/>
        </p:nvSpPr>
        <p:spPr>
          <a:xfrm>
            <a:off x="1788616" y="4666357"/>
            <a:ext cx="1055638"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6" name="Shape 14"/>
          <p:cNvSpPr/>
          <p:nvPr/>
        </p:nvSpPr>
        <p:spPr>
          <a:xfrm>
            <a:off x="2882354" y="4666357"/>
            <a:ext cx="932408" cy="490538"/>
          </a:xfrm>
          <a:prstGeom prst="roundRect">
            <a:avLst>
              <a:gd name="adj" fmla="val 93204"/>
            </a:avLst>
          </a:prstGeom>
          <a:solidFill>
            <a:srgbClr val="2F855A"/>
          </a:solidFill>
          <a:ln/>
        </p:spPr>
      </p:sp>
      <p:sp>
        <p:nvSpPr>
          <p:cNvPr id="17" name="Text 15"/>
          <p:cNvSpPr/>
          <p:nvPr/>
        </p:nvSpPr>
        <p:spPr>
          <a:xfrm>
            <a:off x="2882354" y="4666357"/>
            <a:ext cx="932408"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2020639" y="5949851"/>
            <a:ext cx="266700" cy="266700"/>
          </a:xfrm>
          <a:prstGeom prst="roundRect">
            <a:avLst>
              <a:gd name="adj" fmla="val 171429"/>
            </a:avLst>
          </a:prstGeom>
          <a:solidFill>
            <a:srgbClr val="3182CE"/>
          </a:solidFill>
          <a:ln/>
        </p:spPr>
      </p:sp>
      <p:sp>
        <p:nvSpPr>
          <p:cNvPr id="22" name="Shape 20"/>
          <p:cNvSpPr/>
          <p:nvPr/>
        </p:nvSpPr>
        <p:spPr>
          <a:xfrm>
            <a:off x="4363938"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12615" y="4602659"/>
            <a:ext cx="962471" cy="314325"/>
          </a:xfrm>
          <a:prstGeom prst="roundRect">
            <a:avLst>
              <a:gd name="adj" fmla="val 141047"/>
            </a:avLst>
          </a:prstGeom>
          <a:solidFill>
            <a:srgbClr val="C05621"/>
          </a:solidFill>
          <a:ln/>
        </p:spPr>
      </p:sp>
      <p:sp>
        <p:nvSpPr>
          <p:cNvPr id="9" name="Text 7"/>
          <p:cNvSpPr/>
          <p:nvPr/>
        </p:nvSpPr>
        <p:spPr>
          <a:xfrm>
            <a:off x="2112615" y="4602659"/>
            <a:ext cx="962471" cy="314325"/>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86635"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5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430810"/>
            <a:ext cx="4286250" cy="27336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339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236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2990404"/>
            <a:ext cx="2874020" cy="523875"/>
          </a:xfrm>
          <a:prstGeom prst="rect">
            <a:avLst/>
          </a:prstGeom>
        </p:spPr>
      </p:pic>
      <p:sp>
        <p:nvSpPr>
          <p:cNvPr id="5" name="Text 2"/>
          <p:cNvSpPr/>
          <p:nvPr/>
        </p:nvSpPr>
        <p:spPr>
          <a:xfrm>
            <a:off x="6172200" y="24236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990404"/>
            <a:ext cx="4286250" cy="27336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4843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3819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704927"/>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18951"/>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43202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345531"/>
            <a:ext cx="47625" cy="556468"/>
          </a:xfrm>
          <a:prstGeom prst="rect">
            <a:avLst/>
          </a:prstGeom>
          <a:solidFill>
            <a:srgbClr val="2563EB"/>
          </a:solidFill>
          <a:ln w="12700">
            <a:solidFill>
              <a:srgbClr val="2563EB"/>
            </a:solidFill>
            <a:prstDash val="solid"/>
          </a:ln>
        </p:spPr>
      </p:sp>
      <p:sp>
        <p:nvSpPr>
          <p:cNvPr id="4" name="Text 2"/>
          <p:cNvSpPr/>
          <p:nvPr/>
        </p:nvSpPr>
        <p:spPr>
          <a:xfrm>
            <a:off x="795338" y="23455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054400"/>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04470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3182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69134"/>
            <a:ext cx="11001375" cy="83790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5943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4758779" cy="914400"/>
        </p:xfrm>
        <a:graphic>
          <a:graphicData uri="http://schemas.openxmlformats.org/drawingml/2006/table">
            <a:tbl>
              <a:tblPr/>
              <a:tblGrid>
                <a:gridCol w="890111"/>
                <a:gridCol w="1100138"/>
                <a:gridCol w="1090136"/>
                <a:gridCol w="1090136"/>
                <a:gridCol w="820103"/>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9069437" y="2661791"/>
            <a:ext cx="2374850"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9069437" y="2661791"/>
            <a:ext cx="2451050"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61854"/>
            <a:ext cx="2181820"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61854"/>
            <a:ext cx="2258020"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367391" y="4109591"/>
            <a:ext cx="2076896"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367391" y="4109591"/>
            <a:ext cx="2153096"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9654"/>
            <a:ext cx="5280868" cy="423863"/>
          </a:xfrm>
          <a:prstGeom prst="roundRect">
            <a:avLst>
              <a:gd name="adj" fmla="val 107865"/>
            </a:avLst>
          </a:prstGeom>
          <a:solidFill>
            <a:srgbClr val="FFFFFF"/>
          </a:solidFill>
          <a:ln w="9525">
            <a:solidFill>
              <a:srgbClr val="E2E8F0"/>
            </a:solidFill>
            <a:prstDash val="solid"/>
          </a:ln>
        </p:spPr>
      </p:sp>
      <p:sp>
        <p:nvSpPr>
          <p:cNvPr id="10" name="Text 8"/>
          <p:cNvSpPr/>
          <p:nvPr/>
        </p:nvSpPr>
        <p:spPr>
          <a:xfrm>
            <a:off x="747713" y="4609654"/>
            <a:ext cx="5357068" cy="42386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5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3272"/>
            <a:ext cx="10696575" cy="404813"/>
          </a:xfrm>
          <a:prstGeom prst="rect">
            <a:avLst/>
          </a:prstGeom>
          <a:solidFill>
            <a:srgbClr val="FFF7ED"/>
          </a:solidFill>
          <a:ln/>
        </p:spPr>
      </p:sp>
      <p:sp>
        <p:nvSpPr>
          <p:cNvPr id="4" name="Shape 2"/>
          <p:cNvSpPr/>
          <p:nvPr/>
        </p:nvSpPr>
        <p:spPr>
          <a:xfrm>
            <a:off x="747713" y="3083272"/>
            <a:ext cx="57150" cy="404813"/>
          </a:xfrm>
          <a:prstGeom prst="rect">
            <a:avLst/>
          </a:prstGeom>
          <a:solidFill>
            <a:srgbClr val="EA580C"/>
          </a:solidFill>
          <a:ln w="12700">
            <a:solidFill>
              <a:srgbClr val="EA580C"/>
            </a:solidFill>
            <a:prstDash val="solid"/>
          </a:ln>
        </p:spPr>
      </p:sp>
      <p:sp>
        <p:nvSpPr>
          <p:cNvPr id="5" name="Text 3"/>
          <p:cNvSpPr/>
          <p:nvPr/>
        </p:nvSpPr>
        <p:spPr>
          <a:xfrm>
            <a:off x="747713" y="308327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07222"/>
            <a:ext cx="10696575" cy="404813"/>
          </a:xfrm>
          <a:prstGeom prst="rect">
            <a:avLst/>
          </a:prstGeom>
          <a:solidFill>
            <a:srgbClr val="FEF2F2"/>
          </a:solidFill>
          <a:ln/>
        </p:spPr>
      </p:sp>
      <p:sp>
        <p:nvSpPr>
          <p:cNvPr id="8" name="Shape 6"/>
          <p:cNvSpPr/>
          <p:nvPr/>
        </p:nvSpPr>
        <p:spPr>
          <a:xfrm>
            <a:off x="747713" y="4207222"/>
            <a:ext cx="57150" cy="404813"/>
          </a:xfrm>
          <a:prstGeom prst="rect">
            <a:avLst/>
          </a:prstGeom>
          <a:solidFill>
            <a:srgbClr val="DC2626"/>
          </a:solidFill>
          <a:ln w="12700">
            <a:solidFill>
              <a:srgbClr val="DC2626"/>
            </a:solidFill>
            <a:prstDash val="solid"/>
          </a:ln>
        </p:spPr>
      </p:sp>
      <p:sp>
        <p:nvSpPr>
          <p:cNvPr id="9" name="Text 7"/>
          <p:cNvSpPr/>
          <p:nvPr/>
        </p:nvSpPr>
        <p:spPr>
          <a:xfrm>
            <a:off x="747713" y="4207222"/>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85321" y="3026122"/>
            <a:ext cx="1821359" cy="604838"/>
          </a:xfrm>
          <a:prstGeom prst="roundRect">
            <a:avLst>
              <a:gd name="adj" fmla="val 38093"/>
            </a:avLst>
          </a:prstGeom>
          <a:solidFill>
            <a:srgbClr val="2563EB"/>
          </a:solidFill>
          <a:ln/>
        </p:spPr>
      </p:sp>
      <p:sp>
        <p:nvSpPr>
          <p:cNvPr id="4" name="Text 2"/>
          <p:cNvSpPr/>
          <p:nvPr/>
        </p:nvSpPr>
        <p:spPr>
          <a:xfrm>
            <a:off x="5185321" y="3026122"/>
            <a:ext cx="1897559"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720257" cy="914400"/>
        </p:xfrm>
        <a:graphic>
          <a:graphicData uri="http://schemas.openxmlformats.org/drawingml/2006/table">
            <a:tbl>
              <a:tblPr/>
              <a:tblGrid>
                <a:gridCol w="590074"/>
                <a:gridCol w="1210151"/>
                <a:gridCol w="2090261"/>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02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7566"/>
            <a:ext cx="11001375" cy="833289"/>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325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6865"/>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64172"/>
            <a:ext cx="7343775" cy="833289"/>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49861"/>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97327" y="3538091"/>
            <a:ext cx="349746"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46459" cy="342900"/>
          </a:xfrm>
          <a:prstGeom prst="rect">
            <a:avLst/>
          </a:prstGeom>
          <a:solidFill>
            <a:srgbClr val="2563EB"/>
          </a:solidFill>
          <a:ln/>
        </p:spPr>
      </p:sp>
      <p:sp>
        <p:nvSpPr>
          <p:cNvPr id="3" name="Text 1"/>
          <p:cNvSpPr/>
          <p:nvPr/>
        </p:nvSpPr>
        <p:spPr>
          <a:xfrm>
            <a:off x="747713" y="22435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63334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20007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30104"/>
                <a:gridCol w="920115"/>
                <a:gridCol w="920115"/>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529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42691"/>
            <a:ext cx="11001375" cy="833289"/>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28380"/>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2379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5897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396282"/>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2810619"/>
            <a:ext cx="1905000" cy="1905000"/>
          </a:xfrm>
          <a:prstGeom prst="rect">
            <a:avLst/>
          </a:prstGeom>
        </p:spPr>
      </p:pic>
      <p:sp>
        <p:nvSpPr>
          <p:cNvPr id="5" name="Text 2"/>
          <p:cNvSpPr/>
          <p:nvPr/>
        </p:nvSpPr>
        <p:spPr>
          <a:xfrm>
            <a:off x="747713" y="4884688"/>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44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61866"/>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266009" y="3280916"/>
            <a:ext cx="456754" cy="204788"/>
          </a:xfrm>
          <a:prstGeom prst="roundRect">
            <a:avLst>
              <a:gd name="adj" fmla="val 124608"/>
            </a:avLst>
          </a:prstGeom>
          <a:solidFill>
            <a:srgbClr val="EEF5FC"/>
          </a:solidFill>
          <a:ln/>
        </p:spPr>
      </p:sp>
      <p:sp>
        <p:nvSpPr>
          <p:cNvPr id="6" name="Text 4"/>
          <p:cNvSpPr/>
          <p:nvPr/>
        </p:nvSpPr>
        <p:spPr>
          <a:xfrm>
            <a:off x="4266009" y="3280916"/>
            <a:ext cx="532954"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61866"/>
            <a:ext cx="3384500"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0991"/>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330476" y="3614291"/>
            <a:ext cx="449163" cy="204788"/>
          </a:xfrm>
          <a:prstGeom prst="roundRect">
            <a:avLst>
              <a:gd name="adj" fmla="val 124608"/>
            </a:avLst>
          </a:prstGeom>
          <a:solidFill>
            <a:srgbClr val="EDF8F1"/>
          </a:solidFill>
          <a:ln/>
        </p:spPr>
      </p:sp>
      <p:sp>
        <p:nvSpPr>
          <p:cNvPr id="11" name="Text 9"/>
          <p:cNvSpPr/>
          <p:nvPr/>
        </p:nvSpPr>
        <p:spPr>
          <a:xfrm>
            <a:off x="3330476" y="3614291"/>
            <a:ext cx="525363"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441377"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28616"/>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28616"/>
            <a:ext cx="2761506"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4841"/>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65: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70059"/>
                <a:gridCol w="420053"/>
                <a:gridCol w="460058"/>
                <a:gridCol w="460058"/>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40068"/>
                <a:gridCol w="420053"/>
                <a:gridCol w="460058"/>
                <a:gridCol w="460058"/>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66: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519660" y="3294311"/>
            <a:ext cx="437704" cy="179487"/>
          </a:xfrm>
          <a:prstGeom prst="roundRect">
            <a:avLst>
              <a:gd name="adj" fmla="val 162214"/>
            </a:avLst>
          </a:prstGeom>
          <a:solidFill>
            <a:srgbClr val="EDF8F1"/>
          </a:solidFill>
          <a:ln/>
        </p:spPr>
      </p:sp>
      <p:sp>
        <p:nvSpPr>
          <p:cNvPr id="9" name="Text 7"/>
          <p:cNvSpPr/>
          <p:nvPr/>
        </p:nvSpPr>
        <p:spPr>
          <a:xfrm>
            <a:off x="2519660" y="3294311"/>
            <a:ext cx="513904"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00076"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591991" y="3541961"/>
            <a:ext cx="430113" cy="179487"/>
          </a:xfrm>
          <a:prstGeom prst="roundRect">
            <a:avLst>
              <a:gd name="adj" fmla="val 162214"/>
            </a:avLst>
          </a:prstGeom>
          <a:solidFill>
            <a:srgbClr val="EDF8F1"/>
          </a:solidFill>
          <a:ln/>
        </p:spPr>
      </p:sp>
      <p:sp>
        <p:nvSpPr>
          <p:cNvPr id="14" name="Text 12"/>
          <p:cNvSpPr/>
          <p:nvPr/>
        </p:nvSpPr>
        <p:spPr>
          <a:xfrm>
            <a:off x="2591991" y="3541961"/>
            <a:ext cx="506313"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864816"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194322" y="3789611"/>
            <a:ext cx="428030" cy="179487"/>
          </a:xfrm>
          <a:prstGeom prst="roundRect">
            <a:avLst>
              <a:gd name="adj" fmla="val 162214"/>
            </a:avLst>
          </a:prstGeom>
          <a:solidFill>
            <a:srgbClr val="EEF5FC"/>
          </a:solidFill>
          <a:ln/>
        </p:spPr>
      </p:sp>
      <p:sp>
        <p:nvSpPr>
          <p:cNvPr id="19" name="Text 17"/>
          <p:cNvSpPr/>
          <p:nvPr/>
        </p:nvSpPr>
        <p:spPr>
          <a:xfrm>
            <a:off x="2194322" y="3789611"/>
            <a:ext cx="50423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465064"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172319"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43949" y="3541961"/>
            <a:ext cx="442020" cy="179487"/>
          </a:xfrm>
          <a:prstGeom prst="roundRect">
            <a:avLst>
              <a:gd name="adj" fmla="val 162214"/>
            </a:avLst>
          </a:prstGeom>
          <a:solidFill>
            <a:srgbClr val="EEF5FC"/>
          </a:solidFill>
          <a:ln/>
        </p:spPr>
      </p:sp>
      <p:sp>
        <p:nvSpPr>
          <p:cNvPr id="30" name="Text 28"/>
          <p:cNvSpPr/>
          <p:nvPr/>
        </p:nvSpPr>
        <p:spPr>
          <a:xfrm>
            <a:off x="7543949" y="3541961"/>
            <a:ext cx="5182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0419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468791" y="3789611"/>
            <a:ext cx="416570" cy="179487"/>
          </a:xfrm>
          <a:prstGeom prst="roundRect">
            <a:avLst>
              <a:gd name="adj" fmla="val 162214"/>
            </a:avLst>
          </a:prstGeom>
          <a:solidFill>
            <a:srgbClr val="EDF8F1"/>
          </a:solidFill>
          <a:ln/>
        </p:spPr>
      </p:sp>
      <p:sp>
        <p:nvSpPr>
          <p:cNvPr id="35" name="Text 33"/>
          <p:cNvSpPr/>
          <p:nvPr/>
        </p:nvSpPr>
        <p:spPr>
          <a:xfrm>
            <a:off x="7468791" y="3789611"/>
            <a:ext cx="49277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03586"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67: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89864"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66152" y="3164235"/>
            <a:ext cx="1248787"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47811"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81249" y="3809554"/>
            <a:ext cx="887521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94515" y="3752404"/>
            <a:ext cx="1740247"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97710"/>
            <a:ext cx="347811" cy="414338"/>
          </a:xfrm>
          <a:prstGeom prst="rect">
            <a:avLst/>
          </a:prstGeom>
          <a:noFill/>
          <a:ln/>
        </p:spPr>
        <p:txBody>
          <a:bodyPr wrap="square" lIns="0" tIns="0" rIns="0" bIns="0"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81249" y="4404866"/>
            <a:ext cx="8392120" cy="200025"/>
          </a:xfrm>
          <a:prstGeom prst="rect">
            <a:avLst/>
          </a:prstGeom>
          <a:noFill/>
          <a:ln/>
        </p:spPr>
        <p:txBody>
          <a:bodyPr wrap="square" lIns="0" tIns="0" rIns="0" bIns="0" rtlCol="0" anchor="t"/>
          <a:lstStyle/>
          <a:p>
            <a:pPr algn="l" indent="0" marL="0">
              <a:lnSpc>
                <a:spcPct val="140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211419" y="4347716"/>
            <a:ext cx="2223343"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2026-04-25T12:00:48Z</dcterms:created>
  <dcterms:modified xsi:type="dcterms:W3CDTF">2026-04-25T12:00:48Z</dcterms:modified>
</cp:coreProperties>
</file>